
<file path=[Content_Types].xml><?xml version="1.0" encoding="utf-8"?>
<Types xmlns="http://schemas.openxmlformats.org/package/2006/content-types">
  <Default Extension="wav" ContentType="audio/wav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Введение" id="{39581b15-6966-d3e4-d8d4-cc31bc728570}">
          <p14:sldIdLst>
            <p14:sldId id="256"/>
          </p14:sldIdLst>
        </p14:section>
        <p14:section name="Гипотезы" id="{3324df3f-306a-f5f1-8c8f-858b8f9674a8}">
          <p14:sldIdLst>
            <p14:sldId id="257"/>
          </p14:sldIdLst>
        </p14:section>
        <p14:section name="Эксперимент" id="{6806ddc7-fbd7-565b-df44-d9eada19b7b7}">
          <p14:sldIdLst>
            <p14:sldId id="258"/>
            <p14:sldId id="259"/>
          </p14:sldIdLst>
        </p14:section>
        <p14:section name="Модель" id="{a412d14f-bff3-9185-fdbc-455a98cc024a}">
          <p14:sldIdLst>
            <p14:sldId id="260"/>
          </p14:sldIdLst>
        </p14:section>
        <p14:section name="Теорема 1" id="{997007c9-1736-6b69-def2-52f02b134764}">
          <p14:sldIdLst>
            <p14:sldId id="261"/>
          </p14:sldIdLst>
        </p14:section>
        <p14:section name="Теорема 2" id="{aa4c71e8-ce52-ad9a-aee7-025777b5f56e}">
          <p14:sldIdLst>
            <p14:sldId id="262"/>
          </p14:sldIdLst>
        </p14:section>
        <p14:section name="Главное открытие" id="{2dd5f85f-2fc5-31b2-e90f-3733c0757ec3}">
          <p14:sldIdLst>
            <p14:sldId id="263"/>
          </p14:sldIdLst>
        </p14:section>
        <p14:section name="Мини-игра" id="{657dd9cc-ad21-f414-aba7-c8db1cd5314c}">
          <p14:sldIdLst>
            <p14:sldId id="264"/>
          </p14:sldIdLst>
        </p14:section>
        <p14:section name="Выводы" id="{eac7f641-1b9c-2e81-0495-08283eed12ec}">
          <p14:sldIdLst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_rels/chart1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1.xlsx"/></Relationships>
</file>

<file path=ppt/charts/_rels/chart1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>
        <c:manualLayout>
          <c:layoutTarget val="inner"/>
          <c:xMode val="edge"/>
          <c:yMode val="edge"/>
          <c:x val="0.01923"/>
          <c:y val="0.03636"/>
          <c:w val="0.96154"/>
          <c:h val="0.92727"/>
        </c:manualLayout>
      </c:layout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на тарелке, Pn</c:v>
                </c:pt>
              </c:strCache>
            </c:strRef>
          </c:tx>
          <c:spPr>
            <a:solidFill>
              <a:srgbClr val="52B6FF"/>
            </a:solidFill>
            <a:ln>
              <a:noFill/>
            </a:ln>
            <a:effectLst/>
          </c:spPr>
          <c:marker>
            <c:symbol val="none"/>
            <c:size val="6"/>
            <c:spPr>
              <a:solidFill>
                <a:srgbClr val="52B6FF"/>
              </a:solidFill>
              <a:ln w="9525" cap="flat">
                <a:solidFill>
                  <a:srgbClr val="52B6FF"/>
                </a:solidFill>
                <a:prstDash val="solid"/>
                <a:round/>
              </a:ln>
              <a:effectLst/>
            </c:spPr>
          </c:marker>
          <c:xVal>
            <c:numRef>
              <c:f>Sheet1!$A$2:$A$2</c:f>
              <c:numCache>
                <c:formatCode>General</c:formatCode>
                <c:ptCount val="1"/>
                <c:pt idx="0">
                  <c:v>0</c:v>
                </c:pt>
              </c:numCache>
            </c:numRef>
          </c:xVal>
          <c:yVal>
            <c:numRef>
              <c:f>Sheet1!$B$2:$B$2</c:f>
              <c:numCache>
                <c:formatCode>General</c:formatCode>
                <c:ptCount val="1"/>
                <c:pt idx="0">
                  <c:v>1</c:v>
                </c:pt>
              </c:numCache>
            </c:numRef>
          </c:yVal>
          <c:smooth val="0"/>
        </c:ser>
        <c:dLbls>
          <c:numFmt formatCode="General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scatterChart>
      <c:valAx>
        <c:axId val="2094734554"/>
        <c:scaling>
          <c:orientation val="minMax"/>
          <c:max val="20"/>
          <c:min val="0"/>
        </c:scaling>
        <c:delete val="1"/>
        <c:axPos val="b"/>
        <c:majorGridlines>
          <c:spPr>
            <a:ln w="12700" cap="flat">
              <a:solidFill>
                <a:srgbClr val="2E3034"/>
              </a:solidFill>
              <a:prstDash val="solid"/>
              <a:round/>
            </a:ln>
          </c:spPr>
        </c:majorGridlines>
        <c:numFmt formatCode="General" sourceLinked="1"/>
        <c:majorTickMark val="none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majorUnit val="5"/>
      </c:valAx>
      <c:valAx>
        <c:axId val="2094734552"/>
        <c:scaling>
          <c:orientation val="minMax"/>
          <c:max val="1.6"/>
          <c:min val="0.8"/>
        </c:scaling>
        <c:delete val="1"/>
        <c:axPos val="l"/>
        <c:majorGridlines>
          <c:spPr>
            <a:ln w="12700" cap="flat">
              <a:solidFill>
                <a:srgbClr val="2E3034"/>
              </a:solidFill>
              <a:prstDash val="solid"/>
              <a:round/>
            </a:ln>
          </c:spPr>
        </c:majorGridlines>
        <c:numFmt formatCode="General" sourceLinked="0"/>
        <c:majorTickMark val="none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midCat"/>
        <c:majorUnit val="0.2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>
        <c:manualLayout>
          <c:layoutTarget val="inner"/>
          <c:xMode val="edge"/>
          <c:yMode val="edge"/>
          <c:x val="0.0229"/>
          <c:y val="0.04301"/>
          <c:w val="0.9542"/>
          <c:h val="0.91398"/>
        </c:manualLayout>
      </c:layout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на тарелке, Pn</c:v>
                </c:pt>
              </c:strCache>
            </c:strRef>
          </c:tx>
          <c:spPr>
            <a:solidFill>
              <a:srgbClr val="52B6FF"/>
            </a:solidFill>
            <a:ln w="50800" cap="flat">
              <a:solidFill>
                <a:srgbClr val="52B6FF"/>
              </a:solidFill>
              <a:prstDash val="solid"/>
              <a:round/>
            </a:ln>
            <a:effectLst/>
          </c:spPr>
          <c:marker>
            <c:symbol val="circle"/>
            <c:size val="10"/>
            <c:spPr>
              <a:solidFill>
                <a:srgbClr val="52B6FF"/>
              </a:solidFill>
              <a:ln w="9525" cap="flat">
                <a:solidFill>
                  <a:srgbClr val="52B6FF"/>
                </a:solidFill>
                <a:prstDash val="solid"/>
                <a:round/>
              </a:ln>
              <a:effectLst/>
            </c:spPr>
          </c:marker>
          <c:xVal>
            <c:numRef>
              <c:f>Sheet1!$A$2:$A$22</c:f>
              <c:numCache>
                <c:formatCode>General</c:formatCode>
                <c:ptCount val="21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</c:numCache>
            </c:numRef>
          </c:xVal>
          <c:yVal>
            <c:numRef>
              <c:f>Sheet1!$B$2:$B$22</c:f>
              <c:numCache>
                <c:formatCode>General</c:formatCode>
                <c:ptCount val="21"/>
                <c:pt idx="0">
                  <c:v>1</c:v>
                </c:pt>
                <c:pt idx="1">
                  <c:v>1.3</c:v>
                </c:pt>
                <c:pt idx="2">
                  <c:v>1.39</c:v>
                </c:pt>
                <c:pt idx="3">
                  <c:v>1.417</c:v>
                </c:pt>
                <c:pt idx="4">
                  <c:v>1.4251</c:v>
                </c:pt>
                <c:pt idx="5">
                  <c:v>1.42753</c:v>
                </c:pt>
                <c:pt idx="6">
                  <c:v>1.42826</c:v>
                </c:pt>
                <c:pt idx="7">
                  <c:v>1.42848</c:v>
                </c:pt>
                <c:pt idx="8">
                  <c:v>1.42854</c:v>
                </c:pt>
                <c:pt idx="9">
                  <c:v>1.42856</c:v>
                </c:pt>
                <c:pt idx="10">
                  <c:v>1.42857</c:v>
                </c:pt>
                <c:pt idx="11">
                  <c:v>1.42857</c:v>
                </c:pt>
                <c:pt idx="12">
                  <c:v>1.42857</c:v>
                </c:pt>
                <c:pt idx="13">
                  <c:v>1.42857</c:v>
                </c:pt>
                <c:pt idx="14">
                  <c:v>1.42857</c:v>
                </c:pt>
                <c:pt idx="15">
                  <c:v>1.42857</c:v>
                </c:pt>
                <c:pt idx="16">
                  <c:v>1.42857</c:v>
                </c:pt>
                <c:pt idx="17">
                  <c:v>1.42857</c:v>
                </c:pt>
                <c:pt idx="18">
                  <c:v>1.42857</c:v>
                </c:pt>
                <c:pt idx="19">
                  <c:v>1.42857</c:v>
                </c:pt>
                <c:pt idx="20">
                  <c:v>1.42857</c:v>
                </c:pt>
              </c:numCache>
            </c:numRef>
          </c:yVal>
          <c:smooth val="0"/>
        </c:ser>
        <c:dLbls>
          <c:numFmt formatCode="General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scatterChart>
      <c:valAx>
        <c:axId val="2094734554"/>
        <c:scaling>
          <c:orientation val="minMax"/>
          <c:max val="20"/>
          <c:min val="0"/>
        </c:scaling>
        <c:delete val="1"/>
        <c:axPos val="b"/>
        <c:numFmt formatCode="General" sourceLinked="1"/>
        <c:majorTickMark val="none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majorUnit val="5"/>
      </c:valAx>
      <c:valAx>
        <c:axId val="2094734552"/>
        <c:scaling>
          <c:orientation val="minMax"/>
          <c:max val="1.6"/>
          <c:min val="0.8"/>
        </c:scaling>
        <c:delete val="1"/>
        <c:axPos val="l"/>
        <c:numFmt formatCode="General" sourceLinked="0"/>
        <c:majorTickMark val="none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midCat"/>
        <c:majorUnit val="0.2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>
        <c:manualLayout>
          <c:layoutTarget val="inner"/>
          <c:xMode val="edge"/>
          <c:yMode val="edge"/>
          <c:x val="0.0229"/>
          <c:y val="0.04301"/>
          <c:w val="0.9542"/>
          <c:h val="0.91398"/>
        </c:manualLayout>
      </c:layout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на тарелке, Pn</c:v>
                </c:pt>
              </c:strCache>
            </c:strRef>
          </c:tx>
          <c:spPr>
            <a:solidFill>
              <a:srgbClr val="17181B"/>
            </a:solidFill>
            <a:ln>
              <a:noFill/>
            </a:ln>
            <a:effectLst/>
          </c:spPr>
          <c:marker>
            <c:symbol val="circle"/>
            <c:size val="6"/>
            <c:spPr>
              <a:solidFill>
                <a:srgbClr val="17181B"/>
              </a:solidFill>
              <a:ln w="6350" cap="flat">
                <a:solidFill>
                  <a:srgbClr val="17181B"/>
                </a:solidFill>
                <a:prstDash val="solid"/>
                <a:round/>
              </a:ln>
              <a:effectLst/>
            </c:spPr>
          </c:marker>
          <c:xVal>
            <c:numRef>
              <c:f>Sheet1!$A$2:$A$22</c:f>
              <c:numCache>
                <c:formatCode>General</c:formatCode>
                <c:ptCount val="21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</c:numCache>
            </c:numRef>
          </c:xVal>
          <c:yVal>
            <c:numRef>
              <c:f>Sheet1!$B$2:$B$22</c:f>
              <c:numCache>
                <c:formatCode>General</c:formatCode>
                <c:ptCount val="21"/>
                <c:pt idx="0">
                  <c:v>1</c:v>
                </c:pt>
                <c:pt idx="1">
                  <c:v>1.3</c:v>
                </c:pt>
                <c:pt idx="2">
                  <c:v>1.39</c:v>
                </c:pt>
                <c:pt idx="3">
                  <c:v>1.417</c:v>
                </c:pt>
                <c:pt idx="4">
                  <c:v>1.4251</c:v>
                </c:pt>
                <c:pt idx="5">
                  <c:v>1.42753</c:v>
                </c:pt>
                <c:pt idx="6">
                  <c:v>1.42826</c:v>
                </c:pt>
                <c:pt idx="7">
                  <c:v>1.42848</c:v>
                </c:pt>
                <c:pt idx="8">
                  <c:v>1.42854</c:v>
                </c:pt>
                <c:pt idx="9">
                  <c:v>1.42856</c:v>
                </c:pt>
                <c:pt idx="10">
                  <c:v>1.42857</c:v>
                </c:pt>
                <c:pt idx="11">
                  <c:v>1.42857</c:v>
                </c:pt>
                <c:pt idx="12">
                  <c:v>1.42857</c:v>
                </c:pt>
                <c:pt idx="13">
                  <c:v>1.42857</c:v>
                </c:pt>
                <c:pt idx="14">
                  <c:v>1.42857</c:v>
                </c:pt>
                <c:pt idx="15">
                  <c:v>1.42857</c:v>
                </c:pt>
                <c:pt idx="16">
                  <c:v>1.42857</c:v>
                </c:pt>
                <c:pt idx="17">
                  <c:v>1.42857</c:v>
                </c:pt>
                <c:pt idx="18">
                  <c:v>1.42857</c:v>
                </c:pt>
                <c:pt idx="19">
                  <c:v>1.42857</c:v>
                </c:pt>
                <c:pt idx="20">
                  <c:v>1.42857</c:v>
                </c:pt>
              </c:numCache>
            </c:numRef>
          </c:yVal>
          <c:smooth val="0"/>
        </c:ser>
        <c:dLbls>
          <c:numFmt formatCode="General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scatterChart>
      <c:valAx>
        <c:axId val="2094734554"/>
        <c:scaling>
          <c:orientation val="minMax"/>
          <c:max val="20"/>
          <c:min val="0"/>
        </c:scaling>
        <c:delete val="1"/>
        <c:axPos val="b"/>
        <c:numFmt formatCode="General" sourceLinked="1"/>
        <c:majorTickMark val="none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majorUnit val="5"/>
      </c:valAx>
      <c:valAx>
        <c:axId val="2094734552"/>
        <c:scaling>
          <c:orientation val="minMax"/>
          <c:max val="1.6"/>
          <c:min val="0.8"/>
        </c:scaling>
        <c:delete val="1"/>
        <c:axPos val="l"/>
        <c:numFmt formatCode="General" sourceLinked="0"/>
        <c:majorTickMark val="none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midCat"/>
        <c:majorUnit val="0.2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>
        <c:manualLayout>
          <c:layoutTarget val="inner"/>
          <c:xMode val="edge"/>
          <c:yMode val="edge"/>
          <c:x val="0.08214"/>
          <c:y val="0.04"/>
          <c:w val="0.89322"/>
          <c:h val="0.85455"/>
        </c:manualLayout>
      </c:layout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на тарелке, Pn</c:v>
                </c:pt>
              </c:strCache>
            </c:strRef>
          </c:tx>
          <c:spPr>
            <a:solidFill>
              <a:srgbClr val="52B6FF"/>
            </a:solidFill>
            <a:ln w="50800" cap="flat">
              <a:solidFill>
                <a:srgbClr val="52B6FF"/>
              </a:solidFill>
              <a:prstDash val="solid"/>
              <a:round/>
            </a:ln>
            <a:effectLst/>
          </c:spPr>
          <c:marker>
            <c:symbol val="circle"/>
            <c:size val="8"/>
            <c:spPr>
              <a:solidFill>
                <a:srgbClr val="52B6FF"/>
              </a:solidFill>
              <a:ln w="19050" cap="flat">
                <a:solidFill>
                  <a:srgbClr val="17181B"/>
                </a:solidFill>
                <a:prstDash val="solid"/>
                <a:round/>
              </a:ln>
              <a:effectLst/>
            </c:spPr>
          </c:marker>
          <c:xVal>
            <c:numRef>
              <c:f>Sheet1!$A$2:$A$2</c:f>
              <c:numCache>
                <c:formatCode>General</c:formatCode>
                <c:ptCount val="1"/>
                <c:pt idx="0">
                  <c:v>0</c:v>
                </c:pt>
              </c:numCache>
            </c:numRef>
          </c:xVal>
          <c:yVal>
            <c:numRef>
              <c:f>Sheet1!$B$2:$B$2</c:f>
              <c:numCache>
                <c:formatCode>General</c:formatCode>
                <c:ptCount val="1"/>
                <c:pt idx="0">
                  <c:v>1</c:v>
                </c:pt>
              </c:numCache>
            </c:numRef>
          </c:y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съедено всего, En</c:v>
                </c:pt>
              </c:strCache>
            </c:strRef>
          </c:tx>
          <c:spPr>
            <a:solidFill>
              <a:srgbClr val="FF8A35"/>
            </a:solidFill>
            <a:ln w="50800" cap="flat">
              <a:solidFill>
                <a:srgbClr val="FF8A35"/>
              </a:solidFill>
              <a:prstDash val="solid"/>
              <a:round/>
            </a:ln>
            <a:effectLst/>
          </c:spPr>
          <c:marker>
            <c:symbol val="circle"/>
            <c:size val="8"/>
            <c:spPr>
              <a:solidFill>
                <a:srgbClr val="FF8A35"/>
              </a:solidFill>
              <a:ln w="19050" cap="flat">
                <a:solidFill>
                  <a:srgbClr val="17181B"/>
                </a:solidFill>
                <a:prstDash val="solid"/>
                <a:round/>
              </a:ln>
              <a:effectLst/>
            </c:spPr>
          </c:marker>
          <c:xVal>
            <c:numRef>
              <c:f>Sheet1!$A$2:$A$2</c:f>
              <c:numCache>
                <c:formatCode>General</c:formatCode>
                <c:ptCount val="1"/>
                <c:pt idx="0">
                  <c:v>0</c:v>
                </c:pt>
              </c:numCache>
            </c:numRef>
          </c:xVal>
          <c:yVal>
            <c:numRef>
              <c:f>Sheet1!$C$2:$C$2</c:f>
              <c:numCache>
                <c:formatCode>General</c:formatCode>
                <c:ptCount val="1"/>
                <c:pt idx="0">
                  <c:v>0</c:v>
                </c:pt>
              </c:numCache>
            </c:numRef>
          </c:yVal>
          <c:smooth val="0"/>
        </c:ser>
        <c:dLbls>
          <c:numFmt formatCode="General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scatterChart>
      <c:valAx>
        <c:axId val="2094734554"/>
        <c:scaling>
          <c:orientation val="minMax"/>
          <c:max val="5"/>
          <c:min val="0"/>
        </c:scaling>
        <c:delete val="0"/>
        <c:axPos val="b"/>
        <c:majorGridlines>
          <c:spPr>
            <a:ln w="12700" cap="flat">
              <a:solidFill>
                <a:srgbClr val="2E3034"/>
              </a:solidFill>
              <a:prstDash val="solid"/>
              <a:round/>
            </a:ln>
          </c:spPr>
        </c:majorGridlines>
        <c:numFmt formatCode="0" sourceLinked="1"/>
        <c:majorTickMark val="none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1" i="0" u="none" strike="noStrike">
                <a:solidFill>
                  <a:srgbClr val="A39D90"/>
                </a:solidFill>
                <a:latin typeface="Consola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majorUnit val="1"/>
      </c:valAx>
      <c:valAx>
        <c:axId val="2094734552"/>
        <c:scaling>
          <c:orientation val="minMax"/>
          <c:max val="3"/>
          <c:min val="0"/>
        </c:scaling>
        <c:delete val="1"/>
        <c:axPos val="l"/>
        <c:majorGridlines>
          <c:spPr>
            <a:ln w="12700" cap="flat">
              <a:solidFill>
                <a:srgbClr val="2E3034"/>
              </a:solidFill>
              <a:prstDash val="solid"/>
              <a:round/>
            </a:ln>
          </c:spPr>
        </c:majorGridlines>
        <c:numFmt formatCode="0" sourceLinked="0"/>
        <c:majorTickMark val="none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1" i="0" u="none" strike="noStrike">
                <a:solidFill>
                  <a:srgbClr val="A39D90"/>
                </a:solidFill>
                <a:latin typeface="Consolas"/>
              </a:defRPr>
            </a:pPr>
            <a:endParaRPr lang="en-US"/>
          </a:p>
        </c:txPr>
        <c:crossAx val="2094734554"/>
        <c:crosses val="autoZero"/>
        <c:crossBetween val="midCat"/>
        <c:majorUnit val="1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>
        <c:manualLayout>
          <c:layoutTarget val="inner"/>
          <c:xMode val="edge"/>
          <c:yMode val="edge"/>
          <c:x val="0.10092"/>
          <c:y val="0.0428"/>
          <c:w val="0.79817"/>
          <c:h val="0.9144"/>
        </c:manualLayout>
      </c:layout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на тарелке, Pn</c:v>
                </c:pt>
              </c:strCache>
            </c:strRef>
          </c:tx>
          <c:spPr>
            <a:solidFill>
              <a:srgbClr val="52B6FF"/>
            </a:solidFill>
            <a:ln w="50800" cap="flat">
              <a:solidFill>
                <a:srgbClr val="52B6FF"/>
              </a:solidFill>
              <a:prstDash val="solid"/>
              <a:round/>
            </a:ln>
            <a:effectLst/>
          </c:spPr>
          <c:marker>
            <c:symbol val="circle"/>
            <c:size val="8"/>
            <c:spPr>
              <a:solidFill>
                <a:srgbClr val="52B6FF"/>
              </a:solidFill>
              <a:ln w="19050" cap="flat">
                <a:solidFill>
                  <a:srgbClr val="17181B"/>
                </a:solidFill>
                <a:prstDash val="solid"/>
                <a:round/>
              </a:ln>
              <a:effectLst/>
            </c:spPr>
          </c:marker>
          <c:xVal>
            <c:numRef>
              <c:f>Sheet1!$A$2:$A$3</c:f>
              <c:numCache>
                <c:formatCode>General</c:formatCode>
                <c:ptCount val="2"/>
                <c:pt idx="0">
                  <c:v>0</c:v>
                </c:pt>
                <c:pt idx="1">
                  <c:v>1</c:v>
                </c:pt>
              </c:numCache>
            </c:numRef>
          </c:xVal>
          <c:yVal>
            <c:numRef>
              <c:f>Sheet1!$B$2:$B$3</c:f>
              <c:numCache>
                <c:formatCode>General</c:formatCode>
                <c:ptCount val="2"/>
                <c:pt idx="0">
                  <c:v>1</c:v>
                </c:pt>
                <c:pt idx="1">
                  <c:v>1.3</c:v>
                </c:pt>
              </c:numCache>
            </c:numRef>
          </c:y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съедено всего, En</c:v>
                </c:pt>
              </c:strCache>
            </c:strRef>
          </c:tx>
          <c:spPr>
            <a:solidFill>
              <a:srgbClr val="FF8A35"/>
            </a:solidFill>
            <a:ln w="50800" cap="flat">
              <a:solidFill>
                <a:srgbClr val="FF8A35"/>
              </a:solidFill>
              <a:prstDash val="solid"/>
              <a:round/>
            </a:ln>
            <a:effectLst/>
          </c:spPr>
          <c:marker>
            <c:symbol val="circle"/>
            <c:size val="8"/>
            <c:spPr>
              <a:solidFill>
                <a:srgbClr val="FF8A35"/>
              </a:solidFill>
              <a:ln w="19050" cap="flat">
                <a:solidFill>
                  <a:srgbClr val="17181B"/>
                </a:solidFill>
                <a:prstDash val="solid"/>
                <a:round/>
              </a:ln>
              <a:effectLst/>
            </c:spPr>
          </c:marker>
          <c:xVal>
            <c:numRef>
              <c:f>Sheet1!$A$2:$A$3</c:f>
              <c:numCache>
                <c:formatCode>General</c:formatCode>
                <c:ptCount val="2"/>
                <c:pt idx="0">
                  <c:v>0</c:v>
                </c:pt>
                <c:pt idx="1">
                  <c:v>1</c:v>
                </c:pt>
              </c:numCache>
            </c:numRef>
          </c:xVal>
          <c:yVal>
            <c:numRef>
              <c:f>Sheet1!$C$2:$C$3</c:f>
              <c:numCache>
                <c:formatCode>General</c:formatCode>
                <c:ptCount val="2"/>
                <c:pt idx="0">
                  <c:v>0</c:v>
                </c:pt>
                <c:pt idx="1">
                  <c:v>0.7</c:v>
                </c:pt>
              </c:numCache>
            </c:numRef>
          </c:yVal>
          <c:smooth val="0"/>
        </c:ser>
        <c:dLbls>
          <c:numFmt formatCode="General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scatterChart>
      <c:valAx>
        <c:axId val="2094734554"/>
        <c:scaling>
          <c:orientation val="minMax"/>
          <c:max val="1"/>
          <c:min val="0"/>
        </c:scaling>
        <c:delete val="1"/>
        <c:axPos val="b"/>
        <c:numFmt formatCode="General" sourceLinked="1"/>
        <c:majorTickMark val="none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valAx>
      <c:valAx>
        <c:axId val="2094734552"/>
        <c:scaling>
          <c:orientation val="minMax"/>
          <c:max val="3"/>
          <c:min val="0"/>
        </c:scaling>
        <c:delete val="1"/>
        <c:axPos val="l"/>
        <c:numFmt formatCode="General" sourceLinked="0"/>
        <c:majorTickMark val="none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>
        <c:manualLayout>
          <c:layoutTarget val="inner"/>
          <c:xMode val="edge"/>
          <c:yMode val="edge"/>
          <c:x val="0.10092"/>
          <c:y val="0.0428"/>
          <c:w val="0.79817"/>
          <c:h val="0.9144"/>
        </c:manualLayout>
      </c:layout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на тарелке, Pn</c:v>
                </c:pt>
              </c:strCache>
            </c:strRef>
          </c:tx>
          <c:spPr>
            <a:solidFill>
              <a:srgbClr val="52B6FF"/>
            </a:solidFill>
            <a:ln w="50800" cap="flat">
              <a:solidFill>
                <a:srgbClr val="52B6FF"/>
              </a:solidFill>
              <a:prstDash val="solid"/>
              <a:round/>
            </a:ln>
            <a:effectLst/>
          </c:spPr>
          <c:marker>
            <c:symbol val="circle"/>
            <c:size val="8"/>
            <c:spPr>
              <a:solidFill>
                <a:srgbClr val="52B6FF"/>
              </a:solidFill>
              <a:ln w="19050" cap="flat">
                <a:solidFill>
                  <a:srgbClr val="17181B"/>
                </a:solidFill>
                <a:prstDash val="solid"/>
                <a:round/>
              </a:ln>
              <a:effectLst/>
            </c:spPr>
          </c:marker>
          <c:xVal>
            <c:numRef>
              <c:f>Sheet1!$A$2:$A$3</c:f>
              <c:numCache>
                <c:formatCode>General</c:formatCode>
                <c:ptCount val="2"/>
                <c:pt idx="0">
                  <c:v>1</c:v>
                </c:pt>
                <c:pt idx="1">
                  <c:v>2</c:v>
                </c:pt>
              </c:numCache>
            </c:numRef>
          </c:xVal>
          <c:yVal>
            <c:numRef>
              <c:f>Sheet1!$B$2:$B$3</c:f>
              <c:numCache>
                <c:formatCode>General</c:formatCode>
                <c:ptCount val="2"/>
                <c:pt idx="0">
                  <c:v>1.3</c:v>
                </c:pt>
                <c:pt idx="1">
                  <c:v>1.39</c:v>
                </c:pt>
              </c:numCache>
            </c:numRef>
          </c:y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съедено всего, En</c:v>
                </c:pt>
              </c:strCache>
            </c:strRef>
          </c:tx>
          <c:spPr>
            <a:solidFill>
              <a:srgbClr val="FF8A35"/>
            </a:solidFill>
            <a:ln w="50800" cap="flat">
              <a:solidFill>
                <a:srgbClr val="FF8A35"/>
              </a:solidFill>
              <a:prstDash val="solid"/>
              <a:round/>
            </a:ln>
            <a:effectLst/>
          </c:spPr>
          <c:marker>
            <c:symbol val="circle"/>
            <c:size val="8"/>
            <c:spPr>
              <a:solidFill>
                <a:srgbClr val="FF8A35"/>
              </a:solidFill>
              <a:ln w="19050" cap="flat">
                <a:solidFill>
                  <a:srgbClr val="17181B"/>
                </a:solidFill>
                <a:prstDash val="solid"/>
                <a:round/>
              </a:ln>
              <a:effectLst/>
            </c:spPr>
          </c:marker>
          <c:xVal>
            <c:numRef>
              <c:f>Sheet1!$A$2:$A$3</c:f>
              <c:numCache>
                <c:formatCode>General</c:formatCode>
                <c:ptCount val="2"/>
                <c:pt idx="0">
                  <c:v>1</c:v>
                </c:pt>
                <c:pt idx="1">
                  <c:v>2</c:v>
                </c:pt>
              </c:numCache>
            </c:numRef>
          </c:xVal>
          <c:yVal>
            <c:numRef>
              <c:f>Sheet1!$C$2:$C$3</c:f>
              <c:numCache>
                <c:formatCode>General</c:formatCode>
                <c:ptCount val="2"/>
                <c:pt idx="0">
                  <c:v>0.7</c:v>
                </c:pt>
                <c:pt idx="1">
                  <c:v>1.61</c:v>
                </c:pt>
              </c:numCache>
            </c:numRef>
          </c:yVal>
          <c:smooth val="0"/>
        </c:ser>
        <c:dLbls>
          <c:numFmt formatCode="General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scatterChart>
      <c:valAx>
        <c:axId val="2094734554"/>
        <c:scaling>
          <c:orientation val="minMax"/>
          <c:max val="2"/>
          <c:min val="1"/>
        </c:scaling>
        <c:delete val="1"/>
        <c:axPos val="b"/>
        <c:numFmt formatCode="General" sourceLinked="1"/>
        <c:majorTickMark val="none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valAx>
      <c:valAx>
        <c:axId val="2094734552"/>
        <c:scaling>
          <c:orientation val="minMax"/>
          <c:max val="3"/>
          <c:min val="0"/>
        </c:scaling>
        <c:delete val="1"/>
        <c:axPos val="l"/>
        <c:numFmt formatCode="General" sourceLinked="0"/>
        <c:majorTickMark val="none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>
        <c:manualLayout>
          <c:layoutTarget val="inner"/>
          <c:xMode val="edge"/>
          <c:yMode val="edge"/>
          <c:x val="0.08214"/>
          <c:y val="0.04"/>
          <c:w val="0.89322"/>
          <c:h val="0.85455"/>
        </c:manualLayout>
      </c:layout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на тарелке, Pn</c:v>
                </c:pt>
              </c:strCache>
            </c:strRef>
          </c:tx>
          <c:spPr>
            <a:solidFill>
              <a:srgbClr val="52B6FF"/>
            </a:solidFill>
            <a:ln w="50800" cap="flat">
              <a:solidFill>
                <a:srgbClr val="52B6FF"/>
              </a:solidFill>
              <a:prstDash val="solid"/>
              <a:round/>
            </a:ln>
            <a:effectLst/>
          </c:spPr>
          <c:marker>
            <c:symbol val="circle"/>
            <c:size val="8"/>
            <c:spPr>
              <a:solidFill>
                <a:srgbClr val="52B6FF"/>
              </a:solidFill>
              <a:ln w="19050" cap="flat">
                <a:solidFill>
                  <a:srgbClr val="17181B"/>
                </a:solidFill>
                <a:prstDash val="solid"/>
                <a:round/>
              </a:ln>
              <a:effectLst/>
            </c:spPr>
          </c:marker>
          <c:xVal>
            <c:numRef>
              <c:f>Sheet1!$A$2:$A$4</c:f>
              <c:numCache>
                <c:formatCode>General</c:formatCode>
                <c:ptCount val="3"/>
                <c:pt idx="0">
                  <c:v>0</c:v>
                </c:pt>
                <c:pt idx="1">
                  <c:v>1</c:v>
                </c:pt>
                <c:pt idx="2">
                  <c:v>2</c:v>
                </c:pt>
              </c:numCache>
            </c:numRef>
          </c:xVal>
          <c:yVal>
            <c:numRef>
              <c:f>Sheet1!$B$2:$B$4</c:f>
              <c:numCache>
                <c:formatCode>General</c:formatCode>
                <c:ptCount val="3"/>
                <c:pt idx="0">
                  <c:v>1</c:v>
                </c:pt>
                <c:pt idx="1">
                  <c:v>1.3</c:v>
                </c:pt>
                <c:pt idx="2">
                  <c:v>1.39</c:v>
                </c:pt>
              </c:numCache>
            </c:numRef>
          </c:y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съедено всего, En</c:v>
                </c:pt>
              </c:strCache>
            </c:strRef>
          </c:tx>
          <c:spPr>
            <a:solidFill>
              <a:srgbClr val="FF8A35"/>
            </a:solidFill>
            <a:ln w="50800" cap="flat">
              <a:solidFill>
                <a:srgbClr val="FF8A35"/>
              </a:solidFill>
              <a:prstDash val="solid"/>
              <a:round/>
            </a:ln>
            <a:effectLst/>
          </c:spPr>
          <c:marker>
            <c:symbol val="circle"/>
            <c:size val="8"/>
            <c:spPr>
              <a:solidFill>
                <a:srgbClr val="FF8A35"/>
              </a:solidFill>
              <a:ln w="19050" cap="flat">
                <a:solidFill>
                  <a:srgbClr val="17181B"/>
                </a:solidFill>
                <a:prstDash val="solid"/>
                <a:round/>
              </a:ln>
              <a:effectLst/>
            </c:spPr>
          </c:marker>
          <c:xVal>
            <c:numRef>
              <c:f>Sheet1!$A$2:$A$4</c:f>
              <c:numCache>
                <c:formatCode>General</c:formatCode>
                <c:ptCount val="3"/>
                <c:pt idx="0">
                  <c:v>0</c:v>
                </c:pt>
                <c:pt idx="1">
                  <c:v>1</c:v>
                </c:pt>
                <c:pt idx="2">
                  <c:v>2</c:v>
                </c:pt>
              </c:numCache>
            </c:numRef>
          </c:xVal>
          <c:yVal>
            <c:numRef>
              <c:f>Sheet1!$C$2:$C$4</c:f>
              <c:numCache>
                <c:formatCode>General</c:formatCode>
                <c:ptCount val="3"/>
                <c:pt idx="0">
                  <c:v>0</c:v>
                </c:pt>
                <c:pt idx="1">
                  <c:v>0.7</c:v>
                </c:pt>
                <c:pt idx="2">
                  <c:v>1.61</c:v>
                </c:pt>
              </c:numCache>
            </c:numRef>
          </c:yVal>
          <c:smooth val="0"/>
        </c:ser>
        <c:dLbls>
          <c:numFmt formatCode="General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scatterChart>
      <c:valAx>
        <c:axId val="2094734554"/>
        <c:scaling>
          <c:orientation val="minMax"/>
          <c:max val="5"/>
          <c:min val="0"/>
        </c:scaling>
        <c:delete val="0"/>
        <c:axPos val="b"/>
        <c:majorGridlines>
          <c:spPr>
            <a:ln w="12700" cap="flat">
              <a:solidFill>
                <a:srgbClr val="2E3034"/>
              </a:solidFill>
              <a:prstDash val="solid"/>
              <a:round/>
            </a:ln>
          </c:spPr>
        </c:majorGridlines>
        <c:numFmt formatCode="0" sourceLinked="1"/>
        <c:majorTickMark val="none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1" i="0" u="none" strike="noStrike">
                <a:solidFill>
                  <a:srgbClr val="A39D90"/>
                </a:solidFill>
                <a:latin typeface="Consola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majorUnit val="1"/>
      </c:valAx>
      <c:valAx>
        <c:axId val="2094734552"/>
        <c:scaling>
          <c:orientation val="minMax"/>
          <c:max val="3.72875"/>
          <c:min val="0"/>
        </c:scaling>
        <c:delete val="1"/>
        <c:axPos val="l"/>
        <c:majorGridlines>
          <c:spPr>
            <a:ln w="12700" cap="flat">
              <a:solidFill>
                <a:srgbClr val="2E3034"/>
              </a:solidFill>
              <a:prstDash val="solid"/>
              <a:round/>
            </a:ln>
          </c:spPr>
        </c:majorGridlines>
        <c:numFmt formatCode="0" sourceLinked="0"/>
        <c:majorTickMark val="none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1" i="0" u="none" strike="noStrike">
                <a:solidFill>
                  <a:srgbClr val="A39D90"/>
                </a:solidFill>
                <a:latin typeface="Consolas"/>
              </a:defRPr>
            </a:pPr>
            <a:endParaRPr lang="en-US"/>
          </a:p>
        </c:txPr>
        <c:crossAx val="2094734554"/>
        <c:crosses val="autoZero"/>
        <c:crossBetween val="midCat"/>
        <c:majorUnit val="1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>
        <c:manualLayout>
          <c:layoutTarget val="inner"/>
          <c:xMode val="edge"/>
          <c:yMode val="edge"/>
          <c:x val="0.10092"/>
          <c:y val="0.0428"/>
          <c:w val="0.79817"/>
          <c:h val="0.9144"/>
        </c:manualLayout>
      </c:layout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на тарелке, Pn</c:v>
                </c:pt>
              </c:strCache>
            </c:strRef>
          </c:tx>
          <c:spPr>
            <a:solidFill>
              <a:srgbClr val="52B6FF"/>
            </a:solidFill>
            <a:ln w="50800" cap="flat">
              <a:solidFill>
                <a:srgbClr val="52B6FF"/>
              </a:solidFill>
              <a:prstDash val="solid"/>
              <a:round/>
            </a:ln>
            <a:effectLst/>
          </c:spPr>
          <c:marker>
            <c:symbol val="circle"/>
            <c:size val="8"/>
            <c:spPr>
              <a:solidFill>
                <a:srgbClr val="52B6FF"/>
              </a:solidFill>
              <a:ln w="19050" cap="flat">
                <a:solidFill>
                  <a:srgbClr val="17181B"/>
                </a:solidFill>
                <a:prstDash val="solid"/>
                <a:round/>
              </a:ln>
              <a:effectLst/>
            </c:spPr>
          </c:marker>
          <c:xVal>
            <c:numRef>
              <c:f>Sheet1!$A$2:$A$3</c:f>
              <c:numCache>
                <c:formatCode>General</c:formatCode>
                <c:ptCount val="2"/>
                <c:pt idx="0">
                  <c:v>2</c:v>
                </c:pt>
                <c:pt idx="1">
                  <c:v>3</c:v>
                </c:pt>
              </c:numCache>
            </c:numRef>
          </c:xVal>
          <c:yVal>
            <c:numRef>
              <c:f>Sheet1!$B$2:$B$3</c:f>
              <c:numCache>
                <c:formatCode>General</c:formatCode>
                <c:ptCount val="2"/>
                <c:pt idx="0">
                  <c:v>1.39</c:v>
                </c:pt>
                <c:pt idx="1">
                  <c:v>1.417</c:v>
                </c:pt>
              </c:numCache>
            </c:numRef>
          </c:y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съедено всего, En</c:v>
                </c:pt>
              </c:strCache>
            </c:strRef>
          </c:tx>
          <c:spPr>
            <a:solidFill>
              <a:srgbClr val="FF8A35"/>
            </a:solidFill>
            <a:ln w="50800" cap="flat">
              <a:solidFill>
                <a:srgbClr val="FF8A35"/>
              </a:solidFill>
              <a:prstDash val="solid"/>
              <a:round/>
            </a:ln>
            <a:effectLst/>
          </c:spPr>
          <c:marker>
            <c:symbol val="circle"/>
            <c:size val="8"/>
            <c:spPr>
              <a:solidFill>
                <a:srgbClr val="FF8A35"/>
              </a:solidFill>
              <a:ln w="19050" cap="flat">
                <a:solidFill>
                  <a:srgbClr val="17181B"/>
                </a:solidFill>
                <a:prstDash val="solid"/>
                <a:round/>
              </a:ln>
              <a:effectLst/>
            </c:spPr>
          </c:marker>
          <c:xVal>
            <c:numRef>
              <c:f>Sheet1!$A$2:$A$3</c:f>
              <c:numCache>
                <c:formatCode>General</c:formatCode>
                <c:ptCount val="2"/>
                <c:pt idx="0">
                  <c:v>2</c:v>
                </c:pt>
                <c:pt idx="1">
                  <c:v>3</c:v>
                </c:pt>
              </c:numCache>
            </c:numRef>
          </c:xVal>
          <c:yVal>
            <c:numRef>
              <c:f>Sheet1!$C$2:$C$3</c:f>
              <c:numCache>
                <c:formatCode>General</c:formatCode>
                <c:ptCount val="2"/>
                <c:pt idx="0">
                  <c:v>1.61</c:v>
                </c:pt>
                <c:pt idx="1">
                  <c:v>2.583</c:v>
                </c:pt>
              </c:numCache>
            </c:numRef>
          </c:yVal>
          <c:smooth val="0"/>
        </c:ser>
        <c:dLbls>
          <c:numFmt formatCode="General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scatterChart>
      <c:valAx>
        <c:axId val="2094734554"/>
        <c:scaling>
          <c:orientation val="minMax"/>
          <c:max val="3"/>
          <c:min val="2"/>
        </c:scaling>
        <c:delete val="1"/>
        <c:axPos val="b"/>
        <c:numFmt formatCode="General" sourceLinked="1"/>
        <c:majorTickMark val="none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valAx>
      <c:valAx>
        <c:axId val="2094734552"/>
        <c:scaling>
          <c:orientation val="minMax"/>
          <c:max val="3.72875"/>
          <c:min val="0"/>
        </c:scaling>
        <c:delete val="1"/>
        <c:axPos val="l"/>
        <c:numFmt formatCode="General" sourceLinked="0"/>
        <c:majorTickMark val="none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>
        <c:manualLayout>
          <c:layoutTarget val="inner"/>
          <c:xMode val="edge"/>
          <c:yMode val="edge"/>
          <c:x val="0.08214"/>
          <c:y val="0.04"/>
          <c:w val="0.89322"/>
          <c:h val="0.85455"/>
        </c:manualLayout>
      </c:layout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на тарелке, Pn</c:v>
                </c:pt>
              </c:strCache>
            </c:strRef>
          </c:tx>
          <c:spPr>
            <a:solidFill>
              <a:srgbClr val="52B6FF"/>
            </a:solidFill>
            <a:ln w="50800" cap="flat">
              <a:solidFill>
                <a:srgbClr val="52B6FF"/>
              </a:solidFill>
              <a:prstDash val="solid"/>
              <a:round/>
            </a:ln>
            <a:effectLst/>
          </c:spPr>
          <c:marker>
            <c:symbol val="circle"/>
            <c:size val="8"/>
            <c:spPr>
              <a:solidFill>
                <a:srgbClr val="52B6FF"/>
              </a:solidFill>
              <a:ln w="19050" cap="flat">
                <a:solidFill>
                  <a:srgbClr val="17181B"/>
                </a:solidFill>
                <a:prstDash val="solid"/>
                <a:round/>
              </a:ln>
              <a:effectLst/>
            </c:spPr>
          </c:marker>
          <c:xVal>
            <c:numRef>
              <c:f>Sheet1!$A$2:$A$5</c:f>
              <c:numCache>
                <c:formatCode>General</c:formatCode>
                <c:ptCount val="4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</c:numCache>
            </c:numRef>
          </c:xVal>
          <c:yVal>
            <c:numRef>
              <c:f>Sheet1!$B$2:$B$5</c:f>
              <c:numCache>
                <c:formatCode>General</c:formatCode>
                <c:ptCount val="4"/>
                <c:pt idx="0">
                  <c:v>1</c:v>
                </c:pt>
                <c:pt idx="1">
                  <c:v>1.3</c:v>
                </c:pt>
                <c:pt idx="2">
                  <c:v>1.39</c:v>
                </c:pt>
                <c:pt idx="3">
                  <c:v>1.417</c:v>
                </c:pt>
              </c:numCache>
            </c:numRef>
          </c:y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съедено всего, En</c:v>
                </c:pt>
              </c:strCache>
            </c:strRef>
          </c:tx>
          <c:spPr>
            <a:solidFill>
              <a:srgbClr val="FF8A35"/>
            </a:solidFill>
            <a:ln w="50800" cap="flat">
              <a:solidFill>
                <a:srgbClr val="FF8A35"/>
              </a:solidFill>
              <a:prstDash val="solid"/>
              <a:round/>
            </a:ln>
            <a:effectLst/>
          </c:spPr>
          <c:marker>
            <c:symbol val="circle"/>
            <c:size val="8"/>
            <c:spPr>
              <a:solidFill>
                <a:srgbClr val="FF8A35"/>
              </a:solidFill>
              <a:ln w="19050" cap="flat">
                <a:solidFill>
                  <a:srgbClr val="17181B"/>
                </a:solidFill>
                <a:prstDash val="solid"/>
                <a:round/>
              </a:ln>
              <a:effectLst/>
            </c:spPr>
          </c:marker>
          <c:xVal>
            <c:numRef>
              <c:f>Sheet1!$A$2:$A$5</c:f>
              <c:numCache>
                <c:formatCode>General</c:formatCode>
                <c:ptCount val="4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</c:numCache>
            </c:numRef>
          </c:xVal>
          <c:yVal>
            <c:numRef>
              <c:f>Sheet1!$C$2:$C$5</c:f>
              <c:numCache>
                <c:formatCode>General</c:formatCode>
                <c:ptCount val="4"/>
                <c:pt idx="0">
                  <c:v>0</c:v>
                </c:pt>
                <c:pt idx="1">
                  <c:v>0.7</c:v>
                </c:pt>
                <c:pt idx="2">
                  <c:v>1.61</c:v>
                </c:pt>
                <c:pt idx="3">
                  <c:v>2.583</c:v>
                </c:pt>
              </c:numCache>
            </c:numRef>
          </c:yVal>
          <c:smooth val="0"/>
        </c:ser>
        <c:dLbls>
          <c:numFmt formatCode="General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scatterChart>
      <c:valAx>
        <c:axId val="2094734554"/>
        <c:scaling>
          <c:orientation val="minMax"/>
          <c:max val="5"/>
          <c:min val="0"/>
        </c:scaling>
        <c:delete val="0"/>
        <c:axPos val="b"/>
        <c:majorGridlines>
          <c:spPr>
            <a:ln w="12700" cap="flat">
              <a:solidFill>
                <a:srgbClr val="2E3034"/>
              </a:solidFill>
              <a:prstDash val="solid"/>
              <a:round/>
            </a:ln>
          </c:spPr>
        </c:majorGridlines>
        <c:numFmt formatCode="0" sourceLinked="1"/>
        <c:majorTickMark val="none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1" i="0" u="none" strike="noStrike">
                <a:solidFill>
                  <a:srgbClr val="A39D90"/>
                </a:solidFill>
                <a:latin typeface="Consola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majorUnit val="1"/>
      </c:valAx>
      <c:valAx>
        <c:axId val="2094734552"/>
        <c:scaling>
          <c:orientation val="minMax"/>
          <c:max val="4.96863"/>
          <c:min val="0"/>
        </c:scaling>
        <c:delete val="1"/>
        <c:axPos val="l"/>
        <c:majorGridlines>
          <c:spPr>
            <a:ln w="12700" cap="flat">
              <a:solidFill>
                <a:srgbClr val="2E3034"/>
              </a:solidFill>
              <a:prstDash val="solid"/>
              <a:round/>
            </a:ln>
          </c:spPr>
        </c:majorGridlines>
        <c:numFmt formatCode="0" sourceLinked="0"/>
        <c:majorTickMark val="none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1" i="0" u="none" strike="noStrike">
                <a:solidFill>
                  <a:srgbClr val="A39D90"/>
                </a:solidFill>
                <a:latin typeface="Consolas"/>
              </a:defRPr>
            </a:pPr>
            <a:endParaRPr lang="en-US"/>
          </a:p>
        </c:txPr>
        <c:crossAx val="2094734554"/>
        <c:crosses val="autoZero"/>
        <c:crossBetween val="midCat"/>
        <c:majorUnit val="1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>
        <c:manualLayout>
          <c:layoutTarget val="inner"/>
          <c:xMode val="edge"/>
          <c:yMode val="edge"/>
          <c:x val="0.10092"/>
          <c:y val="0.0428"/>
          <c:w val="0.79817"/>
          <c:h val="0.9144"/>
        </c:manualLayout>
      </c:layout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на тарелке, Pn</c:v>
                </c:pt>
              </c:strCache>
            </c:strRef>
          </c:tx>
          <c:spPr>
            <a:solidFill>
              <a:srgbClr val="52B6FF"/>
            </a:solidFill>
            <a:ln w="50800" cap="flat">
              <a:solidFill>
                <a:srgbClr val="52B6FF"/>
              </a:solidFill>
              <a:prstDash val="solid"/>
              <a:round/>
            </a:ln>
            <a:effectLst/>
          </c:spPr>
          <c:marker>
            <c:symbol val="circle"/>
            <c:size val="8"/>
            <c:spPr>
              <a:solidFill>
                <a:srgbClr val="52B6FF"/>
              </a:solidFill>
              <a:ln w="19050" cap="flat">
                <a:solidFill>
                  <a:srgbClr val="17181B"/>
                </a:solidFill>
                <a:prstDash val="solid"/>
                <a:round/>
              </a:ln>
              <a:effectLst/>
            </c:spPr>
          </c:marker>
          <c:xVal>
            <c:numRef>
              <c:f>Sheet1!$A$2:$A$3</c:f>
              <c:numCache>
                <c:formatCode>General</c:formatCode>
                <c:ptCount val="2"/>
                <c:pt idx="0">
                  <c:v>3</c:v>
                </c:pt>
                <c:pt idx="1">
                  <c:v>4</c:v>
                </c:pt>
              </c:numCache>
            </c:numRef>
          </c:xVal>
          <c:yVal>
            <c:numRef>
              <c:f>Sheet1!$B$2:$B$3</c:f>
              <c:numCache>
                <c:formatCode>General</c:formatCode>
                <c:ptCount val="2"/>
                <c:pt idx="0">
                  <c:v>1.417</c:v>
                </c:pt>
                <c:pt idx="1">
                  <c:v>1.4251</c:v>
                </c:pt>
              </c:numCache>
            </c:numRef>
          </c:y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съедено всего, En</c:v>
                </c:pt>
              </c:strCache>
            </c:strRef>
          </c:tx>
          <c:spPr>
            <a:solidFill>
              <a:srgbClr val="FF8A35"/>
            </a:solidFill>
            <a:ln w="50800" cap="flat">
              <a:solidFill>
                <a:srgbClr val="FF8A35"/>
              </a:solidFill>
              <a:prstDash val="solid"/>
              <a:round/>
            </a:ln>
            <a:effectLst/>
          </c:spPr>
          <c:marker>
            <c:symbol val="circle"/>
            <c:size val="8"/>
            <c:spPr>
              <a:solidFill>
                <a:srgbClr val="FF8A35"/>
              </a:solidFill>
              <a:ln w="19050" cap="flat">
                <a:solidFill>
                  <a:srgbClr val="17181B"/>
                </a:solidFill>
                <a:prstDash val="solid"/>
                <a:round/>
              </a:ln>
              <a:effectLst/>
            </c:spPr>
          </c:marker>
          <c:xVal>
            <c:numRef>
              <c:f>Sheet1!$A$2:$A$3</c:f>
              <c:numCache>
                <c:formatCode>General</c:formatCode>
                <c:ptCount val="2"/>
                <c:pt idx="0">
                  <c:v>3</c:v>
                </c:pt>
                <c:pt idx="1">
                  <c:v>4</c:v>
                </c:pt>
              </c:numCache>
            </c:numRef>
          </c:xVal>
          <c:yVal>
            <c:numRef>
              <c:f>Sheet1!$C$2:$C$3</c:f>
              <c:numCache>
                <c:formatCode>General</c:formatCode>
                <c:ptCount val="2"/>
                <c:pt idx="0">
                  <c:v>2.583</c:v>
                </c:pt>
                <c:pt idx="1">
                  <c:v>3.5749</c:v>
                </c:pt>
              </c:numCache>
            </c:numRef>
          </c:yVal>
          <c:smooth val="0"/>
        </c:ser>
        <c:dLbls>
          <c:numFmt formatCode="General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scatterChart>
      <c:valAx>
        <c:axId val="2094734554"/>
        <c:scaling>
          <c:orientation val="minMax"/>
          <c:max val="4"/>
          <c:min val="3"/>
        </c:scaling>
        <c:delete val="1"/>
        <c:axPos val="b"/>
        <c:numFmt formatCode="General" sourceLinked="1"/>
        <c:majorTickMark val="none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valAx>
      <c:valAx>
        <c:axId val="2094734552"/>
        <c:scaling>
          <c:orientation val="minMax"/>
          <c:max val="4.96863"/>
          <c:min val="0"/>
        </c:scaling>
        <c:delete val="1"/>
        <c:axPos val="l"/>
        <c:numFmt formatCode="General" sourceLinked="0"/>
        <c:majorTickMark val="none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>
        <c:manualLayout>
          <c:layoutTarget val="inner"/>
          <c:xMode val="edge"/>
          <c:yMode val="edge"/>
          <c:x val="0.08214"/>
          <c:y val="0.04"/>
          <c:w val="0.89322"/>
          <c:h val="0.85455"/>
        </c:manualLayout>
      </c:layout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на тарелке, Pn</c:v>
                </c:pt>
              </c:strCache>
            </c:strRef>
          </c:tx>
          <c:spPr>
            <a:solidFill>
              <a:srgbClr val="52B6FF"/>
            </a:solidFill>
            <a:ln w="50800" cap="flat">
              <a:solidFill>
                <a:srgbClr val="52B6FF"/>
              </a:solidFill>
              <a:prstDash val="solid"/>
              <a:round/>
            </a:ln>
            <a:effectLst/>
          </c:spPr>
          <c:marker>
            <c:symbol val="circle"/>
            <c:size val="8"/>
            <c:spPr>
              <a:solidFill>
                <a:srgbClr val="52B6FF"/>
              </a:solidFill>
              <a:ln w="19050" cap="flat">
                <a:solidFill>
                  <a:srgbClr val="17181B"/>
                </a:solidFill>
                <a:prstDash val="solid"/>
                <a:round/>
              </a:ln>
              <a:effectLst/>
            </c:spPr>
          </c:marker>
          <c:xVal>
            <c:numRef>
              <c:f>Sheet1!$A$2:$A$6</c:f>
              <c:numCache>
                <c:formatCode>General</c:formatCode>
                <c:ptCount val="5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</c:numCache>
            </c:numRef>
          </c:xVal>
          <c:yVal>
            <c:numRef>
              <c:f>Sheet1!$B$2:$B$6</c:f>
              <c:numCache>
                <c:formatCode>General</c:formatCode>
                <c:ptCount val="5"/>
                <c:pt idx="0">
                  <c:v>1</c:v>
                </c:pt>
                <c:pt idx="1">
                  <c:v>1.3</c:v>
                </c:pt>
                <c:pt idx="2">
                  <c:v>1.39</c:v>
                </c:pt>
                <c:pt idx="3">
                  <c:v>1.417</c:v>
                </c:pt>
                <c:pt idx="4">
                  <c:v>1.4251</c:v>
                </c:pt>
              </c:numCache>
            </c:numRef>
          </c:y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съедено всего, En</c:v>
                </c:pt>
              </c:strCache>
            </c:strRef>
          </c:tx>
          <c:spPr>
            <a:solidFill>
              <a:srgbClr val="FF8A35"/>
            </a:solidFill>
            <a:ln w="50800" cap="flat">
              <a:solidFill>
                <a:srgbClr val="FF8A35"/>
              </a:solidFill>
              <a:prstDash val="solid"/>
              <a:round/>
            </a:ln>
            <a:effectLst/>
          </c:spPr>
          <c:marker>
            <c:symbol val="circle"/>
            <c:size val="8"/>
            <c:spPr>
              <a:solidFill>
                <a:srgbClr val="FF8A35"/>
              </a:solidFill>
              <a:ln w="19050" cap="flat">
                <a:solidFill>
                  <a:srgbClr val="17181B"/>
                </a:solidFill>
                <a:prstDash val="solid"/>
                <a:round/>
              </a:ln>
              <a:effectLst/>
            </c:spPr>
          </c:marker>
          <c:xVal>
            <c:numRef>
              <c:f>Sheet1!$A$2:$A$6</c:f>
              <c:numCache>
                <c:formatCode>General</c:formatCode>
                <c:ptCount val="5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</c:numCache>
            </c:numRef>
          </c:xVal>
          <c:yVal>
            <c:numRef>
              <c:f>Sheet1!$C$2:$C$6</c:f>
              <c:numCache>
                <c:formatCode>General</c:formatCode>
                <c:ptCount val="5"/>
                <c:pt idx="0">
                  <c:v>0</c:v>
                </c:pt>
                <c:pt idx="1">
                  <c:v>0.7</c:v>
                </c:pt>
                <c:pt idx="2">
                  <c:v>1.61</c:v>
                </c:pt>
                <c:pt idx="3">
                  <c:v>2.583</c:v>
                </c:pt>
                <c:pt idx="4">
                  <c:v>3.5749</c:v>
                </c:pt>
              </c:numCache>
            </c:numRef>
          </c:yVal>
          <c:smooth val="0"/>
        </c:ser>
        <c:dLbls>
          <c:numFmt formatCode="General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scatterChart>
      <c:valAx>
        <c:axId val="2094734554"/>
        <c:scaling>
          <c:orientation val="minMax"/>
          <c:max val="21"/>
          <c:min val="0"/>
        </c:scaling>
        <c:delete val="0"/>
        <c:axPos val="b"/>
        <c:majorGridlines>
          <c:spPr>
            <a:ln w="12700" cap="flat">
              <a:solidFill>
                <a:srgbClr val="2E3034"/>
              </a:solidFill>
              <a:prstDash val="solid"/>
              <a:round/>
            </a:ln>
          </c:spPr>
        </c:majorGridlines>
        <c:numFmt formatCode="0" sourceLinked="1"/>
        <c:majorTickMark val="none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1" i="0" u="none" strike="noStrike">
                <a:solidFill>
                  <a:srgbClr val="A39D90"/>
                </a:solidFill>
                <a:latin typeface="Consola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majorUnit val="5"/>
      </c:valAx>
      <c:valAx>
        <c:axId val="2094734552"/>
        <c:scaling>
          <c:orientation val="minMax"/>
          <c:max val="24.96429"/>
          <c:min val="0"/>
        </c:scaling>
        <c:delete val="1"/>
        <c:axPos val="l"/>
        <c:majorGridlines>
          <c:spPr>
            <a:ln w="12700" cap="flat">
              <a:solidFill>
                <a:srgbClr val="2E3034"/>
              </a:solidFill>
              <a:prstDash val="solid"/>
              <a:round/>
            </a:ln>
          </c:spPr>
        </c:majorGridlines>
        <c:numFmt formatCode="0" sourceLinked="0"/>
        <c:majorTickMark val="none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1" i="0" u="none" strike="noStrike">
                <a:solidFill>
                  <a:srgbClr val="A39D90"/>
                </a:solidFill>
                <a:latin typeface="Consolas"/>
              </a:defRPr>
            </a:pPr>
            <a:endParaRPr lang="en-US"/>
          </a:p>
        </c:txPr>
        <c:crossAx val="2094734554"/>
        <c:crosses val="autoZero"/>
        <c:crossBetween val="midCat"/>
        <c:majorUnit val="5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>
        <c:manualLayout>
          <c:layoutTarget val="inner"/>
          <c:xMode val="edge"/>
          <c:yMode val="edge"/>
          <c:x val="0.03112"/>
          <c:y val="0.0428"/>
          <c:w val="0.93775"/>
          <c:h val="0.9144"/>
        </c:manualLayout>
      </c:layout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на тарелке, Pn</c:v>
                </c:pt>
              </c:strCache>
            </c:strRef>
          </c:tx>
          <c:spPr>
            <a:solidFill>
              <a:srgbClr val="52B6FF"/>
            </a:solidFill>
            <a:ln w="50800" cap="flat">
              <a:solidFill>
                <a:srgbClr val="52B6FF"/>
              </a:solidFill>
              <a:prstDash val="solid"/>
              <a:round/>
            </a:ln>
            <a:effectLst/>
          </c:spPr>
          <c:marker>
            <c:symbol val="circle"/>
            <c:size val="8"/>
            <c:spPr>
              <a:solidFill>
                <a:srgbClr val="52B6FF"/>
              </a:solidFill>
              <a:ln w="19050" cap="flat">
                <a:solidFill>
                  <a:srgbClr val="17181B"/>
                </a:solidFill>
                <a:prstDash val="solid"/>
                <a:round/>
              </a:ln>
              <a:effectLst/>
            </c:spPr>
          </c:marker>
          <c:xVal>
            <c:numRef>
              <c:f>Sheet1!$A$2:$A$18</c:f>
              <c:numCache>
                <c:formatCode>General</c:formatCode>
                <c:ptCount val="17"/>
                <c:pt idx="0">
                  <c:v>4</c:v>
                </c:pt>
                <c:pt idx="1">
                  <c:v>5</c:v>
                </c:pt>
                <c:pt idx="2">
                  <c:v>6</c:v>
                </c:pt>
                <c:pt idx="3">
                  <c:v>7</c:v>
                </c:pt>
                <c:pt idx="4">
                  <c:v>8</c:v>
                </c:pt>
                <c:pt idx="5">
                  <c:v>9</c:v>
                </c:pt>
                <c:pt idx="6">
                  <c:v>10</c:v>
                </c:pt>
                <c:pt idx="7">
                  <c:v>11</c:v>
                </c:pt>
                <c:pt idx="8">
                  <c:v>12</c:v>
                </c:pt>
                <c:pt idx="9">
                  <c:v>13</c:v>
                </c:pt>
                <c:pt idx="10">
                  <c:v>14</c:v>
                </c:pt>
                <c:pt idx="11">
                  <c:v>15</c:v>
                </c:pt>
                <c:pt idx="12">
                  <c:v>16</c:v>
                </c:pt>
                <c:pt idx="13">
                  <c:v>17</c:v>
                </c:pt>
                <c:pt idx="14">
                  <c:v>18</c:v>
                </c:pt>
                <c:pt idx="15">
                  <c:v>19</c:v>
                </c:pt>
                <c:pt idx="16">
                  <c:v>20</c:v>
                </c:pt>
              </c:numCache>
            </c:numRef>
          </c:xVal>
          <c:yVal>
            <c:numRef>
              <c:f>Sheet1!$B$2:$B$18</c:f>
              <c:numCache>
                <c:formatCode>General</c:formatCode>
                <c:ptCount val="17"/>
                <c:pt idx="0">
                  <c:v>1.4251</c:v>
                </c:pt>
                <c:pt idx="1">
                  <c:v>1.4275</c:v>
                </c:pt>
                <c:pt idx="2">
                  <c:v>1.4283</c:v>
                </c:pt>
                <c:pt idx="3">
                  <c:v>1.4285</c:v>
                </c:pt>
                <c:pt idx="4">
                  <c:v>1.4285</c:v>
                </c:pt>
                <c:pt idx="5">
                  <c:v>1.4286</c:v>
                </c:pt>
                <c:pt idx="6">
                  <c:v>1.4286</c:v>
                </c:pt>
                <c:pt idx="7">
                  <c:v>1.4286</c:v>
                </c:pt>
                <c:pt idx="8">
                  <c:v>1.4286</c:v>
                </c:pt>
                <c:pt idx="9">
                  <c:v>1.4286</c:v>
                </c:pt>
                <c:pt idx="10">
                  <c:v>1.4286</c:v>
                </c:pt>
                <c:pt idx="11">
                  <c:v>1.4286</c:v>
                </c:pt>
                <c:pt idx="12">
                  <c:v>1.4286</c:v>
                </c:pt>
                <c:pt idx="13">
                  <c:v>1.4286</c:v>
                </c:pt>
                <c:pt idx="14">
                  <c:v>1.4286</c:v>
                </c:pt>
                <c:pt idx="15">
                  <c:v>1.4286</c:v>
                </c:pt>
                <c:pt idx="16">
                  <c:v>1.4286</c:v>
                </c:pt>
              </c:numCache>
            </c:numRef>
          </c:y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съедено всего, En</c:v>
                </c:pt>
              </c:strCache>
            </c:strRef>
          </c:tx>
          <c:spPr>
            <a:solidFill>
              <a:srgbClr val="FF8A35"/>
            </a:solidFill>
            <a:ln w="50800" cap="flat">
              <a:solidFill>
                <a:srgbClr val="FF8A35"/>
              </a:solidFill>
              <a:prstDash val="solid"/>
              <a:round/>
            </a:ln>
            <a:effectLst/>
          </c:spPr>
          <c:marker>
            <c:symbol val="circle"/>
            <c:size val="8"/>
            <c:spPr>
              <a:solidFill>
                <a:srgbClr val="FF8A35"/>
              </a:solidFill>
              <a:ln w="19050" cap="flat">
                <a:solidFill>
                  <a:srgbClr val="17181B"/>
                </a:solidFill>
                <a:prstDash val="solid"/>
                <a:round/>
              </a:ln>
              <a:effectLst/>
            </c:spPr>
          </c:marker>
          <c:xVal>
            <c:numRef>
              <c:f>Sheet1!$A$2:$A$18</c:f>
              <c:numCache>
                <c:formatCode>General</c:formatCode>
                <c:ptCount val="17"/>
                <c:pt idx="0">
                  <c:v>4</c:v>
                </c:pt>
                <c:pt idx="1">
                  <c:v>5</c:v>
                </c:pt>
                <c:pt idx="2">
                  <c:v>6</c:v>
                </c:pt>
                <c:pt idx="3">
                  <c:v>7</c:v>
                </c:pt>
                <c:pt idx="4">
                  <c:v>8</c:v>
                </c:pt>
                <c:pt idx="5">
                  <c:v>9</c:v>
                </c:pt>
                <c:pt idx="6">
                  <c:v>10</c:v>
                </c:pt>
                <c:pt idx="7">
                  <c:v>11</c:v>
                </c:pt>
                <c:pt idx="8">
                  <c:v>12</c:v>
                </c:pt>
                <c:pt idx="9">
                  <c:v>13</c:v>
                </c:pt>
                <c:pt idx="10">
                  <c:v>14</c:v>
                </c:pt>
                <c:pt idx="11">
                  <c:v>15</c:v>
                </c:pt>
                <c:pt idx="12">
                  <c:v>16</c:v>
                </c:pt>
                <c:pt idx="13">
                  <c:v>17</c:v>
                </c:pt>
                <c:pt idx="14">
                  <c:v>18</c:v>
                </c:pt>
                <c:pt idx="15">
                  <c:v>19</c:v>
                </c:pt>
                <c:pt idx="16">
                  <c:v>20</c:v>
                </c:pt>
              </c:numCache>
            </c:numRef>
          </c:xVal>
          <c:yVal>
            <c:numRef>
              <c:f>Sheet1!$C$2:$C$18</c:f>
              <c:numCache>
                <c:formatCode>General</c:formatCode>
                <c:ptCount val="17"/>
                <c:pt idx="0">
                  <c:v>3.5749</c:v>
                </c:pt>
                <c:pt idx="1">
                  <c:v>4.5725</c:v>
                </c:pt>
                <c:pt idx="2">
                  <c:v>5.5717</c:v>
                </c:pt>
                <c:pt idx="3">
                  <c:v>6.5715</c:v>
                </c:pt>
                <c:pt idx="4">
                  <c:v>7.5715</c:v>
                </c:pt>
                <c:pt idx="5">
                  <c:v>8.5714</c:v>
                </c:pt>
                <c:pt idx="6">
                  <c:v>9.5714</c:v>
                </c:pt>
                <c:pt idx="7">
                  <c:v>10.5714</c:v>
                </c:pt>
                <c:pt idx="8">
                  <c:v>11.5714</c:v>
                </c:pt>
                <c:pt idx="9">
                  <c:v>12.5714</c:v>
                </c:pt>
                <c:pt idx="10">
                  <c:v>13.5714</c:v>
                </c:pt>
                <c:pt idx="11">
                  <c:v>14.5714</c:v>
                </c:pt>
                <c:pt idx="12">
                  <c:v>15.5714</c:v>
                </c:pt>
                <c:pt idx="13">
                  <c:v>16.5714</c:v>
                </c:pt>
                <c:pt idx="14">
                  <c:v>17.5714</c:v>
                </c:pt>
                <c:pt idx="15">
                  <c:v>18.5714</c:v>
                </c:pt>
                <c:pt idx="16">
                  <c:v>19.5714</c:v>
                </c:pt>
              </c:numCache>
            </c:numRef>
          </c:yVal>
          <c:smooth val="0"/>
        </c:ser>
        <c:dLbls>
          <c:numFmt formatCode="General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scatterChart>
      <c:valAx>
        <c:axId val="2094734554"/>
        <c:scaling>
          <c:orientation val="minMax"/>
          <c:max val="20"/>
          <c:min val="4"/>
        </c:scaling>
        <c:delete val="1"/>
        <c:axPos val="b"/>
        <c:numFmt formatCode="General" sourceLinked="1"/>
        <c:majorTickMark val="none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valAx>
      <c:valAx>
        <c:axId val="2094734552"/>
        <c:scaling>
          <c:orientation val="minMax"/>
          <c:max val="24.96429"/>
          <c:min val="0"/>
        </c:scaling>
        <c:delete val="1"/>
        <c:axPos val="l"/>
        <c:numFmt formatCode="General" sourceLinked="0"/>
        <c:majorTickMark val="none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Время: 0:00–0:25</a:t>
            </a:r>
          </a:p>
          <a:p>
            <a:r>
              <a:rPr lang="ru-RU" dirty="0"/>
              <a:t>[0:00] «Добрый день! Меня зовут Эркинбой. Я лингвист из Узбекистана, с 2014 года живу в Петербурге. И все эти годы изучаю одно явление: почему из узбекского дома невозможно уйти голодным.»</a:t>
            </a:r>
          </a:p>
          <a:p>
            <a:r>
              <a:rPr lang="ru-RU" dirty="0"/>
              <a:t>[НАЖАТЬ] «Начать эксперимент» (или →). Три строки появятся по очереди (≈1,5 с); если нажать → раньше, все строки появятся сразу.</a:t>
            </a:r>
          </a:p>
          <a:p>
            <a:r>
              <a:rPr lang="ru-RU" dirty="0"/>
              <a:t>[0:15] «Сразу о методологии. Исследование проводилось на людях. Точнее, на одном человеке. На мне.» (Пауза на смех, затем →.)</a:t>
            </a:r>
          </a:p>
          <a:p>
            <a:r>
              <a:rPr lang="ru-RU" dirty="0"/>
              <a:t/>
            </a:r>
          </a:p>
          <a:p>
            <a:r>
              <a:rPr lang="ru-RU" dirty="0"/>
              <a:t>PowerPoint: один щелчок (или →, PageDown, кликер) — «Начать эксперимент»; три строки появятся сами. Следующий щелчок — слайд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Время: 0:25–1:10</a:t>
            </a:r>
          </a:p>
          <a:p>
            <a:r>
              <a:rPr lang="ru-RU" dirty="0"/>
              <a:t>[0:25] «Начнём с гипотез. Что российские студенты знают об узбеках? Три научные гипотезы. Проверим.»</a:t>
            </a:r>
          </a:p>
          <a:p>
            <a:r>
              <a:rPr lang="ru-RU" dirty="0"/>
              <a:t>[НАЖАТЬ] карточку 1 (или → / клавиша 1). «Все узбеки из Ташкента?» Печать «ОПРОВЕРГНУТО», карта с городами. «Ташкент — столица. Но есть ещё Самарканд, Бухара, Хива… Опровергнуто.»</a:t>
            </a:r>
          </a:p>
          <a:p>
            <a:r>
              <a:rPr lang="ru-RU" dirty="0"/>
              <a:t>[НАЖАТЬ] карточку 2 (или →). «У узбеков много родственников?» Древо вырывается на весь экран и остаётся. «Это уже не семья. Это научная выборка.» (Пауза на смех.)</a:t>
            </a:r>
          </a:p>
          <a:p>
            <a:r>
              <a:rPr lang="ru-RU" dirty="0"/>
              <a:t>[НАЖАТЬ →] (или клик по древу) — древо возвращается в карточку, печать. «Подтверждено в рамках семейного исследования.»</a:t>
            </a:r>
          </a:p>
          <a:p>
            <a:r>
              <a:rPr lang="ru-RU" dirty="0"/>
              <a:t>[НАЖАТЬ] карточку 3 (или →). «Узбеки постоянно едят плов? Это не стереотип. Это нематериальное культурное наследие человечества — ЮНЕСКО, 2016 год.»</a:t>
            </a:r>
          </a:p>
          <a:p>
            <a:r>
              <a:rPr lang="ru-RU" dirty="0"/>
              <a:t>[НАЖАТЬ →] (или «Сформулировать вывод»). «Вывод: стереотипы необходимо оформлять по ГОСТу.» (Затем → к следующему слайду.)</a:t>
            </a:r>
          </a:p>
          <a:p>
            <a:r>
              <a:rPr lang="ru-RU" dirty="0"/>
              <a:t>Мышью: клик по карточкам в любом порядке (или клавиши 1/2/3), затем «Сформулировать вывод». Повторный клик по открытой карточке — печать стучит ещё раз. Нажатие во время анимации сразу её завершает.</a:t>
            </a:r>
          </a:p>
          <a:p>
            <a:r>
              <a:rPr lang="ru-RU" dirty="0"/>
              <a:t/>
            </a:r>
          </a:p>
          <a:p>
            <a:r>
              <a:rPr lang="ru-RU" dirty="0"/>
              <a:t>PowerPoint: 5 щелчков (→, PageDown, кликер или щелчок мышью по свободному месту). 1 — карточка 1: карта и печать «ОПРОВЕРГНУТО». 2 — карточка 2: древо вырывается на весь экран, счётчик выборки, «Это уже не семья. Это научная выборка.» (пауза на смех). 3 — древо возвращается в карточку, печать «ПОДТВЕРЖДЕНО». 4 — карточка 3: медаль, ляган, печать ЮНЕСКО и кнопка «Сформулировать вывод». 5 — лист «по ГОСТу». В PowerPoint карточки открываются только по порядку (клавиши 1/2/3 не работают). Щелчок мышью по любой печати — она стучит ещё раз (слайд при этом не листается). Следующий щелчок — слайд 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Время: 1:10–1:50</a:t>
            </a:r>
          </a:p>
          <a:p>
            <a:r>
              <a:rPr lang="ru-RU" dirty="0"/>
              <a:t>[1:10] «Эксперимент номер один. Вопрос простой: работает ли отказ от еды? Гость вежливо говорит: „Нет, спасибо“.»</a:t>
            </a:r>
          </a:p>
          <a:p>
            <a:r>
              <a:rPr lang="ru-RU" dirty="0"/>
              <a:t>[НАЖАТЬ] «НЕТ, СПАСИБО» (или →) — бабушка добавляет плов. «Отказ номер один. Начало переговоров.»</a:t>
            </a:r>
          </a:p>
          <a:p>
            <a:r>
              <a:rPr lang="ru-RU" dirty="0"/>
              <a:t>[НАЖАТЬ] ещё раз — порция растёт. «Отказ номер два. Активизация гостеприимства.»</a:t>
            </a:r>
          </a:p>
          <a:p>
            <a:r>
              <a:rPr lang="ru-RU" dirty="0"/>
              <a:t>[НАЖАТЬ] третий раз. Бабушка: «Диета?! Тогда только маленький казанчик» — и падает огромный казан. «Отказ номер три. „Вам нужно подкрепиться!“»</a:t>
            </a:r>
          </a:p>
          <a:p>
            <a:r>
              <a:rPr lang="ru-RU" dirty="0"/>
              <a:t>Пауза на смех (казан, тряска экрана). Нажатие во время анимации не теряется — сработает, когда шаг доиграет.</a:t>
            </a:r>
          </a:p>
          <a:p>
            <a:r>
              <a:rPr lang="ru-RU" dirty="0"/>
              <a:t>[НАЖАТЬ →] «Как лингвист заявляю: „нет, спасибо“ здесь означает „положите ещё“. Лингвистика бессильна. Нужна математика!» (Затем → к следующему слайду.)</a:t>
            </a:r>
          </a:p>
          <a:p>
            <a:r>
              <a:rPr lang="ru-RU" dirty="0"/>
              <a:t/>
            </a:r>
          </a:p>
          <a:p>
            <a:r>
              <a:rPr lang="ru-RU" dirty="0"/>
              <a:t>PowerPoint: 4 щелчка (→, PageDown, кликер или щелчок по кнопке «НЕТ, СПАСИБО»). 1–3 — отказы № 1, 2, 3: реплики, счётчик, строки протокола, горка растёт; на третьем казан падает с неба («БУМ!», тряска), кнопка становится «СДАЮСЬ» — пауза на смех. 4 — затемнение и карточка «Лингвистика бессильна. Нужна математика!». Щелчок мышью по казану — ещё один «БУМ!» (слайд не листается). Следующий щелчок — слайд 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Время: 1:50–2:15</a:t>
            </a:r>
          </a:p>
          <a:p>
            <a:r>
              <a:rPr lang="ru-RU" dirty="0"/>
              <a:t>[1:50] «Хорошо. Переходим к математике. Можно ли вообще доесть плов?»</a:t>
            </a:r>
          </a:p>
          <a:p>
            <a:r>
              <a:rPr lang="ru-RU" dirty="0"/>
              <a:t>[НАЖАТЬ] «СЪЕСТЬ 70%» (или →). «Я честно съедаю семьдесят процентов. Остаётся ноль целых три.»</a:t>
            </a:r>
          </a:p>
          <a:p>
            <a:r>
              <a:rPr lang="ru-RU" dirty="0"/>
              <a:t>[НАЖАТЬ] «БАБУШКА ДОБАВЛЯЕТ» (или →). «Но бабушка добавляет порцию. Одна целая три.»</a:t>
            </a:r>
          </a:p>
          <a:p>
            <a:r>
              <a:rPr lang="ru-RU" dirty="0"/>
              <a:t>[НАЖАТЬ → →] «Снова съедаю семьдесят процентов… и снова плюс один.»</a:t>
            </a:r>
          </a:p>
          <a:p>
            <a:r>
              <a:rPr lang="ru-RU" dirty="0"/>
              <a:t>[НАЖАТЬ →] «Вы думали, что скоро пойдёте домой?» (Пауза на смех, затем → к формуле.)</a:t>
            </a:r>
          </a:p>
          <a:p>
            <a:r>
              <a:rPr lang="ru-RU" dirty="0"/>
              <a:t>Мышью кнопки работают в любом порядке, клавиши 1 и 2 — то же самое. Цепочка внизу — честная арифметика.</a:t>
            </a:r>
          </a:p>
          <a:p>
            <a:r>
              <a:rPr lang="ru-RU" dirty="0"/>
              <a:t/>
            </a:r>
          </a:p>
          <a:p>
            <a:r>
              <a:rPr lang="ru-RU" dirty="0"/>
              <a:t>PowerPoint: 5 щелчков (→, PageDown, кликер или щелчок мышью). 1 — «Съесть 70%» (1 → 0,30), 2 — «Бабушка добавляет» (→ 1,30), 3 — съесть (→ 0,39), 4 — добавить (→ 1,39), 5 — стикер «Вы думали, что скоро пойдёте домой?» (пауза на смех). В PowerPoint кнопки срабатывают только по порядку: любой щелчок = следующий шаг (клавиши 1/2 не работают). Щелчок мышью по бейджу «Математика» — звенья цепочки «отстукивают» (слайд не листается). Следующий щелчок — слайд 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Время: 2:15–2:40</a:t>
            </a:r>
          </a:p>
          <a:p>
            <a:r>
              <a:rPr lang="ru-RU" dirty="0"/>
              <a:t>[2:15] «Коллеги, внимание. Вот главное уравнение моей диссертации.» (Формула собирается сама, под барабанную дробь.)</a:t>
            </a:r>
          </a:p>
          <a:p>
            <a:r>
              <a:rPr lang="ru-RU" dirty="0"/>
              <a:t>[НАЖАТЬ →] «Pn — это плов до очередного приёма пищи.»</a:t>
            </a:r>
          </a:p>
          <a:p>
            <a:r>
              <a:rPr lang="ru-RU" dirty="0"/>
              <a:t>[НАЖАТЬ →] «Ноль целых три — то, что остаётся после того, как вы честно съели семьдесят процентов.»</a:t>
            </a:r>
          </a:p>
          <a:p>
            <a:r>
              <a:rPr lang="ru-RU" dirty="0"/>
              <a:t>[НАЖАТЬ →] «А плюс один — это бабушка. Бабушка — всегда плюс один.»</a:t>
            </a:r>
          </a:p>
          <a:p>
            <a:r>
              <a:rPr lang="ru-RU" dirty="0"/>
              <a:t>[НАЖАТЬ →] «Для магистерской формула простая. Для желудка последствия серьёзные.» (Можно кликать по частям формулы мышью.)</a:t>
            </a:r>
          </a:p>
          <a:p>
            <a:r>
              <a:rPr lang="ru-RU" dirty="0"/>
              <a:t/>
            </a:r>
          </a:p>
          <a:p>
            <a:r>
              <a:rPr lang="ru-RU" dirty="0"/>
              <a:t>PowerPoint: формула собирается сама при открытии слайда (барабанная дробь ≈ 2,4 с, затем звон и «ЭВРИКА!»). Щелчки (→, PageDown, кликер): 1 — Pₙ «плов до очередного приёма пищи»; 2 — 0,3 «доля, оставшаяся после еды»; 3 — +1 «новая порция от бабушки»; 4 — мораль «Для магистерской… / Для желудка…». Щелчок мышью по члену формулы — член и его карточка «подпрыгивают»; по «ЭВРИКА!» — покачивание со звоном. Следующий щелчок — слайд 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Время: 2:40–3:00</a:t>
            </a:r>
          </a:p>
          <a:p>
            <a:r>
              <a:rPr lang="ru-RU" dirty="0"/>
              <a:t>[2:40] «Хорошая новость: математика спасает тарелку.»</a:t>
            </a:r>
          </a:p>
          <a:p>
            <a:r>
              <a:rPr lang="ru-RU" dirty="0"/>
              <a:t>[НАЖАТЬ →] ползунок сам проедет 20 циклов. «Смотрите: сколько бы циклов ни было, на тарелке не больше десяти седьмых порции.»</a:t>
            </a:r>
          </a:p>
          <a:p>
            <a:r>
              <a:rPr lang="ru-RU" dirty="0"/>
              <a:t>[НАЖАТЬ →] «Тарелка сходится!» (Через секунду появится вторая печать.) «Но гостя это не спасает.»</a:t>
            </a:r>
          </a:p>
          <a:p>
            <a:r>
              <a:rPr lang="ru-RU" dirty="0"/>
              <a:t>Ползунок можно тянуть мышью. При ≥ 12 циклах печати появятся сами.</a:t>
            </a:r>
          </a:p>
          <a:p>
            <a:r>
              <a:rPr lang="ru-RU" dirty="0"/>
              <a:t>→ во время анимации сразу показывает её конец.</a:t>
            </a:r>
          </a:p>
          <a:p>
            <a:r>
              <a:rPr lang="ru-RU" dirty="0"/>
              <a:t/>
            </a:r>
          </a:p>
          <a:p>
            <a:r>
              <a:rPr lang="ru-RU" dirty="0"/>
              <a:t>PowerPoint: 2 щелчка (→, PageDown, кликер). 1 — «ползунок» сам проезжает 20 циклов (≈ 2,4 с): график Pₙ дорисовывается, табло тикает n = 0…20, P = 1,000 → 1,429 порции. 2 — печать «ТАРЕЛКА СХОДИТСЯ», через секунду «НО ГОСТЯ ЭТО НЕ СПАСАЕТ» и гость в панике. Щелчок мышью по печати — удар ещё раз, по гостю — паника. Следующий щелчок — слайд 7.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Время: 3:00–3:25</a:t>
            </a:r>
          </a:p>
          <a:p>
            <a:r>
              <a:rPr lang="ru-RU" dirty="0"/>
              <a:t>[3:00] «Теорема два: куда исчезает плов? Синяя линия — тарелка: она застревает на 1,43. Оранжевая — сколько съедено.»</a:t>
            </a:r>
          </a:p>
          <a:p>
            <a:r>
              <a:rPr lang="ru-RU" dirty="0"/>
              <a:t>[НАЖАТЬ] «ЕЩЁ ОДНУ ПОРЦИЮ!» (или →) три раза, в ритм: «Ещё одну… И ещё… А бабушка не дремлет!»</a:t>
            </a:r>
          </a:p>
          <a:p>
            <a:r>
              <a:rPr lang="ru-RU" dirty="0"/>
              <a:t>[НАЖАТЬ →] перемотка до 20 циклов. «Двадцать циклов спустя…» (На 12-м цикле у гостя отлетает пуговица — «Чпок!».)</a:t>
            </a:r>
          </a:p>
          <a:p>
            <a:r>
              <a:rPr lang="ru-RU" dirty="0"/>
              <a:t>[НАЖАТЬ →] барабанная дробь. «Тарелка сходится. Гость — расходится.»</a:t>
            </a:r>
          </a:p>
          <a:p>
            <a:r>
              <a:rPr lang="ru-RU" dirty="0"/>
              <a:t>Пауза на смех.</a:t>
            </a:r>
          </a:p>
          <a:p>
            <a:r>
              <a:rPr lang="ru-RU" dirty="0"/>
              <a:t>[НАЖАТЬ →] стрелка в зал. «Плов не исчез. Он в вас.» (Показать рукой на зал, затем → к слайду 8.)</a:t>
            </a:r>
          </a:p>
          <a:p>
            <a:r>
              <a:rPr lang="ru-RU" dirty="0"/>
              <a:t>Мышью: «Перемотка: 20 циклов» → «Подвести итог» → клик по экрану. Если нажать → во время перемотки, она сразу завершится.</a:t>
            </a:r>
          </a:p>
          <a:p>
            <a:r>
              <a:rPr lang="ru-RU" dirty="0"/>
              <a:t/>
            </a:r>
          </a:p>
          <a:p>
            <a:r>
              <a:rPr lang="ru-RU" dirty="0"/>
              <a:t>PowerPoint: 6 щелчков (→, PageDown, кликер или щелчок мышью — в том числе по кнопкам на слайде). 1–3 — «ЕЩЁ ОДНУ ПОРЦИЮ!»: +1 цикл (гость съедает 70 %, капгир бабушки добавляет порцию, график дорисовывается, табло 1,61 → 2,58 → 3,57). 4 — перемотка до 20 циклов (≈ 2,3 с: график, счётчик до 19,57, «Чпок!» на 12-м цикле, «≈ +1 порция за цикл»). 5 — кульминация на весь экран: барабанная дробь, «ТАРЕЛКА СХОДИТСЯ. ГОСТЬ РАСХОДИТСЯ.» Пауза на смех. 6 — «Плов не исчез. Он в вас.» и стрелка в зал. Следующий щелчок — слайд 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Время: 3:25–3:55</a:t>
            </a:r>
          </a:p>
          <a:p>
            <a:r>
              <a:rPr lang="ru-RU" dirty="0"/>
              <a:t>[3:25] «Главное открытие — коэффициент бабушки. Он равен полутора.»</a:t>
            </a:r>
          </a:p>
          <a:p>
            <a:r>
              <a:rPr lang="ru-RU" dirty="0"/>
              <a:t>[НАЖАТЬ →] ползунок едет к 1. «Если бы добавки были одинаковыми, всё сходилось бы к десяти седьмым. В природе не встречается.»</a:t>
            </a:r>
          </a:p>
          <a:p>
            <a:r>
              <a:rPr lang="ru-RU" dirty="0"/>
              <a:t>[НАЖАТЬ →] обратно к 1,5. «На деле каждая добавка в полтора раза больше. Ряд расходится.»</a:t>
            </a:r>
          </a:p>
          <a:p>
            <a:r>
              <a:rPr lang="ru-RU" dirty="0"/>
              <a:t>[НАЖАТЬ →] к 2: сирена. «При k, равном двум, — критический уровень гостеприимства. Больше шестисот порций.» (Пауза, пока воет сирена.)</a:t>
            </a:r>
          </a:p>
          <a:p>
            <a:r>
              <a:rPr lang="ru-RU" dirty="0"/>
              <a:t>[НАЖАТЬ] «Аварийный сброс» (или →). «Сброс — обратно к полутора. Бабушка из Петербурга с пирожками дала тот же коэффициент. Международная научная константа.»</a:t>
            </a:r>
          </a:p>
          <a:p>
            <a:r>
              <a:rPr lang="ru-RU" dirty="0"/>
              <a:t>Ползунок можно тянуть мышью: при k = 1 ряд сходится, при любом k &gt; 1 — расходится.</a:t>
            </a:r>
          </a:p>
          <a:p>
            <a:r>
              <a:rPr lang="ru-RU" dirty="0"/>
              <a:t/>
            </a:r>
          </a:p>
          <a:p>
            <a:r>
              <a:rPr lang="ru-RU" dirty="0"/>
              <a:t>PowerPoint: 4 щелчка (→, PageDown, кликер или щелчок мышью). 1 — ползунок к k = 1 («сходится к 10/7», «В природе не встречается»). 2 — обратно к 1,5 («расходится»). 3 — k = 2: гора плова на весь экран, сирена и мигающее табло. 4 — «Аварийный сброс» (щелчок по кнопке или →): k = 1,5, две бабушки и печать «Международная научная константа». Ползунок здесь не перетаскивается — он едет сам по щелчкам. Следующий щелчок — слайд 9.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Время: 3:55–4:30</a:t>
            </a:r>
          </a:p>
          <a:p>
            <a:r>
              <a:rPr lang="ru-RU" dirty="0"/>
              <a:t>[3:55] «Мини-игра. Вы — гость. Задача — вежливо выйти из-за стола. Зал, выбирайте: А, Б или В?»</a:t>
            </a:r>
          </a:p>
          <a:p>
            <a:r>
              <a:rPr lang="ru-RU" dirty="0"/>
              <a:t>[НАЖАТЬ 1] (или →) — гость идёт к двери. Голосом бабушки: «Значит, тебе ещё и чай нужен!»</a:t>
            </a:r>
          </a:p>
          <a:p>
            <a:r>
              <a:rPr lang="ru-RU" dirty="0"/>
              <a:t>[НАЖАТЬ 2] (или →) — будильник и ещё тарелка. «Вот и поешь, чтобы завтра силы были!»</a:t>
            </a:r>
          </a:p>
          <a:p>
            <a:r>
              <a:rPr lang="ru-RU" dirty="0"/>
              <a:t>[НАЖАТЬ 3] (или →) — плов прямо на диссертации. «Сначала поешь нормально. Потом занимайся своей наукой!» (Пауза на смех: «Это, кстати, мой случай».)</a:t>
            </a:r>
          </a:p>
          <a:p>
            <a:r>
              <a:rPr lang="ru-RU" dirty="0"/>
              <a:t>[4:22] [НАЖАТЬ →] (или «Подвести итог») «Вероятность побега в рамках нашей шуточной модели — ноль процентов. Но есть утешительный приз: плов с собой.»</a:t>
            </a:r>
          </a:p>
          <a:p>
            <a:r>
              <a:rPr lang="ru-RU" dirty="0"/>
              <a:t>Порядок — любой, как подскажет зал. Попытка идёт 1,5 с: печать на отговорке и грустный тромбон. Нажатие → во время попытки сразу ставит печать. Бабушка ничего не запрещает — она только заботится.</a:t>
            </a:r>
          </a:p>
          <a:p>
            <a:r>
              <a:rPr lang="ru-RU" dirty="0"/>
              <a:t/>
            </a:r>
          </a:p>
          <a:p>
            <a:r>
              <a:rPr lang="ru-RU" dirty="0"/>
              <a:t>PowerPoint: попытки — ЩЕЛЧКОМ МЫШИ по кнопкам А, Б, В (это триггеры, порядок любой, как подскажет зал; кликер и клавиши 1/2/3 их не нажимают). Каждая попытка идёт сама ~1,5 с: гость к двери и обратно, реплика бабушки, «аргумент» на столе, печать «Попытка не удалась» с тромбоном, индикатор падает (в порядке А → Б → В — 60 % → 25 % → 5 %, в другом порядке он показывает наименьший достигнутый уровень). Щелчок по погашенной кнопке — только «нет». После трёх попыток — щелчок 1 (→, PageDown, кликер или мышью мимо кнопок): итог «0%» и утешительный приз «плов с собой». Следующий щелчок — слайд 10. Не нажимайте → до попыток: он сразу покажет итог.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Время: 4:30–5:00</a:t>
            </a:r>
          </a:p>
          <a:p>
            <a:r>
              <a:rPr lang="ru-RU" dirty="0"/>
              <a:t>[4:30] «Научные выводы.»</a:t>
            </a:r>
          </a:p>
          <a:p>
            <a:r>
              <a:rPr lang="ru-RU" dirty="0"/>
              <a:t>[НАЖАТЬ →] ×3: «Тарелка сходится. Гость расходится. А с бабушкой расходится вообще всё.» (Пауза — печать «Ч. Т. Д.».)</a:t>
            </a:r>
          </a:p>
          <a:p>
            <a:r>
              <a:rPr lang="ru-RU" dirty="0"/>
              <a:t>[4:40] [НАЖАТЬ →] «Приходите в Узбекский культурный центр Герценовского университета. Плов не обещаем. Но формулу вы уже знаете.»</a:t>
            </a:r>
          </a:p>
          <a:p>
            <a:r>
              <a:rPr lang="ru-RU" dirty="0"/>
              <a:t>[4:47] [НАЖАТЬ →] «И последний вопрос: как дела?»</a:t>
            </a:r>
          </a:p>
          <a:p>
            <a:r>
              <a:rPr lang="ru-RU" dirty="0"/>
              <a:t>[НАЖАТЬ 2] (или →) «Rahmat, yaxshi! Родители передают привет…» (Молча дать списку пробежать 4–5 пунктов — зал читает сам. Для контраста можно сначала 1 — «Нормально.»)</a:t>
            </a:r>
          </a:p>
          <a:p>
            <a:r>
              <a:rPr lang="ru-RU" dirty="0"/>
              <a:t>[4:55] [НАЖАТЬ →] «Мои пять минут закончились. Для узбека это только начало ответа. Rahmat! Спасибо!»</a:t>
            </a:r>
          </a:p>
          <a:p>
            <a:r>
              <a:rPr lang="ru-RU" dirty="0"/>
              <a:t>Поклон. Конфетти. Аплодисменты.</a:t>
            </a:r>
          </a:p>
          <a:p>
            <a:r>
              <a:rPr lang="ru-RU" dirty="0"/>
              <a:t/>
            </a:r>
          </a:p>
          <a:p>
            <a:r>
              <a:rPr lang="ru-RU" dirty="0"/>
              <a:t>PowerPoint: щелчки 1–3 (→, PageDown, кликер) — три вывода, на третьем бабушка, «+1» и печать «Ч. Т. Д.»; щелчок 4 — культурный центр; щелчок 5 — «Как дела?». Дальше МЫШЬЮ по кнопкам: «Ответить кратко» — «Нормально.», «Ответить по-узбекски» — панель «Rahmat, yaxshi!», пункты бегут сами (12 штук, счётчик «пункт N из ∞»). Щелчок 6 (→, кликер или мышью мимо кнопок, например по «Регламент!») — финал «RAHMAT! СПАСИБО!». Кликер кнопки не нажимает — для ответа по-узбекски нужна мышь.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PLOV_BLANK-image-1.jpe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PLOV_BLANK-image-1.jpe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LOV_BLANK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LOV_CHROME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500" y="88900"/>
            <a:ext cx="5715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A39D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АНТИНАУЧНАЯ КОНФЕРЕНЦИЯ · РГПУ ИМ. А. И. ГЕРЦЕНА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8255000" y="88900"/>
            <a:ext cx="3238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i="1" dirty="0">
                <a:solidFill>
                  <a:srgbClr val="D8C79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Плов как бесконечный ряд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0" y="406400"/>
            <a:ext cx="12191695" cy="0"/>
          </a:xfrm>
          <a:prstGeom prst="line">
            <a:avLst/>
          </a:prstGeom>
          <a:noFill/>
          <a:ln w="9525">
            <a:solidFill>
              <a:srgbClr val="F5EBD5">
                <a:alpha val="1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6477000"/>
            <a:ext cx="12191695" cy="0"/>
          </a:xfrm>
          <a:prstGeom prst="line">
            <a:avLst/>
          </a:prstGeom>
          <a:noFill/>
          <a:ln w="9525">
            <a:solidFill>
              <a:srgbClr val="F5EBD5">
                <a:alpha val="12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98500" y="6553200"/>
            <a:ext cx="101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F6B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ЭРКИНБОЙ</a:t>
            </a:r>
            <a:endParaRPr lang="en-US" sz="950" dirty="0"/>
          </a:p>
        </p:txBody>
      </p:sp>
      <p:sp>
        <p:nvSpPr>
          <p:cNvPr id="7" name="Text 5"/>
          <p:cNvSpPr/>
          <p:nvPr>
            <p:ph idx="105" type="body" hasCustomPrompt="1"/>
          </p:nvPr>
        </p:nvSpPr>
        <p:spPr>
          <a:xfrm>
            <a:off x="1651000" y="6553200"/>
            <a:ext cx="4445000" cy="2286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950" b="1" spc="120" kern="0" dirty="0">
                <a:solidFill>
                  <a:srgbClr val="D8C7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indent="0" marL="0">
              <a:buNone/>
            </a:pPr>
            <a:endParaRPr lang="en-US" sz="950" dirty="0"/>
          </a:p>
        </p:txBody>
      </p:sp>
      <p:sp>
        <p:nvSpPr>
          <p:cNvPr id="8" name="Text 5"/>
          <p:cNvSpPr/>
          <p:nvPr>
            <p:ph idx="106" type="body" hasCustomPrompt="1"/>
          </p:nvPr>
        </p:nvSpPr>
        <p:spPr>
          <a:xfrm>
            <a:off x="698500" y="622300"/>
            <a:ext cx="8890000" cy="2159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100" b="1" spc="350" kern="0" dirty="0">
                <a:solidFill>
                  <a:srgbClr val="F6B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indent="0" marL="0">
              <a:buNone/>
            </a:pPr>
            <a:endParaRPr lang="en-US" sz="1100" dirty="0"/>
          </a:p>
        </p:txBody>
      </p:sp>
      <p:sp>
        <p:nvSpPr>
          <p:cNvPr id="9" name="Text 5"/>
          <p:cNvSpPr/>
          <p:nvPr>
            <p:ph idx="107" type="title" hasCustomPrompt="1"/>
          </p:nvPr>
        </p:nvSpPr>
        <p:spPr>
          <a:xfrm>
            <a:off x="698500" y="863600"/>
            <a:ext cx="10795000" cy="9525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92000"/>
              </a:lnSpc>
              <a:buNone/>
              <a:defRPr lang="en-US" sz="3200" dirty="0">
                <a:solidFill>
                  <a:srgbClr val="F5EBD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defRPr>
            </a:lvl1pPr>
          </a:lstStyle>
          <a:p>
            <a:pPr algn="l" indent="0" marL="0">
              <a:lnSpc>
                <a:spcPct val="92000"/>
              </a:lnSpc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95000" y="6553200"/>
            <a:ext cx="6985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F5EBD5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b="1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95000" y="6553200"/>
            <a:ext cx="6985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F5EBD5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b="1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1.xml"/><Relationship Id="rId900" Type="http://schemas.openxmlformats.org/officeDocument/2006/relationships/audio" Target="../media/sfx_tada.wav"/><Relationship Id="rId901" Type="http://schemas.openxmlformats.org/officeDocument/2006/relationships/audio" Target="../media/sfx_pop.wav"/><Relationship Id="rId902" Type="http://schemas.openxmlformats.org/officeDocument/2006/relationships/audio" Target="../media/sfx_boing.wav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6.png"/><Relationship Id="rId9" Type="http://schemas.openxmlformats.org/officeDocument/2006/relationships/image" Target="../media/image-2-9.png"/><Relationship Id="rId10" Type="http://schemas.openxmlformats.org/officeDocument/2006/relationships/image" Target="../media/image-2-6.png"/><Relationship Id="rId11" Type="http://schemas.openxmlformats.org/officeDocument/2006/relationships/image" Target="../media/image-2-11.png"/><Relationship Id="rId12" Type="http://schemas.openxmlformats.org/officeDocument/2006/relationships/image" Target="../media/image-2-12.png"/><Relationship Id="rId13" Type="http://schemas.openxmlformats.org/officeDocument/2006/relationships/image" Target="../media/image-2-13.png"/><Relationship Id="rId14" Type="http://schemas.openxmlformats.org/officeDocument/2006/relationships/image" Target="../media/image-2-14.png"/><Relationship Id="rId15" Type="http://schemas.openxmlformats.org/officeDocument/2006/relationships/image" Target="../media/image-2-15.png"/><Relationship Id="rId16" Type="http://schemas.openxmlformats.org/officeDocument/2006/relationships/image" Target="../media/image-2-16.png"/><Relationship Id="rId17" Type="http://schemas.openxmlformats.org/officeDocument/2006/relationships/image" Target="../media/image-2-17.png"/><Relationship Id="rId18" Type="http://schemas.openxmlformats.org/officeDocument/2006/relationships/image" Target="../media/image-2-18.png"/><Relationship Id="rId19" Type="http://schemas.openxmlformats.org/officeDocument/2006/relationships/image" Target="../media/image-2-19.png"/><Relationship Id="rId20" Type="http://schemas.openxmlformats.org/officeDocument/2006/relationships/image" Target="../media/image-2-20.png"/><Relationship Id="rId21" Type="http://schemas.openxmlformats.org/officeDocument/2006/relationships/image" Target="../media/image-2-21.png"/><Relationship Id="rId22" Type="http://schemas.openxmlformats.org/officeDocument/2006/relationships/image" Target="../media/image-2-22.png"/><Relationship Id="rId23" Type="http://schemas.openxmlformats.org/officeDocument/2006/relationships/image" Target="../media/image-2-23.png"/><Relationship Id="rId24" Type="http://schemas.openxmlformats.org/officeDocument/2006/relationships/image" Target="../media/image-2-23.png"/><Relationship Id="rId25" Type="http://schemas.openxmlformats.org/officeDocument/2006/relationships/image" Target="../media/image-2-25.png"/><Relationship Id="rId26" Type="http://schemas.openxmlformats.org/officeDocument/2006/relationships/slideLayout" Target="../slideLayouts/slideLayout3.xml"/><Relationship Id="rId27" Type="http://schemas.openxmlformats.org/officeDocument/2006/relationships/notesSlide" Target="../notesSlides/notesSlide2.xml"/><Relationship Id="rId900" Type="http://schemas.openxmlformats.org/officeDocument/2006/relationships/audio" Target="../media/sfx_whoosh.wav"/><Relationship Id="rId901" Type="http://schemas.openxmlformats.org/officeDocument/2006/relationships/audio" Target="../media/sfx_swoosh.wav"/><Relationship Id="rId902" Type="http://schemas.openxmlformats.org/officeDocument/2006/relationships/audio" Target="../media/sfx_sparkle.wav"/><Relationship Id="rId903" Type="http://schemas.openxmlformats.org/officeDocument/2006/relationships/audio" Target="../media/sfx_pop.wav"/><Relationship Id="rId904" Type="http://schemas.openxmlformats.org/officeDocument/2006/relationships/audio" Target="../media/sfx_stamp.wav"/><Relationship Id="rId905" Type="http://schemas.openxmlformats.org/officeDocument/2006/relationships/audio" Target="../media/sfx_boing.wav"/><Relationship Id="rId906" Type="http://schemas.openxmlformats.org/officeDocument/2006/relationships/audio" Target="../media/sfx_plop.wav"/><Relationship Id="rId907" Type="http://schemas.openxmlformats.org/officeDocument/2006/relationships/audio" Target="../media/sfx_tada.wav"/><Relationship Id="rId908" Type="http://schemas.openxmlformats.org/officeDocument/2006/relationships/audio" Target="../media/sfx_tick.wav"/><Relationship Id="rId909" Type="http://schemas.openxmlformats.org/officeDocument/2006/relationships/audio" Target="../media/sfx_ding.wav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2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image" Target="../media/image-3-10.png"/><Relationship Id="rId11" Type="http://schemas.openxmlformats.org/officeDocument/2006/relationships/image" Target="../media/image-3-11.png"/><Relationship Id="rId12" Type="http://schemas.openxmlformats.org/officeDocument/2006/relationships/image" Target="../media/image-3-12.png"/><Relationship Id="rId13" Type="http://schemas.openxmlformats.org/officeDocument/2006/relationships/image" Target="../media/image-3-13.png"/><Relationship Id="rId14" Type="http://schemas.openxmlformats.org/officeDocument/2006/relationships/image" Target="../media/image-3-14.png"/><Relationship Id="rId15" Type="http://schemas.openxmlformats.org/officeDocument/2006/relationships/image" Target="../media/image-3-15.png"/><Relationship Id="rId16" Type="http://schemas.openxmlformats.org/officeDocument/2006/relationships/image" Target="../media/image-3-16.png"/><Relationship Id="rId17" Type="http://schemas.openxmlformats.org/officeDocument/2006/relationships/image" Target="../media/image-3-17.png"/><Relationship Id="rId18" Type="http://schemas.openxmlformats.org/officeDocument/2006/relationships/image" Target="../media/image-3-18.png"/><Relationship Id="rId19" Type="http://schemas.openxmlformats.org/officeDocument/2006/relationships/image" Target="../media/image-3-19.png"/><Relationship Id="rId20" Type="http://schemas.openxmlformats.org/officeDocument/2006/relationships/image" Target="../media/image-3-20.png"/><Relationship Id="rId21" Type="http://schemas.openxmlformats.org/officeDocument/2006/relationships/image" Target="../media/image-3-21.png"/><Relationship Id="rId22" Type="http://schemas.openxmlformats.org/officeDocument/2006/relationships/image" Target="../media/image-3-22.png"/><Relationship Id="rId23" Type="http://schemas.openxmlformats.org/officeDocument/2006/relationships/slideLayout" Target="../slideLayouts/slideLayout3.xml"/><Relationship Id="rId24" Type="http://schemas.openxmlformats.org/officeDocument/2006/relationships/notesSlide" Target="../notesSlides/notesSlide3.xml"/><Relationship Id="rId900" Type="http://schemas.openxmlformats.org/officeDocument/2006/relationships/audio" Target="../media/sfx_click.wav"/><Relationship Id="rId901" Type="http://schemas.openxmlformats.org/officeDocument/2006/relationships/audio" Target="../media/sfx_swoosh.wav"/><Relationship Id="rId902" Type="http://schemas.openxmlformats.org/officeDocument/2006/relationships/audio" Target="../media/sfx_plop.wav"/><Relationship Id="rId903" Type="http://schemas.openxmlformats.org/officeDocument/2006/relationships/audio" Target="../media/sfx_pop.wav"/><Relationship Id="rId904" Type="http://schemas.openxmlformats.org/officeDocument/2006/relationships/audio" Target="../media/sfx_boing.wav"/><Relationship Id="rId905" Type="http://schemas.openxmlformats.org/officeDocument/2006/relationships/audio" Target="../media/sfx_whoosh.wav"/><Relationship Id="rId906" Type="http://schemas.openxmlformats.org/officeDocument/2006/relationships/audio" Target="../media/sfx_stamp.wav"/><Relationship Id="rId907" Type="http://schemas.openxmlformats.org/officeDocument/2006/relationships/audio" Target="../media/sfx_alarm.wav"/><Relationship Id="rId908" Type="http://schemas.openxmlformats.org/officeDocument/2006/relationships/audio" Target="../media/sfx_fail.wav"/><Relationship Id="rId909" Type="http://schemas.openxmlformats.org/officeDocument/2006/relationships/audio" Target="../media/sfx_tada.wav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image" Target="../media/image-4-10.png"/><Relationship Id="rId11" Type="http://schemas.openxmlformats.org/officeDocument/2006/relationships/image" Target="../media/image-4-11.png"/><Relationship Id="rId12" Type="http://schemas.openxmlformats.org/officeDocument/2006/relationships/image" Target="../media/image-4-12.png"/><Relationship Id="rId13" Type="http://schemas.openxmlformats.org/officeDocument/2006/relationships/image" Target="../media/image-4-13.png"/><Relationship Id="rId14" Type="http://schemas.openxmlformats.org/officeDocument/2006/relationships/image" Target="../media/image-4-14.png"/><Relationship Id="rId15" Type="http://schemas.openxmlformats.org/officeDocument/2006/relationships/image" Target="../media/image-4-15.png"/><Relationship Id="rId16" Type="http://schemas.openxmlformats.org/officeDocument/2006/relationships/image" Target="../media/image-4-16.png"/><Relationship Id="rId17" Type="http://schemas.openxmlformats.org/officeDocument/2006/relationships/image" Target="../media/image-4-17.png"/><Relationship Id="rId18" Type="http://schemas.openxmlformats.org/officeDocument/2006/relationships/image" Target="../media/image-4-18.png"/><Relationship Id="rId19" Type="http://schemas.openxmlformats.org/officeDocument/2006/relationships/image" Target="../media/image-4-18.png"/><Relationship Id="rId20" Type="http://schemas.openxmlformats.org/officeDocument/2006/relationships/image" Target="../media/image-4-20.png"/><Relationship Id="rId21" Type="http://schemas.openxmlformats.org/officeDocument/2006/relationships/image" Target="../media/image-4-20.png"/><Relationship Id="rId22" Type="http://schemas.openxmlformats.org/officeDocument/2006/relationships/image" Target="../media/image-4-22.png"/><Relationship Id="rId23" Type="http://schemas.openxmlformats.org/officeDocument/2006/relationships/image" Target="../media/image-4-22.png"/><Relationship Id="rId24" Type="http://schemas.openxmlformats.org/officeDocument/2006/relationships/image" Target="../media/image-4-22.png"/><Relationship Id="rId25" Type="http://schemas.openxmlformats.org/officeDocument/2006/relationships/image" Target="../media/image-4-22.png"/><Relationship Id="rId26" Type="http://schemas.openxmlformats.org/officeDocument/2006/relationships/image" Target="../media/image-4-22.png"/><Relationship Id="rId27" Type="http://schemas.openxmlformats.org/officeDocument/2006/relationships/image" Target="../media/image-4-27.png"/><Relationship Id="rId28" Type="http://schemas.openxmlformats.org/officeDocument/2006/relationships/slideLayout" Target="../slideLayouts/slideLayout3.xml"/><Relationship Id="rId29" Type="http://schemas.openxmlformats.org/officeDocument/2006/relationships/notesSlide" Target="../notesSlides/notesSlide4.xml"/><Relationship Id="rId900" Type="http://schemas.openxmlformats.org/officeDocument/2006/relationships/audio" Target="../media/sfx_click.wav"/><Relationship Id="rId901" Type="http://schemas.openxmlformats.org/officeDocument/2006/relationships/audio" Target="../media/sfx_swoosh.wav"/><Relationship Id="rId902" Type="http://schemas.openxmlformats.org/officeDocument/2006/relationships/audio" Target="../media/sfx_gulp.wav"/><Relationship Id="rId903" Type="http://schemas.openxmlformats.org/officeDocument/2006/relationships/audio" Target="../media/sfx_whoosh.wav"/><Relationship Id="rId904" Type="http://schemas.openxmlformats.org/officeDocument/2006/relationships/audio" Target="../media/sfx_plop.wav"/><Relationship Id="rId905" Type="http://schemas.openxmlformats.org/officeDocument/2006/relationships/audio" Target="../media/sfx_stamp.wav"/><Relationship Id="rId906" Type="http://schemas.openxmlformats.org/officeDocument/2006/relationships/audio" Target="../media/sfx_sparkle.wav"/><Relationship Id="rId907" Type="http://schemas.openxmlformats.org/officeDocument/2006/relationships/audio" Target="../media/sfx_tick.wav"/><Relationship Id="rId908" Type="http://schemas.openxmlformats.org/officeDocument/2006/relationships/audio" Target="../media/sfx_ding.wav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slideLayout" Target="../slideLayouts/slideLayout3.xml"/><Relationship Id="rId10" Type="http://schemas.openxmlformats.org/officeDocument/2006/relationships/notesSlide" Target="../notesSlides/notesSlide5.xml"/><Relationship Id="rId900" Type="http://schemas.openxmlformats.org/officeDocument/2006/relationships/audio" Target="../media/sfx_drumroll.wav"/><Relationship Id="rId901" Type="http://schemas.openxmlformats.org/officeDocument/2006/relationships/audio" Target="../media/sfx_ding.wav"/><Relationship Id="rId902" Type="http://schemas.openxmlformats.org/officeDocument/2006/relationships/audio" Target="../media/sfx_pop.wav"/><Relationship Id="rId903" Type="http://schemas.openxmlformats.org/officeDocument/2006/relationships/audio" Target="../media/sfx_coin.wav"/><Relationship Id="rId904" Type="http://schemas.openxmlformats.org/officeDocument/2006/relationships/audio" Target="../media/sfx_plop.wav"/><Relationship Id="rId905" Type="http://schemas.openxmlformats.org/officeDocument/2006/relationships/audio" Target="../media/sfx_stamp.wav"/><Relationship Id="rId906" Type="http://schemas.openxmlformats.org/officeDocument/2006/relationships/audio" Target="../media/sfx_tick.wav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chart" Target="/ppt/charts/chart3.xml"/><Relationship Id="rId4" Type="http://schemas.openxmlformats.org/officeDocument/2006/relationships/image" Target="../media/image-6-1.png"/><Relationship Id="rId5" Type="http://schemas.openxmlformats.org/officeDocument/2006/relationships/image" Target="../media/image-6-2.png"/><Relationship Id="rId6" Type="http://schemas.openxmlformats.org/officeDocument/2006/relationships/image" Target="../media/image-6-3.png"/><Relationship Id="rId7" Type="http://schemas.openxmlformats.org/officeDocument/2006/relationships/image" Target="../media/image-6-4.png"/><Relationship Id="rId8" Type="http://schemas.openxmlformats.org/officeDocument/2006/relationships/image" Target="../media/image-6-5.png"/><Relationship Id="rId9" Type="http://schemas.openxmlformats.org/officeDocument/2006/relationships/slideLayout" Target="../slideLayouts/slideLayout3.xml"/><Relationship Id="rId10" Type="http://schemas.openxmlformats.org/officeDocument/2006/relationships/notesSlide" Target="../notesSlides/notesSlide6.xml"/><Relationship Id="rId900" Type="http://schemas.openxmlformats.org/officeDocument/2006/relationships/audio" Target="../media/sfx_whoosh.wav"/><Relationship Id="rId901" Type="http://schemas.openxmlformats.org/officeDocument/2006/relationships/audio" Target="../media/sfx_tick.wav"/><Relationship Id="rId902" Type="http://schemas.openxmlformats.org/officeDocument/2006/relationships/audio" Target="../media/sfx_stamp.wav"/><Relationship Id="rId903" Type="http://schemas.openxmlformats.org/officeDocument/2006/relationships/audio" Target="../media/sfx_ding.wav"/><Relationship Id="rId904" Type="http://schemas.openxmlformats.org/officeDocument/2006/relationships/audio" Target="../media/sfx_fail.wav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chart" Target="/ppt/charts/chart5.xml"/><Relationship Id="rId3" Type="http://schemas.openxmlformats.org/officeDocument/2006/relationships/chart" Target="/ppt/charts/chart6.xml"/><Relationship Id="rId4" Type="http://schemas.openxmlformats.org/officeDocument/2006/relationships/chart" Target="/ppt/charts/chart7.xml"/><Relationship Id="rId5" Type="http://schemas.openxmlformats.org/officeDocument/2006/relationships/chart" Target="/ppt/charts/chart8.xml"/><Relationship Id="rId6" Type="http://schemas.openxmlformats.org/officeDocument/2006/relationships/chart" Target="/ppt/charts/chart9.xml"/><Relationship Id="rId7" Type="http://schemas.openxmlformats.org/officeDocument/2006/relationships/chart" Target="/ppt/charts/chart10.xml"/><Relationship Id="rId8" Type="http://schemas.openxmlformats.org/officeDocument/2006/relationships/chart" Target="/ppt/charts/chart11.xml"/><Relationship Id="rId9" Type="http://schemas.openxmlformats.org/officeDocument/2006/relationships/chart" Target="/ppt/charts/chart12.xml"/><Relationship Id="rId10" Type="http://schemas.openxmlformats.org/officeDocument/2006/relationships/image" Target="../media/image-7-1.png"/><Relationship Id="rId11" Type="http://schemas.openxmlformats.org/officeDocument/2006/relationships/image" Target="../media/image-7-2.png"/><Relationship Id="rId12" Type="http://schemas.openxmlformats.org/officeDocument/2006/relationships/image" Target="../media/image-7-3.png"/><Relationship Id="rId13" Type="http://schemas.openxmlformats.org/officeDocument/2006/relationships/image" Target="../media/image-7-4.png"/><Relationship Id="rId14" Type="http://schemas.openxmlformats.org/officeDocument/2006/relationships/image" Target="../media/image-7-5.png"/><Relationship Id="rId15" Type="http://schemas.openxmlformats.org/officeDocument/2006/relationships/image" Target="../media/image-7-6.png"/><Relationship Id="rId16" Type="http://schemas.openxmlformats.org/officeDocument/2006/relationships/image" Target="../media/image-7-7.png"/><Relationship Id="rId17" Type="http://schemas.openxmlformats.org/officeDocument/2006/relationships/image" Target="../media/image-7-8.png"/><Relationship Id="rId18" Type="http://schemas.openxmlformats.org/officeDocument/2006/relationships/image" Target="../media/image-7-9.png"/><Relationship Id="rId19" Type="http://schemas.openxmlformats.org/officeDocument/2006/relationships/image" Target="../media/image-7-10.png"/><Relationship Id="rId20" Type="http://schemas.openxmlformats.org/officeDocument/2006/relationships/image" Target="../media/image-7-11.png"/><Relationship Id="rId21" Type="http://schemas.openxmlformats.org/officeDocument/2006/relationships/image" Target="../media/image-7-12.png"/><Relationship Id="rId22" Type="http://schemas.openxmlformats.org/officeDocument/2006/relationships/image" Target="../media/image-7-13.png"/><Relationship Id="rId23" Type="http://schemas.openxmlformats.org/officeDocument/2006/relationships/image" Target="../media/image-7-14.jpg"/><Relationship Id="rId24" Type="http://schemas.openxmlformats.org/officeDocument/2006/relationships/image" Target="../media/image-7-15.png"/><Relationship Id="rId25" Type="http://schemas.openxmlformats.org/officeDocument/2006/relationships/slideLayout" Target="../slideLayouts/slideLayout3.xml"/><Relationship Id="rId26" Type="http://schemas.openxmlformats.org/officeDocument/2006/relationships/notesSlide" Target="../notesSlides/notesSlide7.xml"/><Relationship Id="rId900" Type="http://schemas.openxmlformats.org/officeDocument/2006/relationships/audio" Target="../media/sfx_gulp.wav"/><Relationship Id="rId901" Type="http://schemas.openxmlformats.org/officeDocument/2006/relationships/audio" Target="../media/sfx_plop.wav"/><Relationship Id="rId902" Type="http://schemas.openxmlformats.org/officeDocument/2006/relationships/audio" Target="../media/sfx_whoosh.wav"/><Relationship Id="rId903" Type="http://schemas.openxmlformats.org/officeDocument/2006/relationships/audio" Target="../media/sfx_ding.wav"/><Relationship Id="rId904" Type="http://schemas.openxmlformats.org/officeDocument/2006/relationships/audio" Target="../media/sfx_tick.wav"/><Relationship Id="rId905" Type="http://schemas.openxmlformats.org/officeDocument/2006/relationships/audio" Target="../media/sfx_boing.wav"/><Relationship Id="rId906" Type="http://schemas.openxmlformats.org/officeDocument/2006/relationships/audio" Target="../media/sfx_drumroll.wav"/><Relationship Id="rId907" Type="http://schemas.openxmlformats.org/officeDocument/2006/relationships/audio" Target="../media/sfx_swoosh.wav"/><Relationship Id="rId908" Type="http://schemas.openxmlformats.org/officeDocument/2006/relationships/audio" Target="../media/sfx_stamp.wav"/><Relationship Id="rId909" Type="http://schemas.openxmlformats.org/officeDocument/2006/relationships/audio" Target="../media/sfx_sparkle.wav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jpg"/><Relationship Id="rId4" Type="http://schemas.openxmlformats.org/officeDocument/2006/relationships/image" Target="../media/image-8-4.jp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image" Target="../media/image-8-9.png"/><Relationship Id="rId10" Type="http://schemas.openxmlformats.org/officeDocument/2006/relationships/image" Target="../media/image-8-10.png"/><Relationship Id="rId11" Type="http://schemas.openxmlformats.org/officeDocument/2006/relationships/image" Target="../media/image-8-11.png"/><Relationship Id="rId12" Type="http://schemas.openxmlformats.org/officeDocument/2006/relationships/image" Target="../media/image-8-12.png"/><Relationship Id="rId13" Type="http://schemas.openxmlformats.org/officeDocument/2006/relationships/image" Target="../media/image-8-13.png"/><Relationship Id="rId14" Type="http://schemas.openxmlformats.org/officeDocument/2006/relationships/image" Target="../media/image-8-14.png"/><Relationship Id="rId15" Type="http://schemas.openxmlformats.org/officeDocument/2006/relationships/image" Target="../media/image-8-15.png"/><Relationship Id="rId16" Type="http://schemas.openxmlformats.org/officeDocument/2006/relationships/image" Target="../media/image-8-16.png"/><Relationship Id="rId17" Type="http://schemas.openxmlformats.org/officeDocument/2006/relationships/image" Target="../media/image-8-17.png"/><Relationship Id="rId18" Type="http://schemas.openxmlformats.org/officeDocument/2006/relationships/slideLayout" Target="../slideLayouts/slideLayout3.xml"/><Relationship Id="rId19" Type="http://schemas.openxmlformats.org/officeDocument/2006/relationships/notesSlide" Target="../notesSlides/notesSlide8.xml"/><Relationship Id="rId900" Type="http://schemas.openxmlformats.org/officeDocument/2006/relationships/audio" Target="../media/sfx_plop.wav"/><Relationship Id="rId901" Type="http://schemas.openxmlformats.org/officeDocument/2006/relationships/audio" Target="../media/sfx_tick.wav"/><Relationship Id="rId902" Type="http://schemas.openxmlformats.org/officeDocument/2006/relationships/audio" Target="../media/sfx_ding.wav"/><Relationship Id="rId903" Type="http://schemas.openxmlformats.org/officeDocument/2006/relationships/audio" Target="../media/sfx_boing.wav"/><Relationship Id="rId904" Type="http://schemas.openxmlformats.org/officeDocument/2006/relationships/audio" Target="../media/sfx_alarm.wav"/><Relationship Id="rId905" Type="http://schemas.openxmlformats.org/officeDocument/2006/relationships/audio" Target="../media/sfx_whoosh.wav"/><Relationship Id="rId906" Type="http://schemas.openxmlformats.org/officeDocument/2006/relationships/audio" Target="../media/sfx_pop.wav"/><Relationship Id="rId907" Type="http://schemas.openxmlformats.org/officeDocument/2006/relationships/audio" Target="../media/sfx_stamp.wav"/><Relationship Id="rId908" Type="http://schemas.openxmlformats.org/officeDocument/2006/relationships/audio" Target="../media/sfx_tada.wav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image" Target="../media/image-9-8.png"/><Relationship Id="rId9" Type="http://schemas.openxmlformats.org/officeDocument/2006/relationships/image" Target="../media/image-9-9.png"/><Relationship Id="rId10" Type="http://schemas.openxmlformats.org/officeDocument/2006/relationships/image" Target="../media/image-9-10.png"/><Relationship Id="rId11" Type="http://schemas.openxmlformats.org/officeDocument/2006/relationships/image" Target="../media/image-9-11.png"/><Relationship Id="rId12" Type="http://schemas.openxmlformats.org/officeDocument/2006/relationships/image" Target="../media/image-9-12.png"/><Relationship Id="rId13" Type="http://schemas.openxmlformats.org/officeDocument/2006/relationships/image" Target="../media/image-9-13.png"/><Relationship Id="rId14" Type="http://schemas.openxmlformats.org/officeDocument/2006/relationships/image" Target="../media/image-9-14.png"/><Relationship Id="rId15" Type="http://schemas.openxmlformats.org/officeDocument/2006/relationships/image" Target="../media/image-9-15.png"/><Relationship Id="rId16" Type="http://schemas.openxmlformats.org/officeDocument/2006/relationships/image" Target="../media/image-9-16.png"/><Relationship Id="rId17" Type="http://schemas.openxmlformats.org/officeDocument/2006/relationships/image" Target="../media/image-9-17.png"/><Relationship Id="rId18" Type="http://schemas.openxmlformats.org/officeDocument/2006/relationships/image" Target="../media/image-9-18.png"/><Relationship Id="rId19" Type="http://schemas.openxmlformats.org/officeDocument/2006/relationships/image" Target="../media/image-9-18.png"/><Relationship Id="rId20" Type="http://schemas.openxmlformats.org/officeDocument/2006/relationships/image" Target="../media/image-9-20.png"/><Relationship Id="rId21" Type="http://schemas.openxmlformats.org/officeDocument/2006/relationships/image" Target="../media/image-9-20.png"/><Relationship Id="rId22" Type="http://schemas.openxmlformats.org/officeDocument/2006/relationships/image" Target="../media/image-9-22.png"/><Relationship Id="rId23" Type="http://schemas.openxmlformats.org/officeDocument/2006/relationships/image" Target="../media/image-9-23.png"/><Relationship Id="rId24" Type="http://schemas.openxmlformats.org/officeDocument/2006/relationships/image" Target="../media/image-9-23.png"/><Relationship Id="rId25" Type="http://schemas.openxmlformats.org/officeDocument/2006/relationships/image" Target="../media/image-9-25.png"/><Relationship Id="rId26" Type="http://schemas.openxmlformats.org/officeDocument/2006/relationships/image" Target="../media/image-9-26.png"/><Relationship Id="rId27" Type="http://schemas.openxmlformats.org/officeDocument/2006/relationships/image" Target="../media/image-9-26.png"/><Relationship Id="rId28" Type="http://schemas.openxmlformats.org/officeDocument/2006/relationships/image" Target="../media/image-9-28.png"/><Relationship Id="rId29" Type="http://schemas.openxmlformats.org/officeDocument/2006/relationships/image" Target="../media/image-9-29.png"/><Relationship Id="rId30" Type="http://schemas.openxmlformats.org/officeDocument/2006/relationships/image" Target="../media/image-9-30.png"/><Relationship Id="rId31" Type="http://schemas.openxmlformats.org/officeDocument/2006/relationships/image" Target="../media/image-9-31.png"/><Relationship Id="rId32" Type="http://schemas.openxmlformats.org/officeDocument/2006/relationships/image" Target="../media/image-9-32.png"/><Relationship Id="rId33" Type="http://schemas.openxmlformats.org/officeDocument/2006/relationships/image" Target="../media/image-9-33.png"/><Relationship Id="rId34" Type="http://schemas.openxmlformats.org/officeDocument/2006/relationships/image" Target="../media/image-9-34.png"/><Relationship Id="rId35" Type="http://schemas.openxmlformats.org/officeDocument/2006/relationships/image" Target="../media/image-9-35.png"/><Relationship Id="rId36" Type="http://schemas.openxmlformats.org/officeDocument/2006/relationships/slideLayout" Target="../slideLayouts/slideLayout3.xml"/><Relationship Id="rId37" Type="http://schemas.openxmlformats.org/officeDocument/2006/relationships/notesSlide" Target="../notesSlides/notesSlide9.xml"/><Relationship Id="rId900" Type="http://schemas.openxmlformats.org/officeDocument/2006/relationships/audio" Target="../media/sfx_pop.wav"/><Relationship Id="rId901" Type="http://schemas.openxmlformats.org/officeDocument/2006/relationships/audio" Target="../media/sfx_drumroll.wav"/><Relationship Id="rId902" Type="http://schemas.openxmlformats.org/officeDocument/2006/relationships/audio" Target="../media/sfx_tick.wav"/><Relationship Id="rId903" Type="http://schemas.openxmlformats.org/officeDocument/2006/relationships/audio" Target="../media/sfx_stamp.wav"/><Relationship Id="rId904" Type="http://schemas.openxmlformats.org/officeDocument/2006/relationships/audio" Target="../media/sfx_tada.wav"/><Relationship Id="rId905" Type="http://schemas.openxmlformats.org/officeDocument/2006/relationships/audio" Target="../media/sfx_click.wav"/><Relationship Id="rId906" Type="http://schemas.openxmlformats.org/officeDocument/2006/relationships/audio" Target="../media/sfx_whoosh.wav"/><Relationship Id="rId907" Type="http://schemas.openxmlformats.org/officeDocument/2006/relationships/audio" Target="../media/sfx_swoosh.wav"/><Relationship Id="rId908" Type="http://schemas.openxmlformats.org/officeDocument/2006/relationships/audio" Target="../media/sfx_ding.wav"/><Relationship Id="rId909" Type="http://schemas.openxmlformats.org/officeDocument/2006/relationships/audio" Target="../media/sfx_fail.wav"/><Relationship Id="rId910" Type="http://schemas.openxmlformats.org/officeDocument/2006/relationships/audio" Target="../media/sfx_alarm.wav"/><Relationship Id="rId911" Type="http://schemas.openxmlformats.org/officeDocument/2006/relationships/audio" Target="../media/sfx_plop.wav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1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image" Target="../media/image-10-8.png"/><Relationship Id="rId9" Type="http://schemas.openxmlformats.org/officeDocument/2006/relationships/image" Target="../media/image-10-9.png"/><Relationship Id="rId10" Type="http://schemas.openxmlformats.org/officeDocument/2006/relationships/image" Target="../media/image-10-10.png"/><Relationship Id="rId11" Type="http://schemas.openxmlformats.org/officeDocument/2006/relationships/image" Target="../media/image-10-11.png"/><Relationship Id="rId12" Type="http://schemas.openxmlformats.org/officeDocument/2006/relationships/image" Target="../media/image-10-12.png"/><Relationship Id="rId13" Type="http://schemas.openxmlformats.org/officeDocument/2006/relationships/image" Target="../media/image-10-13.png"/><Relationship Id="rId14" Type="http://schemas.openxmlformats.org/officeDocument/2006/relationships/image" Target="../media/image-10-14.png"/><Relationship Id="rId15" Type="http://schemas.openxmlformats.org/officeDocument/2006/relationships/image" Target="../media/image-10-15.png"/><Relationship Id="rId16" Type="http://schemas.openxmlformats.org/officeDocument/2006/relationships/image" Target="../media/image-10-16.png"/><Relationship Id="rId17" Type="http://schemas.openxmlformats.org/officeDocument/2006/relationships/image" Target="../media/image-10-17.png"/><Relationship Id="rId18" Type="http://schemas.openxmlformats.org/officeDocument/2006/relationships/image" Target="../media/image-10-18.png"/><Relationship Id="rId19" Type="http://schemas.openxmlformats.org/officeDocument/2006/relationships/image" Target="../media/image-10-19.png"/><Relationship Id="rId20" Type="http://schemas.openxmlformats.org/officeDocument/2006/relationships/image" Target="../media/image-10-20.png"/><Relationship Id="rId21" Type="http://schemas.openxmlformats.org/officeDocument/2006/relationships/image" Target="../media/image-10-21.png"/><Relationship Id="rId22" Type="http://schemas.openxmlformats.org/officeDocument/2006/relationships/image" Target="../media/image-10-22.png"/><Relationship Id="rId23" Type="http://schemas.openxmlformats.org/officeDocument/2006/relationships/image" Target="../media/PLOV_BLANK-image-1.jpeg"/><Relationship Id="rId24" Type="http://schemas.openxmlformats.org/officeDocument/2006/relationships/image" Target="../media/image-10-24.png"/><Relationship Id="rId25" Type="http://schemas.openxmlformats.org/officeDocument/2006/relationships/image" Target="../media/image-10-25.png"/><Relationship Id="rId26" Type="http://schemas.openxmlformats.org/officeDocument/2006/relationships/image" Target="../media/image-10-26.png"/><Relationship Id="rId27" Type="http://schemas.openxmlformats.org/officeDocument/2006/relationships/image" Target="../media/image-10-27.png"/><Relationship Id="rId28" Type="http://schemas.openxmlformats.org/officeDocument/2006/relationships/image" Target="../media/image-10-28.png"/><Relationship Id="rId29" Type="http://schemas.openxmlformats.org/officeDocument/2006/relationships/slideLayout" Target="../slideLayouts/slideLayout2.xml"/><Relationship Id="rId30" Type="http://schemas.openxmlformats.org/officeDocument/2006/relationships/notesSlide" Target="../notesSlides/notesSlide10.xml"/><Relationship Id="rId900" Type="http://schemas.openxmlformats.org/officeDocument/2006/relationships/audio" Target="../media/sfx_swoosh.wav"/><Relationship Id="rId901" Type="http://schemas.openxmlformats.org/officeDocument/2006/relationships/audio" Target="../media/sfx_ding.wav"/><Relationship Id="rId902" Type="http://schemas.openxmlformats.org/officeDocument/2006/relationships/audio" Target="../media/sfx_coin.wav"/><Relationship Id="rId903" Type="http://schemas.openxmlformats.org/officeDocument/2006/relationships/audio" Target="../media/sfx_boing.wav"/><Relationship Id="rId904" Type="http://schemas.openxmlformats.org/officeDocument/2006/relationships/audio" Target="../media/sfx_plop.wav"/><Relationship Id="rId905" Type="http://schemas.openxmlformats.org/officeDocument/2006/relationships/audio" Target="../media/sfx_stamp.wav"/><Relationship Id="rId906" Type="http://schemas.openxmlformats.org/officeDocument/2006/relationships/audio" Target="../media/sfx_whoosh.wav"/><Relationship Id="rId907" Type="http://schemas.openxmlformats.org/officeDocument/2006/relationships/audio" Target="../media/sfx_sparkle.wav"/><Relationship Id="rId908" Type="http://schemas.openxmlformats.org/officeDocument/2006/relationships/audio" Target="../media/sfx_pop.wav"/><Relationship Id="rId909" Type="http://schemas.openxmlformats.org/officeDocument/2006/relationships/audio" Target="../media/sfx_click.wav"/><Relationship Id="rId910" Type="http://schemas.openxmlformats.org/officeDocument/2006/relationships/audio" Target="../media/sfx_tada.wav"/><Relationship Id="rId911" Type="http://schemas.openxmlformats.org/officeDocument/2006/relationships/audio" Target="../media/sfx_tick.wav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ormulas" descr="formula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4145" y="554355"/>
            <a:ext cx="5165725" cy="3164205"/>
          </a:xfrm>
          <a:prstGeom prst="rect">
            <a:avLst/>
          </a:prstGeom>
        </p:spPr>
      </p:pic>
      <p:pic>
        <p:nvPicPr>
          <p:cNvPr id="3" name="kazan" descr="kaza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1300" y="355600"/>
            <a:ext cx="4368800" cy="6400800"/>
          </a:xfrm>
          <a:prstGeom prst="rect">
            <a:avLst/>
          </a:prstGeom>
        </p:spPr>
      </p:pic>
      <p:pic>
        <p:nvPicPr>
          <p:cNvPr id="4" name="res0" descr="res0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5500" y="3583305"/>
            <a:ext cx="2413000" cy="3211195"/>
          </a:xfrm>
          <a:prstGeom prst="rect">
            <a:avLst/>
          </a:prstGeom>
        </p:spPr>
      </p:pic>
      <p:pic>
        <p:nvPicPr>
          <p:cNvPr id="5" name="res1" descr="res1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15500" y="3583305"/>
            <a:ext cx="2413000" cy="3211195"/>
          </a:xfrm>
          <a:prstGeom prst="rect">
            <a:avLst/>
          </a:prstGeom>
        </p:spPr>
      </p:pic>
      <p:sp>
        <p:nvSpPr>
          <p:cNvPr id="6" name="eyebrow"/>
          <p:cNvSpPr txBox="1"/>
          <p:nvPr/>
        </p:nvSpPr>
        <p:spPr>
          <a:xfrm>
            <a:off x="698500" y="584200"/>
            <a:ext cx="7493000" cy="18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sz="1100" b="1" spc="350" kern="0" dirty="0">
                <a:solidFill>
                  <a:srgbClr val="F6B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АНТИНАУЧНАЯ КОНФЕРЕНЦИЯ · РГПУ ИМ. А. И. ГЕРЦЕНА</a:t>
            </a:r>
            <a:endParaRPr lang="ru-RU" sz="1100" dirty="0"/>
          </a:p>
        </p:txBody>
      </p:sp>
      <p:sp>
        <p:nvSpPr>
          <p:cNvPr id="7" name="l1"/>
          <p:cNvSpPr txBox="1"/>
          <p:nvPr/>
        </p:nvSpPr>
        <p:spPr>
          <a:xfrm>
            <a:off x="698500" y="956310"/>
            <a:ext cx="8001000" cy="7194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sz="5400" dirty="0">
                <a:solidFill>
                  <a:srgbClr val="F5EBD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ПЛОВ КАК</a:t>
            </a:r>
            <a:endParaRPr lang="ru-RU" sz="5400" dirty="0"/>
          </a:p>
        </p:txBody>
      </p:sp>
      <p:sp>
        <p:nvSpPr>
          <p:cNvPr id="8" name="l2"/>
          <p:cNvSpPr txBox="1"/>
          <p:nvPr/>
        </p:nvSpPr>
        <p:spPr>
          <a:xfrm>
            <a:off x="698500" y="1624965"/>
            <a:ext cx="7366000" cy="7194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sz="5400" dirty="0">
                <a:solidFill>
                  <a:srgbClr val="F6B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БЕСКОНЕЧНЫЙ</a:t>
            </a:r>
            <a:endParaRPr lang="ru-RU" sz="5400" dirty="0"/>
          </a:p>
        </p:txBody>
      </p:sp>
      <p:sp>
        <p:nvSpPr>
          <p:cNvPr id="9" name="l3"/>
          <p:cNvSpPr txBox="1"/>
          <p:nvPr/>
        </p:nvSpPr>
        <p:spPr>
          <a:xfrm>
            <a:off x="698500" y="2292985"/>
            <a:ext cx="2095500" cy="7194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sz="5400" dirty="0">
                <a:solidFill>
                  <a:srgbClr val="F5EBD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РЯД</a:t>
            </a:r>
            <a:endParaRPr lang="ru-RU" sz="5400" dirty="0"/>
          </a:p>
        </p:txBody>
      </p:sp>
      <p:pic>
        <p:nvPicPr>
          <p:cNvPr id="10" name="inf" descr="inf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75585" y="2259330"/>
            <a:ext cx="1308100" cy="736600"/>
          </a:xfrm>
          <a:prstGeom prst="rect">
            <a:avLst/>
          </a:prstGeom>
        </p:spPr>
      </p:pic>
      <p:sp>
        <p:nvSpPr>
          <p:cNvPr id="11" name="sub"/>
          <p:cNvSpPr txBox="1"/>
          <p:nvPr/>
        </p:nvSpPr>
        <p:spPr>
          <a:xfrm>
            <a:off x="698500" y="3177540"/>
            <a:ext cx="635000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sz="2200" i="1" dirty="0">
                <a:solidFill>
                  <a:srgbClr val="F5EBD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Почему узбекское гостеприимство противоречит математике?</a:t>
            </a:r>
            <a:endParaRPr lang="ru-RU" sz="2200" dirty="0"/>
          </a:p>
        </p:txBody>
      </p:sp>
      <p:sp>
        <p:nvSpPr>
          <p:cNvPr id="12" name="authorB"/>
          <p:cNvSpPr txBox="1"/>
          <p:nvPr/>
        </p:nvSpPr>
        <p:spPr>
          <a:xfrm>
            <a:off x="698500" y="4038600"/>
            <a:ext cx="8001000" cy="2806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sz="1700" dirty="0">
                <a:solidFill>
                  <a:srgbClr val="F5EBD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Эркинбой</a:t>
            </a:r>
            <a:endParaRPr lang="ru-RU" sz="1700" dirty="0"/>
          </a:p>
        </p:txBody>
      </p:sp>
      <p:sp>
        <p:nvSpPr>
          <p:cNvPr id="13" name="authorS"/>
          <p:cNvSpPr txBox="1"/>
          <p:nvPr/>
        </p:nvSpPr>
        <p:spPr>
          <a:xfrm>
            <a:off x="698500" y="4357370"/>
            <a:ext cx="7239000" cy="214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sz="1300" b="1" dirty="0">
                <a:solidFill>
                  <a:srgbClr val="A39D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магистрант, лингвист · родом из Узбекистана · в Петербурге с 2014 года</a:t>
            </a:r>
            <a:endParaRPr lang="ru-RU" sz="1300" dirty="0"/>
          </a:p>
        </p:txBody>
      </p:sp>
      <p:sp>
        <p:nvSpPr>
          <p:cNvPr id="14" name="startBtn"/>
          <p:cNvSpPr txBox="1"/>
          <p:nvPr/>
        </p:nvSpPr>
        <p:spPr>
          <a:xfrm>
            <a:off x="698500" y="4927600"/>
            <a:ext cx="5467985" cy="798830"/>
          </a:xfrm>
          <a:prstGeom prst="roundRect">
            <a:avLst>
              <a:gd name="adj" fmla="val 57234"/>
            </a:avLst>
          </a:prstGeom>
          <a:solidFill>
            <a:srgbClr val="F6BB2A"/>
          </a:solidFill>
          <a:ln/>
          <a:effectLst>
            <a:outerShdw sx="100000" sy="100000" kx="0" ky="0" algn="bl" rotWithShape="0" blurRad="6350" dist="57150" dir="5400000">
              <a:srgbClr val="CF9214">
                <a:alpha val="100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ru-RU" sz="2200" b="1" dirty="0">
                <a:solidFill>
                  <a:srgbClr val="1B181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НАЧАТЬ ЭКСПЕРИМЕНТ</a:t>
            </a:r>
            <a:endParaRPr lang="ru-RU" sz="2200" dirty="0"/>
          </a:p>
        </p:txBody>
      </p:sp>
      <p:sp>
        <p:nvSpPr>
          <p:cNvPr id="15" name="card"/>
          <p:cNvSpPr txBox="1"/>
          <p:nvPr/>
        </p:nvSpPr>
        <p:spPr>
          <a:xfrm rot="-90000">
            <a:off x="679450" y="4738370"/>
            <a:ext cx="5752465" cy="1657985"/>
          </a:xfrm>
          <a:prstGeom prst="roundRect">
            <a:avLst>
              <a:gd name="adj" fmla="val 6618"/>
            </a:avLst>
          </a:prstGeom>
          <a:solidFill>
            <a:srgbClr val="F5EBD5"/>
          </a:solidFill>
          <a:ln/>
          <a:effectLst>
            <a:outerShdw sx="100000" sy="100000" kx="0" ky="0" algn="bl" rotWithShape="0" blurRad="228600" dist="101600" dir="5400000">
              <a:srgbClr val="000000">
                <a:alpha val="35000"/>
              </a:srgbClr>
            </a:outerShdw>
          </a:effectLst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ru-RU" sz="1600" dirty="0"/>
          </a:p>
        </p:txBody>
      </p:sp>
      <p:sp>
        <p:nvSpPr>
          <p:cNvPr id="16" name="badge"/>
          <p:cNvSpPr txBox="1"/>
          <p:nvPr/>
        </p:nvSpPr>
        <p:spPr>
          <a:xfrm>
            <a:off x="3787140" y="4629150"/>
            <a:ext cx="2469515" cy="205105"/>
          </a:xfrm>
          <a:prstGeom prst="roundRect">
            <a:avLst>
              <a:gd name="adj" fmla="val 222910"/>
            </a:avLst>
          </a:prstGeom>
          <a:solidFill>
            <a:srgbClr val="E8432D"/>
          </a:solidFill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ru-RU" sz="950" b="1" spc="150" kern="0" dirty="0">
                <a:solidFill>
                  <a:srgbClr val="F5E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ШУТОЧНАЯ МЕТОДОЛОГИЯ</a:t>
            </a:r>
            <a:endParaRPr lang="ru-RU" sz="950" dirty="0"/>
          </a:p>
        </p:txBody>
      </p:sp>
      <p:sp>
        <p:nvSpPr>
          <p:cNvPr id="17" name="line1"/>
          <p:cNvSpPr txBox="1"/>
          <p:nvPr/>
        </p:nvSpPr>
        <p:spPr>
          <a:xfrm rot="-90000">
            <a:off x="937895" y="4910455"/>
            <a:ext cx="5403850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sz="2000" b="1" dirty="0">
                <a:solidFill>
                  <a:srgbClr val="1B18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Исследование проводилось на людях.</a:t>
            </a:r>
            <a:endParaRPr lang="ru-RU" sz="2000" dirty="0"/>
          </a:p>
        </p:txBody>
      </p:sp>
      <p:sp>
        <p:nvSpPr>
          <p:cNvPr id="18" name="line2"/>
          <p:cNvSpPr txBox="1"/>
          <p:nvPr/>
        </p:nvSpPr>
        <p:spPr>
          <a:xfrm rot="-90000">
            <a:off x="946150" y="5219700"/>
            <a:ext cx="5403850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sz="2000" b="1" dirty="0">
                <a:solidFill>
                  <a:srgbClr val="1B18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Точнее, на одном человеке.</a:t>
            </a:r>
            <a:endParaRPr lang="ru-RU" sz="2000" dirty="0"/>
          </a:p>
        </p:txBody>
      </p:sp>
      <p:sp>
        <p:nvSpPr>
          <p:cNvPr id="19" name="line3"/>
          <p:cNvSpPr txBox="1"/>
          <p:nvPr/>
        </p:nvSpPr>
        <p:spPr>
          <a:xfrm rot="-90000">
            <a:off x="955040" y="5567680"/>
            <a:ext cx="5599430" cy="631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sz="3200" dirty="0">
                <a:solidFill>
                  <a:srgbClr val="E8432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НА МНЕ.</a:t>
            </a:r>
            <a:endParaRPr lang="ru-RU" sz="3200" dirty="0"/>
          </a:p>
        </p:txBody>
      </p:sp>
      <p:pic>
        <p:nvPicPr>
          <p:cNvPr id="20" name="me" descr="me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39400" y="3156585"/>
            <a:ext cx="1565910" cy="995045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-0.012 E" pathEditMode="relative">
                                      <p:cBhvr>
                                        <p:cTn id="4" dur="3200" fill="hold" autoRev="1" repeatCount="indefinite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800" fill="hold" autoRev="1" repeatCount="indefinite"/>
                                        <p:tgtEl>
                                          <p:spTgt spid="14"/>
                                        </p:tgtEl>
                                      </p:cBhvr>
                                      <p:by x="104000" y="104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3" presetClass="exit" presetSubtype="16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0" dur="3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3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2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 vol="80000">
                                        <p:cTn id="14" display="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ndTgt r:embed="rId900" name="tad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7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6" dur="300" fill="hold" autoRev="1"/>
                                        <p:tgtEl>
                                          <p:spTgt spid="3"/>
                                        </p:tgtEl>
                                      </p:cBhvr>
                                      <p:by x="106000" y="106000"/>
                                    </p:animScale>
                                  </p:childTnLst>
                                </p:cTn>
                              </p:par>
                              <p:par>
                                <p:cTn id="22" presetID="53" presetClass="entr" presetSubtype="16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w*1.14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h*1.14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275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53" presetClass="entr" presetSubtype="16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4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w*1.14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4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h*1.14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225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 vol="80000">
                                        <p:cTn id="30" display="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ndTgt r:embed="rId901" name="pop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 vol="80000">
                                        <p:cTn id="34" display="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ndTgt r:embed="rId901" name="pop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41" presetID="53" presetClass="entr" presetSubtype="16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6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w*1.14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6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h*1.14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 vol="80000">
                                        <p:cTn id="40" display="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ndTgt r:embed="rId902" name="boin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44" presetID="10" presetClass="exit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2" dur="2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2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53" presetClass="entr" presetSubtype="16" fill="hold" grpId="0" nodeType="withEffect">
                                  <p:stCondLst>
                                    <p:cond delay="165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w*1.14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h*1.14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2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4" grpId="1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5"/>
          <p:cNvSpPr/>
          <p:nvPr>
            <p:ph idx="105" type="body" hasCustomPrompt="1"/>
          </p:nvPr>
        </p:nvSpPr>
        <p:spPr>
          <a:xfrm>
            <a:off x="1651000" y="6553200"/>
            <a:ext cx="4445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ru-RU" sz="950" b="1" spc="120" kern="0" dirty="0">
                <a:solidFill>
                  <a:srgbClr val="D8C7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ГИПОТЕЗЫ</a:t>
            </a:r>
            <a:endParaRPr lang="ru-RU" sz="950" dirty="0"/>
          </a:p>
        </p:txBody>
      </p:sp>
      <p:sp>
        <p:nvSpPr>
          <p:cNvPr id="3" name="Text 5"/>
          <p:cNvSpPr/>
          <p:nvPr>
            <p:ph idx="107" type="title" hasCustomPrompt="1"/>
          </p:nvPr>
        </p:nvSpPr>
        <p:spPr>
          <a:xfrm>
            <a:off x="698500" y="863600"/>
            <a:ext cx="10795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ru-RU" sz="3200" dirty="0">
                <a:solidFill>
                  <a:srgbClr val="F5EBD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Что российские студенты</a:t>
            </a:r>
            <a:endParaRPr lang="ru-RU" sz="3200" dirty="0"/>
          </a:p>
          <a:p>
            <a:pPr algn="l" indent="0" marL="0">
              <a:lnSpc>
                <a:spcPct val="92000"/>
              </a:lnSpc>
              <a:buNone/>
            </a:pPr>
            <a:r>
              <a:rPr lang="ru-RU" sz="3200" dirty="0">
                <a:solidFill>
                  <a:srgbClr val="F5EBD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знают об узбеках?</a:t>
            </a:r>
            <a:endParaRPr lang="ru-RU" sz="3200" dirty="0"/>
          </a:p>
        </p:txBody>
      </p:sp>
      <p:sp>
        <p:nvSpPr>
          <p:cNvPr id="4" name="eyeDash"/>
          <p:cNvSpPr/>
          <p:nvPr/>
        </p:nvSpPr>
        <p:spPr>
          <a:xfrm>
            <a:off x="698500" y="717550"/>
            <a:ext cx="292100" cy="19050"/>
          </a:xfrm>
          <a:prstGeom prst="roundRect">
            <a:avLst>
              <a:gd name="adj" fmla="val 48000"/>
            </a:avLst>
          </a:prstGeom>
          <a:solidFill>
            <a:srgbClr val="F6BB2A"/>
          </a:solidFill>
          <a:ln/>
        </p:spPr>
      </p:sp>
      <p:sp>
        <p:nvSpPr>
          <p:cNvPr id="5" name="eyebrow"/>
          <p:cNvSpPr txBox="1"/>
          <p:nvPr/>
        </p:nvSpPr>
        <p:spPr>
          <a:xfrm>
            <a:off x="1079500" y="635000"/>
            <a:ext cx="4064000" cy="1816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ru-RU" sz="1100" b="1" spc="350" kern="0" dirty="0">
                <a:solidFill>
                  <a:srgbClr val="F6B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ТРИ НАУЧНЫЕ ГИПОТЕЗЫ</a:t>
            </a:r>
            <a:endParaRPr lang="ru-RU" sz="1100" dirty="0"/>
          </a:p>
        </p:txBody>
      </p:sp>
      <p:pic>
        <p:nvPicPr>
          <p:cNvPr id="6" name="res0" descr="res0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01785" y="254000"/>
            <a:ext cx="2482215" cy="2032000"/>
          </a:xfrm>
          <a:prstGeom prst="rect">
            <a:avLst/>
          </a:prstGeom>
        </p:spPr>
      </p:pic>
      <p:pic>
        <p:nvPicPr>
          <p:cNvPr id="7" name="res1" descr="res1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01785" y="254000"/>
            <a:ext cx="2482215" cy="2032000"/>
          </a:xfrm>
          <a:prstGeom prst="rect">
            <a:avLst/>
          </a:prstGeom>
        </p:spPr>
      </p:pic>
      <p:pic>
        <p:nvPicPr>
          <p:cNvPr id="8" name="res3" descr="res3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01785" y="254000"/>
            <a:ext cx="2482215" cy="2032000"/>
          </a:xfrm>
          <a:prstGeom prst="rect">
            <a:avLst/>
          </a:prstGeom>
        </p:spPr>
      </p:pic>
      <p:pic>
        <p:nvPicPr>
          <p:cNvPr id="9" name="res4" descr="res4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01785" y="254000"/>
            <a:ext cx="2482215" cy="2032000"/>
          </a:xfrm>
          <a:prstGeom prst="rect">
            <a:avLst/>
          </a:prstGeom>
        </p:spPr>
      </p:pic>
      <p:pic>
        <p:nvPicPr>
          <p:cNvPr id="10" name="front0" descr="front0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9100" y="1765300"/>
            <a:ext cx="3987800" cy="3949700"/>
          </a:xfrm>
          <a:prstGeom prst="rect">
            <a:avLst/>
          </a:prstGeom>
        </p:spPr>
      </p:pic>
      <p:sp>
        <p:nvSpPr>
          <p:cNvPr id="11" name="num0"/>
          <p:cNvSpPr txBox="1"/>
          <p:nvPr/>
        </p:nvSpPr>
        <p:spPr>
          <a:xfrm>
            <a:off x="889000" y="2235200"/>
            <a:ext cx="1858010" cy="1816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ru-RU" sz="1100" b="1" spc="300" kern="0" dirty="0">
                <a:solidFill>
                  <a:srgbClr val="B32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ГИПОТЕЗА № 1</a:t>
            </a:r>
            <a:endParaRPr lang="ru-RU" sz="1100" dirty="0"/>
          </a:p>
        </p:txBody>
      </p:sp>
      <p:sp>
        <p:nvSpPr>
          <p:cNvPr id="12" name="claim0"/>
          <p:cNvSpPr txBox="1"/>
          <p:nvPr/>
        </p:nvSpPr>
        <p:spPr>
          <a:xfrm>
            <a:off x="774700" y="3724910"/>
            <a:ext cx="3276600" cy="1080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88000"/>
              </a:lnSpc>
              <a:buNone/>
            </a:pPr>
            <a:r>
              <a:rPr lang="ru-RU" sz="1850" dirty="0">
                <a:solidFill>
                  <a:srgbClr val="1B181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«Все узбеки</a:t>
            </a:r>
            <a:endParaRPr lang="ru-RU" sz="1850" dirty="0"/>
          </a:p>
          <a:p>
            <a:pPr algn="ctr" indent="0" marL="0">
              <a:lnSpc>
                <a:spcPct val="88000"/>
              </a:lnSpc>
              <a:buNone/>
            </a:pPr>
            <a:r>
              <a:rPr lang="ru-RU" sz="1850" dirty="0">
                <a:solidFill>
                  <a:srgbClr val="1B181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из Ташкента»</a:t>
            </a:r>
            <a:endParaRPr lang="ru-RU" sz="1850" dirty="0"/>
          </a:p>
        </p:txBody>
      </p:sp>
      <p:sp>
        <p:nvSpPr>
          <p:cNvPr id="13" name="chk0"/>
          <p:cNvSpPr txBox="1"/>
          <p:nvPr/>
        </p:nvSpPr>
        <p:spPr>
          <a:xfrm>
            <a:off x="1478280" y="4805680"/>
            <a:ext cx="1869440" cy="414020"/>
          </a:xfrm>
          <a:prstGeom prst="roundRect">
            <a:avLst>
              <a:gd name="adj" fmla="val 110429"/>
            </a:avLst>
          </a:prstGeom>
          <a:solidFill>
            <a:srgbClr val="E8432D"/>
          </a:solidFill>
          <a:ln/>
          <a:effectLst>
            <a:outerShdw sx="100000" sy="100000" kx="0" ky="0" algn="bl" rotWithShape="0" blurRad="101600" dist="38100" dir="5400000">
              <a:srgbClr val="7D1A0D">
                <a:alpha val="100000"/>
              </a:srgbClr>
            </a:outerShdw>
          </a:effectLst>
        </p:spPr>
        <p:txBody>
          <a:bodyPr wrap="none" lIns="434975" tIns="0" rIns="165100" bIns="0" rtlCol="0" anchor="ctr"/>
          <a:lstStyle/>
          <a:p>
            <a:pPr algn="ctr" indent="0" marL="0">
              <a:buNone/>
            </a:pPr>
            <a:r>
              <a:rPr lang="ru-RU" sz="1200" dirty="0">
                <a:solidFill>
                  <a:srgbClr val="F5EBD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ПРОВЕРИТЬ</a:t>
            </a:r>
            <a:endParaRPr lang="ru-RU" sz="1200" dirty="0"/>
          </a:p>
        </p:txBody>
      </p:sp>
      <p:sp>
        <p:nvSpPr>
          <p:cNvPr id="14" name="key0"/>
          <p:cNvSpPr txBox="1"/>
          <p:nvPr/>
        </p:nvSpPr>
        <p:spPr>
          <a:xfrm>
            <a:off x="1668780" y="4941570"/>
            <a:ext cx="155575" cy="155575"/>
          </a:xfrm>
          <a:prstGeom prst="roundRect">
            <a:avLst>
              <a:gd name="adj" fmla="val 293878"/>
            </a:avLst>
          </a:prstGeom>
          <a:solidFill>
            <a:srgbClr val="EC6553"/>
          </a:solidFill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ru-RU" sz="700" b="1" dirty="0">
                <a:solidFill>
                  <a:srgbClr val="F5EBD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ru-RU" sz="700" dirty="0"/>
          </a:p>
        </p:txBody>
      </p:sp>
      <p:pic>
        <p:nvPicPr>
          <p:cNvPr id="15" name="back0" descr="back0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9100" y="1765300"/>
            <a:ext cx="3987800" cy="3949700"/>
          </a:xfrm>
          <a:prstGeom prst="rect">
            <a:avLst/>
          </a:prstGeom>
        </p:spPr>
      </p:pic>
      <p:sp>
        <p:nvSpPr>
          <p:cNvPr id="16" name="bnum0"/>
          <p:cNvSpPr txBox="1"/>
          <p:nvPr/>
        </p:nvSpPr>
        <p:spPr>
          <a:xfrm>
            <a:off x="863600" y="2171700"/>
            <a:ext cx="1607185" cy="1651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ru-RU" sz="1000" b="1" spc="250" kern="0" dirty="0">
                <a:solidFill>
                  <a:srgbClr val="F6B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РЕЗУЛЬТАТ № 1</a:t>
            </a:r>
            <a:endParaRPr lang="ru-RU" sz="1000" dirty="0"/>
          </a:p>
        </p:txBody>
      </p:sp>
      <p:sp>
        <p:nvSpPr>
          <p:cNvPr id="17" name="bclaim0"/>
          <p:cNvSpPr txBox="1"/>
          <p:nvPr/>
        </p:nvSpPr>
        <p:spPr>
          <a:xfrm>
            <a:off x="2496185" y="2171700"/>
            <a:ext cx="1466215" cy="1651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ru-RU" sz="1000" dirty="0">
                <a:solidFill>
                  <a:srgbClr val="A39D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Тема: Ташкент</a:t>
            </a:r>
            <a:endParaRPr lang="ru-RU" sz="1000" dirty="0"/>
          </a:p>
        </p:txBody>
      </p:sp>
      <p:pic>
        <p:nvPicPr>
          <p:cNvPr id="18" name="front1" descr="front1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02100" y="1765300"/>
            <a:ext cx="3987800" cy="3949700"/>
          </a:xfrm>
          <a:prstGeom prst="rect">
            <a:avLst/>
          </a:prstGeom>
        </p:spPr>
      </p:pic>
      <p:sp>
        <p:nvSpPr>
          <p:cNvPr id="19" name="num1"/>
          <p:cNvSpPr txBox="1"/>
          <p:nvPr/>
        </p:nvSpPr>
        <p:spPr>
          <a:xfrm>
            <a:off x="4572000" y="2235200"/>
            <a:ext cx="1878965" cy="1816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ru-RU" sz="1100" b="1" spc="300" kern="0" dirty="0">
                <a:solidFill>
                  <a:srgbClr val="B32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ГИПОТЕЗА № 2</a:t>
            </a:r>
            <a:endParaRPr lang="ru-RU" sz="1100" dirty="0"/>
          </a:p>
        </p:txBody>
      </p:sp>
      <p:sp>
        <p:nvSpPr>
          <p:cNvPr id="20" name="claim1"/>
          <p:cNvSpPr txBox="1"/>
          <p:nvPr/>
        </p:nvSpPr>
        <p:spPr>
          <a:xfrm>
            <a:off x="4457700" y="3724910"/>
            <a:ext cx="3276600" cy="1080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88000"/>
              </a:lnSpc>
              <a:buNone/>
            </a:pPr>
            <a:r>
              <a:rPr lang="ru-RU" sz="1850" dirty="0">
                <a:solidFill>
                  <a:srgbClr val="1B181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«У узбеков много</a:t>
            </a:r>
            <a:endParaRPr lang="ru-RU" sz="1850" dirty="0"/>
          </a:p>
          <a:p>
            <a:pPr algn="ctr" indent="0" marL="0">
              <a:lnSpc>
                <a:spcPct val="88000"/>
              </a:lnSpc>
              <a:buNone/>
            </a:pPr>
            <a:r>
              <a:rPr lang="ru-RU" sz="1850" dirty="0">
                <a:solidFill>
                  <a:srgbClr val="1B181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родственников»</a:t>
            </a:r>
            <a:endParaRPr lang="ru-RU" sz="1850" dirty="0"/>
          </a:p>
        </p:txBody>
      </p:sp>
      <p:sp>
        <p:nvSpPr>
          <p:cNvPr id="21" name="chk1"/>
          <p:cNvSpPr txBox="1"/>
          <p:nvPr/>
        </p:nvSpPr>
        <p:spPr>
          <a:xfrm>
            <a:off x="5161280" y="4805680"/>
            <a:ext cx="1869440" cy="414020"/>
          </a:xfrm>
          <a:prstGeom prst="roundRect">
            <a:avLst>
              <a:gd name="adj" fmla="val 110429"/>
            </a:avLst>
          </a:prstGeom>
          <a:solidFill>
            <a:srgbClr val="E8432D"/>
          </a:solidFill>
          <a:ln/>
          <a:effectLst>
            <a:outerShdw sx="100000" sy="100000" kx="0" ky="0" algn="bl" rotWithShape="0" blurRad="101600" dist="38100" dir="5400000">
              <a:srgbClr val="7D1A0D">
                <a:alpha val="100000"/>
              </a:srgbClr>
            </a:outerShdw>
          </a:effectLst>
        </p:spPr>
        <p:txBody>
          <a:bodyPr wrap="none" lIns="434975" tIns="0" rIns="165100" bIns="0" rtlCol="0" anchor="ctr"/>
          <a:lstStyle/>
          <a:p>
            <a:pPr algn="ctr" indent="0" marL="0">
              <a:buNone/>
            </a:pPr>
            <a:r>
              <a:rPr lang="ru-RU" sz="1200" dirty="0">
                <a:solidFill>
                  <a:srgbClr val="F5EBD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ПРОВЕРИТЬ</a:t>
            </a:r>
            <a:endParaRPr lang="ru-RU" sz="1200" dirty="0"/>
          </a:p>
        </p:txBody>
      </p:sp>
      <p:sp>
        <p:nvSpPr>
          <p:cNvPr id="22" name="key1"/>
          <p:cNvSpPr txBox="1"/>
          <p:nvPr/>
        </p:nvSpPr>
        <p:spPr>
          <a:xfrm>
            <a:off x="5351780" y="4941570"/>
            <a:ext cx="155575" cy="155575"/>
          </a:xfrm>
          <a:prstGeom prst="roundRect">
            <a:avLst>
              <a:gd name="adj" fmla="val 293878"/>
            </a:avLst>
          </a:prstGeom>
          <a:solidFill>
            <a:srgbClr val="EC6553"/>
          </a:solidFill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ru-RU" sz="700" b="1" dirty="0">
                <a:solidFill>
                  <a:srgbClr val="F5EBD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ru-RU" sz="700" dirty="0"/>
          </a:p>
        </p:txBody>
      </p:sp>
      <p:pic>
        <p:nvPicPr>
          <p:cNvPr id="23" name="back1" descr="back1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102100" y="1765300"/>
            <a:ext cx="3987800" cy="3949700"/>
          </a:xfrm>
          <a:prstGeom prst="rect">
            <a:avLst/>
          </a:prstGeom>
        </p:spPr>
      </p:pic>
      <p:sp>
        <p:nvSpPr>
          <p:cNvPr id="24" name="bnum1"/>
          <p:cNvSpPr txBox="1"/>
          <p:nvPr/>
        </p:nvSpPr>
        <p:spPr>
          <a:xfrm>
            <a:off x="4546600" y="2171700"/>
            <a:ext cx="1626235" cy="1651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ru-RU" sz="1000" b="1" spc="250" kern="0" dirty="0">
                <a:solidFill>
                  <a:srgbClr val="F6B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РЕЗУЛЬТАТ № 2</a:t>
            </a:r>
            <a:endParaRPr lang="ru-RU" sz="1000" dirty="0"/>
          </a:p>
        </p:txBody>
      </p:sp>
      <p:sp>
        <p:nvSpPr>
          <p:cNvPr id="25" name="bclaim1"/>
          <p:cNvSpPr txBox="1"/>
          <p:nvPr/>
        </p:nvSpPr>
        <p:spPr>
          <a:xfrm>
            <a:off x="5812155" y="2171700"/>
            <a:ext cx="1833245" cy="1651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ru-RU" sz="1000" dirty="0">
                <a:solidFill>
                  <a:srgbClr val="A39D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Тема: родственники</a:t>
            </a:r>
            <a:endParaRPr lang="ru-RU" sz="1000" dirty="0"/>
          </a:p>
        </p:txBody>
      </p:sp>
      <p:pic>
        <p:nvPicPr>
          <p:cNvPr id="26" name="front2" descr="front2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785100" y="1765300"/>
            <a:ext cx="3987800" cy="3949700"/>
          </a:xfrm>
          <a:prstGeom prst="rect">
            <a:avLst/>
          </a:prstGeom>
        </p:spPr>
      </p:pic>
      <p:sp>
        <p:nvSpPr>
          <p:cNvPr id="27" name="num2"/>
          <p:cNvSpPr txBox="1"/>
          <p:nvPr/>
        </p:nvSpPr>
        <p:spPr>
          <a:xfrm>
            <a:off x="8255000" y="2235200"/>
            <a:ext cx="1877695" cy="1816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ru-RU" sz="1100" b="1" spc="300" kern="0" dirty="0">
                <a:solidFill>
                  <a:srgbClr val="B32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ГИПОТЕЗА № 3</a:t>
            </a:r>
            <a:endParaRPr lang="ru-RU" sz="1100" dirty="0"/>
          </a:p>
        </p:txBody>
      </p:sp>
      <p:sp>
        <p:nvSpPr>
          <p:cNvPr id="28" name="claim2"/>
          <p:cNvSpPr txBox="1"/>
          <p:nvPr/>
        </p:nvSpPr>
        <p:spPr>
          <a:xfrm>
            <a:off x="8140700" y="3724910"/>
            <a:ext cx="3276600" cy="1080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88000"/>
              </a:lnSpc>
              <a:buNone/>
            </a:pPr>
            <a:r>
              <a:rPr lang="ru-RU" sz="1850" dirty="0">
                <a:solidFill>
                  <a:srgbClr val="1B181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«Узбеки постоянно</a:t>
            </a:r>
            <a:endParaRPr lang="ru-RU" sz="1850" dirty="0"/>
          </a:p>
          <a:p>
            <a:pPr algn="ctr" indent="0" marL="0">
              <a:lnSpc>
                <a:spcPct val="88000"/>
              </a:lnSpc>
              <a:buNone/>
            </a:pPr>
            <a:r>
              <a:rPr lang="ru-RU" sz="1850" dirty="0">
                <a:solidFill>
                  <a:srgbClr val="1B181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едят плов»</a:t>
            </a:r>
            <a:endParaRPr lang="ru-RU" sz="1850" dirty="0"/>
          </a:p>
        </p:txBody>
      </p:sp>
      <p:sp>
        <p:nvSpPr>
          <p:cNvPr id="29" name="chk2"/>
          <p:cNvSpPr txBox="1"/>
          <p:nvPr/>
        </p:nvSpPr>
        <p:spPr>
          <a:xfrm>
            <a:off x="8844280" y="4805680"/>
            <a:ext cx="1869440" cy="414020"/>
          </a:xfrm>
          <a:prstGeom prst="roundRect">
            <a:avLst>
              <a:gd name="adj" fmla="val 110429"/>
            </a:avLst>
          </a:prstGeom>
          <a:solidFill>
            <a:srgbClr val="E8432D"/>
          </a:solidFill>
          <a:ln/>
          <a:effectLst>
            <a:outerShdw sx="100000" sy="100000" kx="0" ky="0" algn="bl" rotWithShape="0" blurRad="101600" dist="38100" dir="5400000">
              <a:srgbClr val="7D1A0D">
                <a:alpha val="100000"/>
              </a:srgbClr>
            </a:outerShdw>
          </a:effectLst>
        </p:spPr>
        <p:txBody>
          <a:bodyPr wrap="none" lIns="434975" tIns="0" rIns="165100" bIns="0" rtlCol="0" anchor="ctr"/>
          <a:lstStyle/>
          <a:p>
            <a:pPr algn="ctr" indent="0" marL="0">
              <a:buNone/>
            </a:pPr>
            <a:r>
              <a:rPr lang="ru-RU" sz="1200" dirty="0">
                <a:solidFill>
                  <a:srgbClr val="F5EBD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ПРОВЕРИТЬ</a:t>
            </a:r>
            <a:endParaRPr lang="ru-RU" sz="1200" dirty="0"/>
          </a:p>
        </p:txBody>
      </p:sp>
      <p:sp>
        <p:nvSpPr>
          <p:cNvPr id="30" name="key2"/>
          <p:cNvSpPr txBox="1"/>
          <p:nvPr/>
        </p:nvSpPr>
        <p:spPr>
          <a:xfrm>
            <a:off x="9034780" y="4941570"/>
            <a:ext cx="155575" cy="155575"/>
          </a:xfrm>
          <a:prstGeom prst="roundRect">
            <a:avLst>
              <a:gd name="adj" fmla="val 293878"/>
            </a:avLst>
          </a:prstGeom>
          <a:solidFill>
            <a:srgbClr val="EC6553"/>
          </a:solidFill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ru-RU" sz="700" b="1" dirty="0">
                <a:solidFill>
                  <a:srgbClr val="F5EBD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ru-RU" sz="700" dirty="0"/>
          </a:p>
        </p:txBody>
      </p:sp>
      <p:pic>
        <p:nvPicPr>
          <p:cNvPr id="31" name="back2" descr="back2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785100" y="1765300"/>
            <a:ext cx="3987800" cy="3949700"/>
          </a:xfrm>
          <a:prstGeom prst="rect">
            <a:avLst/>
          </a:prstGeom>
        </p:spPr>
      </p:pic>
      <p:sp>
        <p:nvSpPr>
          <p:cNvPr id="32" name="bnum2"/>
          <p:cNvSpPr txBox="1"/>
          <p:nvPr/>
        </p:nvSpPr>
        <p:spPr>
          <a:xfrm>
            <a:off x="8229600" y="2171700"/>
            <a:ext cx="1624330" cy="1651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ru-RU" sz="1000" b="1" spc="250" kern="0" dirty="0">
                <a:solidFill>
                  <a:srgbClr val="F6B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РЕЗУЛЬТАТ № 3</a:t>
            </a:r>
            <a:endParaRPr lang="ru-RU" sz="1000" dirty="0"/>
          </a:p>
        </p:txBody>
      </p:sp>
      <p:sp>
        <p:nvSpPr>
          <p:cNvPr id="33" name="bclaim2"/>
          <p:cNvSpPr txBox="1"/>
          <p:nvPr/>
        </p:nvSpPr>
        <p:spPr>
          <a:xfrm>
            <a:off x="10086340" y="2171700"/>
            <a:ext cx="1242060" cy="1651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ru-RU" sz="1000" dirty="0">
                <a:solidFill>
                  <a:srgbClr val="A39D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Тема: плов</a:t>
            </a:r>
            <a:endParaRPr lang="ru-RU" sz="1000" dirty="0"/>
          </a:p>
        </p:txBody>
      </p:sp>
      <p:pic>
        <p:nvPicPr>
          <p:cNvPr id="34" name="map" descr="map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00100" y="3054985"/>
            <a:ext cx="3225800" cy="1854200"/>
          </a:xfrm>
          <a:prstGeom prst="rect">
            <a:avLst/>
          </a:prstGeom>
        </p:spPr>
      </p:pic>
      <p:pic>
        <p:nvPicPr>
          <p:cNvPr id="35" name="city0" descr="city0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358390" y="3669665"/>
            <a:ext cx="1345565" cy="440055"/>
          </a:xfrm>
          <a:prstGeom prst="rect">
            <a:avLst/>
          </a:prstGeom>
        </p:spPr>
      </p:pic>
      <p:pic>
        <p:nvPicPr>
          <p:cNvPr id="36" name="city1" descr="city1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357755" y="4041775"/>
            <a:ext cx="793750" cy="334010"/>
          </a:xfrm>
          <a:prstGeom prst="rect">
            <a:avLst/>
          </a:prstGeom>
        </p:spPr>
      </p:pic>
      <p:pic>
        <p:nvPicPr>
          <p:cNvPr id="37" name="city2" descr="city2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840865" y="4147820"/>
            <a:ext cx="641985" cy="247650"/>
          </a:xfrm>
          <a:prstGeom prst="rect">
            <a:avLst/>
          </a:prstGeom>
        </p:spPr>
      </p:pic>
      <p:pic>
        <p:nvPicPr>
          <p:cNvPr id="38" name="city3" descr="city3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649730" y="3900170"/>
            <a:ext cx="382905" cy="309245"/>
          </a:xfrm>
          <a:prstGeom prst="rect">
            <a:avLst/>
          </a:prstGeom>
        </p:spPr>
      </p:pic>
      <p:pic>
        <p:nvPicPr>
          <p:cNvPr id="39" name="city4" descr="city4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511935" y="3526790"/>
            <a:ext cx="450850" cy="334010"/>
          </a:xfrm>
          <a:prstGeom prst="rect">
            <a:avLst/>
          </a:prstGeom>
        </p:spPr>
      </p:pic>
      <p:pic>
        <p:nvPicPr>
          <p:cNvPr id="40" name="city5" descr="city5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3114040" y="4081145"/>
            <a:ext cx="612775" cy="315595"/>
          </a:xfrm>
          <a:prstGeom prst="rect">
            <a:avLst/>
          </a:prstGeom>
        </p:spPr>
      </p:pic>
      <p:pic>
        <p:nvPicPr>
          <p:cNvPr id="41" name="city6" descr="city6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2346960" y="4361180"/>
            <a:ext cx="490220" cy="315595"/>
          </a:xfrm>
          <a:prstGeom prst="rect">
            <a:avLst/>
          </a:prstGeom>
        </p:spPr>
      </p:pic>
      <p:pic>
        <p:nvPicPr>
          <p:cNvPr id="42" name="thumb" descr="thumb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4546600" y="3345180"/>
            <a:ext cx="3098800" cy="1384300"/>
          </a:xfrm>
          <a:prstGeom prst="rect">
            <a:avLst/>
          </a:prstGeom>
        </p:spPr>
      </p:pic>
      <p:sp>
        <p:nvSpPr>
          <p:cNvPr id="43" name="nlab"/>
          <p:cNvSpPr txBox="1"/>
          <p:nvPr/>
        </p:nvSpPr>
        <p:spPr>
          <a:xfrm>
            <a:off x="6563360" y="4433570"/>
            <a:ext cx="802640" cy="232410"/>
          </a:xfrm>
          <a:prstGeom prst="roundRect">
            <a:avLst>
              <a:gd name="adj" fmla="val 27541"/>
            </a:avLst>
          </a:prstGeom>
          <a:solidFill>
            <a:srgbClr val="17181B"/>
          </a:solidFill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ru-RU" sz="1100" b="1" dirty="0">
                <a:solidFill>
                  <a:srgbClr val="F6B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 = 140</a:t>
            </a:r>
            <a:endParaRPr lang="ru-RU" sz="1100" dirty="0"/>
          </a:p>
        </p:txBody>
      </p:sp>
      <p:pic>
        <p:nvPicPr>
          <p:cNvPr id="44" name="medal" descr="medal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324850" y="3146425"/>
            <a:ext cx="1219200" cy="1473200"/>
          </a:xfrm>
          <a:prstGeom prst="rect">
            <a:avLst/>
          </a:prstGeom>
        </p:spPr>
      </p:pic>
      <p:pic>
        <p:nvPicPr>
          <p:cNvPr id="45" name="plate" descr="plate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9391650" y="2600960"/>
            <a:ext cx="1816100" cy="2031365"/>
          </a:xfrm>
          <a:prstGeom prst="rect">
            <a:avLst/>
          </a:prstGeom>
        </p:spPr>
      </p:pic>
      <p:sp>
        <p:nvSpPr>
          <p:cNvPr id="46" name="stamp0"/>
          <p:cNvSpPr txBox="1"/>
          <p:nvPr/>
        </p:nvSpPr>
        <p:spPr>
          <a:xfrm rot="-420000">
            <a:off x="899795" y="2524760"/>
            <a:ext cx="3026410" cy="469265"/>
          </a:xfrm>
          <a:prstGeom prst="roundRect">
            <a:avLst>
              <a:gd name="adj" fmla="val 23383"/>
            </a:avLst>
          </a:prstGeom>
          <a:solidFill>
            <a:srgbClr val="17181B">
              <a:alpha val="35000"/>
            </a:srgbClr>
          </a:solidFill>
          <a:ln w="44450">
            <a:solidFill>
              <a:srgbClr val="E8432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ru-RU" sz="2100" dirty="0">
                <a:solidFill>
                  <a:srgbClr val="E8432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ОПРОВЕРГНУТО</a:t>
            </a:r>
            <a:endParaRPr lang="ru-RU" sz="2100" dirty="0"/>
          </a:p>
        </p:txBody>
      </p:sp>
      <p:sp>
        <p:nvSpPr>
          <p:cNvPr id="47" name="stamp1"/>
          <p:cNvSpPr txBox="1"/>
          <p:nvPr/>
        </p:nvSpPr>
        <p:spPr>
          <a:xfrm rot="-300000">
            <a:off x="4585970" y="2453640"/>
            <a:ext cx="3020695" cy="806450"/>
          </a:xfrm>
          <a:prstGeom prst="roundRect">
            <a:avLst>
              <a:gd name="adj" fmla="val 13606"/>
            </a:avLst>
          </a:prstGeom>
          <a:solidFill>
            <a:srgbClr val="17181B">
              <a:alpha val="35000"/>
            </a:srgbClr>
          </a:solidFill>
          <a:ln w="44450">
            <a:solidFill>
              <a:srgbClr val="4CC27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8000"/>
              </a:lnSpc>
              <a:buNone/>
            </a:pPr>
            <a:r>
              <a:rPr lang="ru-RU" sz="1750" dirty="0">
                <a:solidFill>
                  <a:srgbClr val="4CC27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ПОДТВЕРЖДЕНО</a:t>
            </a:r>
            <a:endParaRPr lang="ru-RU" sz="1750" dirty="0"/>
          </a:p>
          <a:p>
            <a:pPr algn="ctr" indent="0" marL="0">
              <a:lnSpc>
                <a:spcPct val="98000"/>
              </a:lnSpc>
              <a:buNone/>
            </a:pPr>
            <a:r>
              <a:rPr lang="ru-RU" sz="1000" dirty="0">
                <a:solidFill>
                  <a:srgbClr val="4CC27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В РАМКАХ СЕМЕЙНОГО</a:t>
            </a:r>
            <a:endParaRPr lang="ru-RU" sz="1750" dirty="0"/>
          </a:p>
          <a:p>
            <a:pPr algn="ctr" indent="0" marL="0">
              <a:lnSpc>
                <a:spcPct val="98000"/>
              </a:lnSpc>
              <a:buNone/>
            </a:pPr>
            <a:r>
              <a:rPr lang="ru-RU" sz="1000" dirty="0">
                <a:solidFill>
                  <a:srgbClr val="4CC27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ИССЛЕДОВАНИЯ</a:t>
            </a:r>
            <a:endParaRPr lang="ru-RU" sz="1750" dirty="0"/>
          </a:p>
        </p:txBody>
      </p:sp>
      <p:sp>
        <p:nvSpPr>
          <p:cNvPr id="48" name="stamp2"/>
          <p:cNvSpPr txBox="1"/>
          <p:nvPr/>
        </p:nvSpPr>
        <p:spPr>
          <a:xfrm rot="-240000">
            <a:off x="8302625" y="2496185"/>
            <a:ext cx="2952750" cy="554355"/>
          </a:xfrm>
          <a:prstGeom prst="roundRect">
            <a:avLst>
              <a:gd name="adj" fmla="val 19794"/>
            </a:avLst>
          </a:prstGeom>
          <a:solidFill>
            <a:srgbClr val="17181B">
              <a:alpha val="35000"/>
            </a:srgbClr>
          </a:solidFill>
          <a:ln w="44450">
            <a:solidFill>
              <a:srgbClr val="F6BB2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2000"/>
              </a:lnSpc>
              <a:buNone/>
            </a:pPr>
            <a:r>
              <a:rPr lang="ru-RU" sz="1150" dirty="0">
                <a:solidFill>
                  <a:srgbClr val="F6B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КУЛЬТУРА ПЛОВА</a:t>
            </a:r>
            <a:endParaRPr lang="ru-RU" sz="1150" dirty="0"/>
          </a:p>
          <a:p>
            <a:pPr algn="ctr" indent="0" marL="0">
              <a:lnSpc>
                <a:spcPct val="92000"/>
              </a:lnSpc>
              <a:buNone/>
            </a:pPr>
            <a:r>
              <a:rPr lang="ru-RU" sz="1150" dirty="0">
                <a:solidFill>
                  <a:srgbClr val="F6B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ПРИЗНАНА ЮНЕСКО, 2016</a:t>
            </a:r>
            <a:endParaRPr lang="ru-RU" sz="1150" dirty="0"/>
          </a:p>
        </p:txBody>
      </p:sp>
      <p:sp>
        <p:nvSpPr>
          <p:cNvPr id="49" name="fb0"/>
          <p:cNvSpPr txBox="1"/>
          <p:nvPr/>
        </p:nvSpPr>
        <p:spPr>
          <a:xfrm>
            <a:off x="863600" y="4912995"/>
            <a:ext cx="691515" cy="215900"/>
          </a:xfrm>
          <a:prstGeom prst="roundRect">
            <a:avLst>
              <a:gd name="adj" fmla="val 211765"/>
            </a:avLst>
          </a:prstGeom>
          <a:solidFill>
            <a:srgbClr val="F5EBD5"/>
          </a:solidFill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ru-RU" sz="1000" b="1" spc="150" kern="0" dirty="0">
                <a:solidFill>
                  <a:srgbClr val="1F6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ФАКТ</a:t>
            </a:r>
            <a:endParaRPr lang="ru-RU" sz="1000" dirty="0"/>
          </a:p>
        </p:txBody>
      </p:sp>
      <p:sp>
        <p:nvSpPr>
          <p:cNvPr id="50" name="fact0"/>
          <p:cNvSpPr txBox="1"/>
          <p:nvPr/>
        </p:nvSpPr>
        <p:spPr>
          <a:xfrm>
            <a:off x="863600" y="4919345"/>
            <a:ext cx="31623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ru-RU" sz="1100" b="1" dirty="0">
                <a:solidFill>
                  <a:srgbClr val="E9DC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              Узбекистан — это 12 областей,</a:t>
            </a:r>
            <a:endParaRPr lang="ru-RU" sz="11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ru-RU" sz="1100" b="1" dirty="0">
                <a:solidFill>
                  <a:srgbClr val="E9DC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Республика Каракалпакстан и город Ташкент.</a:t>
            </a:r>
            <a:endParaRPr lang="ru-RU" sz="1100" dirty="0"/>
          </a:p>
        </p:txBody>
      </p:sp>
      <p:sp>
        <p:nvSpPr>
          <p:cNvPr id="51" name="fb1"/>
          <p:cNvSpPr txBox="1"/>
          <p:nvPr/>
        </p:nvSpPr>
        <p:spPr>
          <a:xfrm>
            <a:off x="4546600" y="4878070"/>
            <a:ext cx="824230" cy="215900"/>
          </a:xfrm>
          <a:prstGeom prst="roundRect">
            <a:avLst>
              <a:gd name="adj" fmla="val 211765"/>
            </a:avLst>
          </a:prstGeom>
          <a:solidFill>
            <a:srgbClr val="E8432D"/>
          </a:solidFill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ru-RU" sz="1000" b="1" spc="150" kern="0" dirty="0">
                <a:solidFill>
                  <a:srgbClr val="F5E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ШУТКА</a:t>
            </a:r>
            <a:endParaRPr lang="ru-RU" sz="1000" dirty="0"/>
          </a:p>
        </p:txBody>
      </p:sp>
      <p:sp>
        <p:nvSpPr>
          <p:cNvPr id="52" name="fact1"/>
          <p:cNvSpPr txBox="1"/>
          <p:nvPr/>
        </p:nvSpPr>
        <p:spPr>
          <a:xfrm>
            <a:off x="4546600" y="4865370"/>
            <a:ext cx="31623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ru-RU" sz="1400" b="1" dirty="0">
                <a:solidFill>
                  <a:srgbClr val="F5E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            Это уже не семья.</a:t>
            </a:r>
            <a:endParaRPr lang="ru-RU" sz="14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ru-RU" sz="1400" b="1" dirty="0">
                <a:solidFill>
                  <a:srgbClr val="F5E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Это научная выборка.</a:t>
            </a:r>
            <a:endParaRPr lang="ru-RU" sz="1400" dirty="0"/>
          </a:p>
        </p:txBody>
      </p:sp>
      <p:sp>
        <p:nvSpPr>
          <p:cNvPr id="53" name="fb2"/>
          <p:cNvSpPr txBox="1"/>
          <p:nvPr/>
        </p:nvSpPr>
        <p:spPr>
          <a:xfrm>
            <a:off x="8229600" y="4598670"/>
            <a:ext cx="691515" cy="215900"/>
          </a:xfrm>
          <a:prstGeom prst="roundRect">
            <a:avLst>
              <a:gd name="adj" fmla="val 211765"/>
            </a:avLst>
          </a:prstGeom>
          <a:solidFill>
            <a:srgbClr val="F5EBD5"/>
          </a:solidFill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ru-RU" sz="1000" b="1" spc="150" kern="0" dirty="0">
                <a:solidFill>
                  <a:srgbClr val="1F6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ФАКТ</a:t>
            </a:r>
            <a:endParaRPr lang="ru-RU" sz="1000" dirty="0"/>
          </a:p>
        </p:txBody>
      </p:sp>
      <p:sp>
        <p:nvSpPr>
          <p:cNvPr id="54" name="fact2"/>
          <p:cNvSpPr txBox="1"/>
          <p:nvPr/>
        </p:nvSpPr>
        <p:spPr>
          <a:xfrm>
            <a:off x="8229600" y="4611370"/>
            <a:ext cx="316230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ru-RU" sz="1050" b="1" dirty="0">
                <a:solidFill>
                  <a:srgbClr val="E9DC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               «Культура и традиции плова»</a:t>
            </a:r>
            <a:endParaRPr lang="ru-RU" sz="1050" dirty="0"/>
          </a:p>
          <a:p>
            <a:pPr algn="l" indent="0" marL="0">
              <a:lnSpc>
                <a:spcPct val="104000"/>
              </a:lnSpc>
              <a:buNone/>
            </a:pPr>
            <a:r>
              <a:rPr lang="ru-RU" sz="1050" b="1" dirty="0">
                <a:solidFill>
                  <a:srgbClr val="E9DC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внесены в Репрезентативный список</a:t>
            </a:r>
            <a:endParaRPr lang="ru-RU" sz="1050" dirty="0"/>
          </a:p>
          <a:p>
            <a:pPr algn="l" indent="0" marL="0">
              <a:lnSpc>
                <a:spcPct val="104000"/>
              </a:lnSpc>
              <a:buNone/>
            </a:pPr>
            <a:r>
              <a:rPr lang="ru-RU" sz="1050" b="1" dirty="0">
                <a:solidFill>
                  <a:srgbClr val="E9DC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нематериального культурного наследия</a:t>
            </a:r>
            <a:endParaRPr lang="ru-RU" sz="1050" dirty="0"/>
          </a:p>
          <a:p>
            <a:pPr algn="l" indent="0" marL="0">
              <a:lnSpc>
                <a:spcPct val="104000"/>
              </a:lnSpc>
              <a:buNone/>
            </a:pPr>
            <a:r>
              <a:rPr lang="ru-RU" sz="1050" b="1" dirty="0">
                <a:solidFill>
                  <a:srgbClr val="E9DC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человечества ЮНЕСКО в 2016 году.</a:t>
            </a:r>
            <a:endParaRPr lang="ru-RU" sz="1050" dirty="0"/>
          </a:p>
        </p:txBody>
      </p:sp>
      <p:sp>
        <p:nvSpPr>
          <p:cNvPr id="55" name="foot"/>
          <p:cNvSpPr txBox="1"/>
          <p:nvPr/>
        </p:nvSpPr>
        <p:spPr>
          <a:xfrm>
            <a:off x="698500" y="5734050"/>
            <a:ext cx="2476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ru-RU" sz="1100" b="1" dirty="0">
                <a:solidFill>
                  <a:srgbClr val="A39D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Гипотезы, а не результаты</a:t>
            </a:r>
            <a:endParaRPr lang="ru-RU" sz="1100" dirty="0"/>
          </a:p>
          <a:p>
            <a:pPr algn="l" indent="0" marL="0">
              <a:lnSpc>
                <a:spcPct val="104000"/>
              </a:lnSpc>
              <a:buNone/>
            </a:pPr>
            <a:r>
              <a:rPr lang="ru-RU" sz="1100" b="1" dirty="0">
                <a:solidFill>
                  <a:srgbClr val="A39D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опроса: опрос не проводился.</a:t>
            </a:r>
            <a:endParaRPr lang="ru-RU" sz="1100" dirty="0"/>
          </a:p>
        </p:txBody>
      </p:sp>
      <p:sp>
        <p:nvSpPr>
          <p:cNvPr id="56" name="gostBtn"/>
          <p:cNvSpPr txBox="1"/>
          <p:nvPr/>
        </p:nvSpPr>
        <p:spPr>
          <a:xfrm>
            <a:off x="8240395" y="5676900"/>
            <a:ext cx="3253105" cy="414020"/>
          </a:xfrm>
          <a:prstGeom prst="roundRect">
            <a:avLst>
              <a:gd name="adj" fmla="val 110429"/>
            </a:avLst>
          </a:prstGeom>
          <a:solidFill>
            <a:srgbClr val="F5EBD5"/>
          </a:solidFill>
          <a:ln/>
          <a:effectLst>
            <a:outerShdw sx="100000" sy="100000" kx="0" ky="0" algn="bl" rotWithShape="0" blurRad="101600" dist="38100" dir="5400000">
              <a:srgbClr val="D8C79F">
                <a:alpha val="100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ru-RU" sz="1200" dirty="0">
                <a:solidFill>
                  <a:srgbClr val="1B181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СФОРМУЛИРОВАТЬ ВЫВОД</a:t>
            </a:r>
            <a:endParaRPr lang="ru-RU" sz="1200" dirty="0"/>
          </a:p>
        </p:txBody>
      </p:sp>
      <p:pic>
        <p:nvPicPr>
          <p:cNvPr id="57" name="sheet" descr="sheet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 rot="-36000">
            <a:off x="2755900" y="5295900"/>
            <a:ext cx="8991600" cy="1206500"/>
          </a:xfrm>
          <a:prstGeom prst="rect">
            <a:avLst/>
          </a:prstGeom>
        </p:spPr>
      </p:pic>
      <p:pic>
        <p:nvPicPr>
          <p:cNvPr id="58" name="tbFaint" descr="tbFaint">    </p:cNvPr>
          <p:cNvPicPr>
            <a:picLocks noChangeAspect="1"/>
          </p:cNvPicPr>
          <p:nvPr/>
        </p:nvPicPr>
        <p:blipFill>
          <a:blip r:embed="rId23">
            <a:alphaModFix amt="20000"/>
          </a:blip>
          <a:stretch>
            <a:fillRect/>
          </a:stretch>
        </p:blipFill>
        <p:spPr>
          <a:xfrm rot="-36000">
            <a:off x="9955975" y="5539063"/>
            <a:ext cx="1511935" cy="647700"/>
          </a:xfrm>
          <a:prstGeom prst="rect">
            <a:avLst/>
          </a:prstGeom>
        </p:spPr>
      </p:pic>
      <p:pic>
        <p:nvPicPr>
          <p:cNvPr id="59" name="tbFull" descr="tbFull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 rot="-36000">
            <a:off x="9955975" y="5539063"/>
            <a:ext cx="1511935" cy="647700"/>
          </a:xfrm>
          <a:prstGeom prst="rect">
            <a:avLst/>
          </a:prstGeom>
        </p:spPr>
      </p:pic>
      <p:sp>
        <p:nvSpPr>
          <p:cNvPr id="60" name="glabel"/>
          <p:cNvSpPr txBox="1"/>
          <p:nvPr/>
        </p:nvSpPr>
        <p:spPr>
          <a:xfrm rot="-36000">
            <a:off x="3306754" y="5683208"/>
            <a:ext cx="619760" cy="1651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ru-RU" sz="1000" b="1" i="1" spc="40" kern="0" dirty="0">
                <a:solidFill>
                  <a:srgbClr val="4A4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Вывод</a:t>
            </a:r>
            <a:endParaRPr lang="ru-RU" sz="1000" dirty="0"/>
          </a:p>
        </p:txBody>
      </p:sp>
      <p:sp>
        <p:nvSpPr>
          <p:cNvPr id="61" name="gtext"/>
          <p:cNvSpPr txBox="1"/>
          <p:nvPr/>
        </p:nvSpPr>
        <p:spPr>
          <a:xfrm rot="-36000">
            <a:off x="3410290" y="5764017"/>
            <a:ext cx="6204585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ru-RU" sz="2150" b="1" i="1" dirty="0">
                <a:solidFill>
                  <a:srgbClr val="1B18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Стереотипы необходимо оформлять по ГОСТу</a:t>
            </a:r>
            <a:endParaRPr lang="ru-RU" sz="2150" dirty="0"/>
          </a:p>
        </p:txBody>
      </p:sp>
      <p:sp>
        <p:nvSpPr>
          <p:cNvPr id="62" name="tb1"/>
          <p:cNvSpPr txBox="1"/>
          <p:nvPr/>
        </p:nvSpPr>
        <p:spPr>
          <a:xfrm rot="-36000">
            <a:off x="9998495" y="5587649"/>
            <a:ext cx="635000" cy="186055"/>
          </a:xfrm>
          <a:prstGeom prst="rect">
            <a:avLst/>
          </a:prstGeom>
          <a:noFill/>
          <a:ln/>
        </p:spPr>
        <p:txBody>
          <a:bodyPr wrap="none" lIns="76200" tIns="0" rIns="0" bIns="0" rtlCol="0" anchor="ctr"/>
          <a:lstStyle/>
          <a:p>
            <a:pPr algn="l" indent="0" marL="0">
              <a:buNone/>
            </a:pPr>
            <a:r>
              <a:rPr lang="ru-RU" sz="1000" b="1" i="1" dirty="0">
                <a:solidFill>
                  <a:srgbClr val="4A4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Разраб.</a:t>
            </a:r>
            <a:endParaRPr lang="ru-RU" sz="1000" dirty="0"/>
          </a:p>
        </p:txBody>
      </p:sp>
      <p:sp>
        <p:nvSpPr>
          <p:cNvPr id="63" name="tb2"/>
          <p:cNvSpPr txBox="1"/>
          <p:nvPr/>
        </p:nvSpPr>
        <p:spPr>
          <a:xfrm rot="-36000">
            <a:off x="10633456" y="5580199"/>
            <a:ext cx="788035" cy="186055"/>
          </a:xfrm>
          <a:prstGeom prst="rect">
            <a:avLst/>
          </a:prstGeom>
          <a:noFill/>
          <a:ln/>
        </p:spPr>
        <p:txBody>
          <a:bodyPr wrap="none" lIns="76200" tIns="0" rIns="0" bIns="0" rtlCol="0" anchor="ctr"/>
          <a:lstStyle/>
          <a:p>
            <a:pPr algn="l" indent="0" marL="0">
              <a:buNone/>
            </a:pPr>
            <a:r>
              <a:rPr lang="ru-RU" sz="1000" b="1" i="1" dirty="0">
                <a:solidFill>
                  <a:srgbClr val="1B18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Эркинбой</a:t>
            </a:r>
            <a:endParaRPr lang="ru-RU" sz="1000" dirty="0"/>
          </a:p>
        </p:txBody>
      </p:sp>
      <p:sp>
        <p:nvSpPr>
          <p:cNvPr id="64" name="tb3"/>
          <p:cNvSpPr txBox="1"/>
          <p:nvPr/>
        </p:nvSpPr>
        <p:spPr>
          <a:xfrm rot="-36000">
            <a:off x="10000444" y="5773694"/>
            <a:ext cx="635000" cy="186055"/>
          </a:xfrm>
          <a:prstGeom prst="rect">
            <a:avLst/>
          </a:prstGeom>
          <a:noFill/>
          <a:ln/>
        </p:spPr>
        <p:txBody>
          <a:bodyPr wrap="none" lIns="76200" tIns="0" rIns="0" bIns="0" rtlCol="0" anchor="ctr"/>
          <a:lstStyle/>
          <a:p>
            <a:pPr algn="l" indent="0" marL="0">
              <a:buNone/>
            </a:pPr>
            <a:r>
              <a:rPr lang="ru-RU" sz="1000" b="1" i="1" dirty="0">
                <a:solidFill>
                  <a:srgbClr val="4A4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Утв.</a:t>
            </a:r>
            <a:endParaRPr lang="ru-RU" sz="1000" dirty="0"/>
          </a:p>
        </p:txBody>
      </p:sp>
      <p:sp>
        <p:nvSpPr>
          <p:cNvPr id="65" name="tb4"/>
          <p:cNvSpPr txBox="1"/>
          <p:nvPr/>
        </p:nvSpPr>
        <p:spPr>
          <a:xfrm rot="-36000">
            <a:off x="10635405" y="5766243"/>
            <a:ext cx="788035" cy="186055"/>
          </a:xfrm>
          <a:prstGeom prst="rect">
            <a:avLst/>
          </a:prstGeom>
          <a:noFill/>
          <a:ln/>
        </p:spPr>
        <p:txBody>
          <a:bodyPr wrap="none" lIns="76200" tIns="0" rIns="0" bIns="0" rtlCol="0" anchor="ctr"/>
          <a:lstStyle/>
          <a:p>
            <a:pPr algn="l" indent="0" marL="0">
              <a:buNone/>
            </a:pPr>
            <a:r>
              <a:rPr lang="ru-RU" sz="1000" b="1" i="1" dirty="0">
                <a:solidFill>
                  <a:srgbClr val="1B18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Бабушка</a:t>
            </a:r>
            <a:endParaRPr lang="ru-RU" sz="1000" dirty="0"/>
          </a:p>
        </p:txBody>
      </p:sp>
      <p:sp>
        <p:nvSpPr>
          <p:cNvPr id="66" name="tb5"/>
          <p:cNvSpPr txBox="1"/>
          <p:nvPr/>
        </p:nvSpPr>
        <p:spPr>
          <a:xfrm rot="-36000">
            <a:off x="10002399" y="5960374"/>
            <a:ext cx="635000" cy="186055"/>
          </a:xfrm>
          <a:prstGeom prst="rect">
            <a:avLst/>
          </a:prstGeom>
          <a:noFill/>
          <a:ln/>
        </p:spPr>
        <p:txBody>
          <a:bodyPr wrap="none" lIns="76200" tIns="0" rIns="0" bIns="0" rtlCol="0" anchor="ctr"/>
          <a:lstStyle/>
          <a:p>
            <a:pPr algn="l" indent="0" marL="0">
              <a:buNone/>
            </a:pPr>
            <a:r>
              <a:rPr lang="ru-RU" sz="1000" b="1" i="1" dirty="0">
                <a:solidFill>
                  <a:srgbClr val="4A4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Лист 1</a:t>
            </a:r>
            <a:endParaRPr lang="ru-RU" sz="1000" dirty="0"/>
          </a:p>
        </p:txBody>
      </p:sp>
      <p:sp>
        <p:nvSpPr>
          <p:cNvPr id="67" name="tb6"/>
          <p:cNvSpPr txBox="1"/>
          <p:nvPr/>
        </p:nvSpPr>
        <p:spPr>
          <a:xfrm rot="-36000">
            <a:off x="10637360" y="5952923"/>
            <a:ext cx="788035" cy="186055"/>
          </a:xfrm>
          <a:prstGeom prst="rect">
            <a:avLst/>
          </a:prstGeom>
          <a:noFill/>
          <a:ln/>
        </p:spPr>
        <p:txBody>
          <a:bodyPr wrap="none" lIns="76200" tIns="0" rIns="0" bIns="0" rtlCol="0" anchor="ctr"/>
          <a:lstStyle/>
          <a:p>
            <a:pPr algn="l" indent="0" marL="0">
              <a:buNone/>
            </a:pPr>
            <a:r>
              <a:rPr lang="ru-RU" sz="1000" b="1" i="1" dirty="0">
                <a:solidFill>
                  <a:srgbClr val="1B18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Листов </a:t>
            </a:r>
            <a:r>
              <a:rPr lang="ru-RU" sz="1300" b="1" i="1" dirty="0">
                <a:solidFill>
                  <a:srgbClr val="1B18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∞</a:t>
            </a:r>
            <a:endParaRPr lang="ru-RU" sz="1000" dirty="0"/>
          </a:p>
        </p:txBody>
      </p:sp>
      <p:sp>
        <p:nvSpPr>
          <p:cNvPr id="68" name="gbadge"/>
          <p:cNvSpPr txBox="1"/>
          <p:nvPr/>
        </p:nvSpPr>
        <p:spPr>
          <a:xfrm rot="-36000">
            <a:off x="8887632" y="5432918"/>
            <a:ext cx="875030" cy="215900"/>
          </a:xfrm>
          <a:prstGeom prst="roundRect">
            <a:avLst>
              <a:gd name="adj" fmla="val 211765"/>
            </a:avLst>
          </a:prstGeom>
          <a:solidFill>
            <a:srgbClr val="E8432D"/>
          </a:solidFill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ru-RU" sz="1000" b="1" spc="150" kern="0" dirty="0">
                <a:solidFill>
                  <a:srgbClr val="F5E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ШУТКА</a:t>
            </a:r>
            <a:endParaRPr lang="ru-RU" sz="1000" dirty="0"/>
          </a:p>
        </p:txBody>
      </p:sp>
      <p:sp>
        <p:nvSpPr>
          <p:cNvPr id="69" name="dim"/>
          <p:cNvSpPr/>
          <p:nvPr/>
        </p:nvSpPr>
        <p:spPr>
          <a:xfrm>
            <a:off x="0" y="406400"/>
            <a:ext cx="12192000" cy="6070600"/>
          </a:xfrm>
          <a:prstGeom prst="rect">
            <a:avLst/>
          </a:prstGeom>
          <a:solidFill>
            <a:srgbClr val="17181B"/>
          </a:solidFill>
          <a:ln/>
        </p:spPr>
      </p:sp>
      <p:pic>
        <p:nvPicPr>
          <p:cNvPr id="70" name="treeFull" descr="treeFull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0" y="406400"/>
            <a:ext cx="12192000" cy="6070600"/>
          </a:xfrm>
          <a:prstGeom prst="rect">
            <a:avLst/>
          </a:prstGeom>
        </p:spPr>
      </p:pic>
      <p:sp>
        <p:nvSpPr>
          <p:cNvPr id="71" name="tcPanel"/>
          <p:cNvSpPr/>
          <p:nvPr/>
        </p:nvSpPr>
        <p:spPr>
          <a:xfrm>
            <a:off x="8840470" y="584200"/>
            <a:ext cx="2653030" cy="844550"/>
          </a:xfrm>
          <a:prstGeom prst="roundRect">
            <a:avLst>
              <a:gd name="adj" fmla="val 13534"/>
            </a:avLst>
          </a:prstGeom>
          <a:solidFill>
            <a:srgbClr val="26292E"/>
          </a:solidFill>
          <a:ln w="19050">
            <a:solidFill>
              <a:srgbClr val="F6BB2A"/>
            </a:solidFill>
            <a:prstDash val="solid"/>
          </a:ln>
          <a:effectLst>
            <a:outerShdw sx="100000" sy="100000" kx="0" ky="0" algn="bl" rotWithShape="0" blurRad="381000" dist="177800" dir="5400000">
              <a:srgbClr val="000000">
                <a:alpha val="50000"/>
              </a:srgbClr>
            </a:outerShdw>
          </a:effectLst>
        </p:spPr>
      </p:sp>
      <p:sp>
        <p:nvSpPr>
          <p:cNvPr id="72" name="tcBadge"/>
          <p:cNvSpPr txBox="1"/>
          <p:nvPr/>
        </p:nvSpPr>
        <p:spPr>
          <a:xfrm>
            <a:off x="8992870" y="685800"/>
            <a:ext cx="824230" cy="215900"/>
          </a:xfrm>
          <a:prstGeom prst="roundRect">
            <a:avLst>
              <a:gd name="adj" fmla="val 211765"/>
            </a:avLst>
          </a:prstGeom>
          <a:solidFill>
            <a:srgbClr val="E8432D"/>
          </a:solidFill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ru-RU" sz="1000" b="1" spc="150" kern="0" dirty="0">
                <a:solidFill>
                  <a:srgbClr val="F5E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ШУТКА</a:t>
            </a:r>
            <a:endParaRPr lang="ru-RU" sz="1000" dirty="0"/>
          </a:p>
        </p:txBody>
      </p:sp>
      <p:sp>
        <p:nvSpPr>
          <p:cNvPr id="73" name="tcLabel"/>
          <p:cNvSpPr txBox="1"/>
          <p:nvPr/>
        </p:nvSpPr>
        <p:spPr>
          <a:xfrm>
            <a:off x="9906000" y="708025"/>
            <a:ext cx="1562100" cy="1651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ru-RU" sz="1000" b="1" spc="200" kern="0" dirty="0">
                <a:solidFill>
                  <a:srgbClr val="A39D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РАЗМЕР ВЫБОРКИ</a:t>
            </a:r>
            <a:endParaRPr lang="ru-RU" sz="1000" dirty="0"/>
          </a:p>
        </p:txBody>
      </p:sp>
      <p:sp>
        <p:nvSpPr>
          <p:cNvPr id="74" name="cnt0"/>
          <p:cNvSpPr txBox="1"/>
          <p:nvPr/>
        </p:nvSpPr>
        <p:spPr>
          <a:xfrm>
            <a:off x="9253220" y="908050"/>
            <a:ext cx="208788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ru-RU" sz="3200" b="1" dirty="0">
                <a:solidFill>
                  <a:srgbClr val="F6B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 = 1</a:t>
            </a:r>
            <a:endParaRPr lang="ru-RU" sz="3200" dirty="0"/>
          </a:p>
        </p:txBody>
      </p:sp>
      <p:sp>
        <p:nvSpPr>
          <p:cNvPr id="75" name="cnt1"/>
          <p:cNvSpPr txBox="1"/>
          <p:nvPr/>
        </p:nvSpPr>
        <p:spPr>
          <a:xfrm>
            <a:off x="9253220" y="908050"/>
            <a:ext cx="208788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ru-RU" sz="3200" b="1" dirty="0">
                <a:solidFill>
                  <a:srgbClr val="F6B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 = 9</a:t>
            </a:r>
            <a:endParaRPr lang="ru-RU" sz="3200" dirty="0"/>
          </a:p>
        </p:txBody>
      </p:sp>
      <p:sp>
        <p:nvSpPr>
          <p:cNvPr id="76" name="cnt2"/>
          <p:cNvSpPr txBox="1"/>
          <p:nvPr/>
        </p:nvSpPr>
        <p:spPr>
          <a:xfrm>
            <a:off x="9253220" y="908050"/>
            <a:ext cx="208788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ru-RU" sz="3200" b="1" dirty="0">
                <a:solidFill>
                  <a:srgbClr val="F6B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 = 37</a:t>
            </a:r>
            <a:endParaRPr lang="ru-RU" sz="3200" dirty="0"/>
          </a:p>
        </p:txBody>
      </p:sp>
      <p:sp>
        <p:nvSpPr>
          <p:cNvPr id="77" name="cnt3"/>
          <p:cNvSpPr txBox="1"/>
          <p:nvPr/>
        </p:nvSpPr>
        <p:spPr>
          <a:xfrm>
            <a:off x="9253220" y="908050"/>
            <a:ext cx="208788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ru-RU" sz="3200" b="1" dirty="0">
                <a:solidFill>
                  <a:srgbClr val="F6B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 = 93</a:t>
            </a:r>
            <a:endParaRPr lang="ru-RU" sz="3200" dirty="0"/>
          </a:p>
        </p:txBody>
      </p:sp>
      <p:sp>
        <p:nvSpPr>
          <p:cNvPr id="78" name="cnt4"/>
          <p:cNvSpPr txBox="1"/>
          <p:nvPr/>
        </p:nvSpPr>
        <p:spPr>
          <a:xfrm>
            <a:off x="9253220" y="908050"/>
            <a:ext cx="208788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ru-RU" sz="3200" b="1" dirty="0">
                <a:solidFill>
                  <a:srgbClr val="F6B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 = 128</a:t>
            </a:r>
            <a:endParaRPr lang="ru-RU" sz="3200" dirty="0"/>
          </a:p>
        </p:txBody>
      </p:sp>
      <p:sp>
        <p:nvSpPr>
          <p:cNvPr id="79" name="cnt5"/>
          <p:cNvSpPr txBox="1"/>
          <p:nvPr/>
        </p:nvSpPr>
        <p:spPr>
          <a:xfrm>
            <a:off x="9253220" y="908050"/>
            <a:ext cx="208788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ru-RU" sz="3200" b="1" dirty="0">
                <a:solidFill>
                  <a:srgbClr val="F6B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 = 139</a:t>
            </a:r>
            <a:endParaRPr lang="ru-RU" sz="3200" dirty="0"/>
          </a:p>
        </p:txBody>
      </p:sp>
      <p:sp>
        <p:nvSpPr>
          <p:cNvPr id="80" name="cnt6"/>
          <p:cNvSpPr txBox="1"/>
          <p:nvPr/>
        </p:nvSpPr>
        <p:spPr>
          <a:xfrm>
            <a:off x="9253220" y="908050"/>
            <a:ext cx="208788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ru-RU" sz="3200" b="1" dirty="0">
                <a:solidFill>
                  <a:srgbClr val="F6B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 = 140</a:t>
            </a:r>
            <a:endParaRPr lang="ru-RU" sz="3200" dirty="0"/>
          </a:p>
        </p:txBody>
      </p:sp>
      <p:sp>
        <p:nvSpPr>
          <p:cNvPr id="81" name="quipRing"/>
          <p:cNvSpPr/>
          <p:nvPr/>
        </p:nvSpPr>
        <p:spPr>
          <a:xfrm rot="-60000">
            <a:off x="1669415" y="5133975"/>
            <a:ext cx="8853170" cy="632460"/>
          </a:xfrm>
          <a:prstGeom prst="roundRect">
            <a:avLst>
              <a:gd name="adj" fmla="val 17349"/>
            </a:avLst>
          </a:prstGeom>
          <a:solidFill>
            <a:srgbClr val="17181B"/>
          </a:solidFill>
          <a:ln w="19050">
            <a:solidFill>
              <a:srgbClr val="D8C79F"/>
            </a:solidFill>
            <a:prstDash val="solid"/>
          </a:ln>
        </p:spPr>
      </p:sp>
      <p:sp>
        <p:nvSpPr>
          <p:cNvPr id="82" name="quip"/>
          <p:cNvSpPr txBox="1"/>
          <p:nvPr/>
        </p:nvSpPr>
        <p:spPr>
          <a:xfrm rot="-60000">
            <a:off x="1717040" y="5181600"/>
            <a:ext cx="8757920" cy="537210"/>
          </a:xfrm>
          <a:prstGeom prst="roundRect">
            <a:avLst>
              <a:gd name="adj" fmla="val 30638"/>
            </a:avLst>
          </a:prstGeom>
          <a:solidFill>
            <a:srgbClr val="F5EBD5"/>
          </a:solidFill>
          <a:ln w="38100">
            <a:solidFill>
              <a:srgbClr val="17181B"/>
            </a:solidFill>
          </a:ln>
          <a:effectLst>
            <a:outerShdw sx="100000" sy="100000" kx="0" ky="0" algn="bl" rotWithShape="0" blurRad="76200" dist="50800" dir="5400000">
              <a:srgbClr val="000000">
                <a:alpha val="4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ru-RU" sz="2300" b="1" dirty="0">
                <a:solidFill>
                  <a:srgbClr val="1B181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Это уже не семья. Это научная выборка.</a:t>
            </a:r>
            <a:endParaRPr lang="ru-RU" sz="2300" dirty="0"/>
          </a:p>
        </p:txBody>
      </p:sp>
      <p:sp>
        <p:nvSpPr>
          <p:cNvPr id="84" name="Text 5"/>
          <p:cNvSpPr/>
          <p:nvPr>
            <p:ph idx="106" type="body" hasCustomPrompt="1"/>
          </p:nvPr>
        </p:nvSpPr>
        <p:spPr>
          <a:xfrm>
            <a:off x="698500" y="622300"/>
            <a:ext cx="88900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ru-RU" sz="1100" dirty="0"/>
          </a:p>
        </p:txBody>
      </p:sp>
      <p:sp>
        <p:nvSpPr>
          <p:cNvPr id="8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95000" y="6553200"/>
            <a:ext cx="6985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F5EBD5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b="1" lang="ru-RU"/>
              <a:t>2</a:t>
            </a:fld>
            <a:endParaRPr lang="ru-RU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42" presetClass="entr" presetSubtype="0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8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" dur="8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8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8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" dur="8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8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42" presetClass="entr" presetSubtype="0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8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" dur="8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8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42" presetClass="entr" presetSubtype="0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8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1" dur="8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8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8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6" dur="8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8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42" presetClass="entr" presetSubtype="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8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1" dur="8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8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42" presetClass="entr" presetSubtype="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8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6" dur="8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8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42" presetClass="entr" presetSubtype="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8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1" dur="8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8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8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6" dur="8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8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42" presetClass="entr" presetSubtype="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8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1" dur="8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8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42" presetClass="entr" presetSubtype="0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8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6" dur="8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8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42" presetClass="entr" presetSubtype="0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8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1" dur="8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8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42" presetClass="entr" presetSubtype="0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8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6" dur="8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8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42" presetClass="entr" presetSubtype="0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8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1" dur="8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8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8" presetID="42" presetClass="entr" presetSubtype="0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8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6" dur="8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7" dur="8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57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8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17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7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84" dur="2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 vol="80000">
                                        <p:cTn id="86" display="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ndTgt r:embed="rId900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90" presetID="17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88" dur="2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7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91" dur="2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6" presetID="17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94" dur="2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7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97" dur="2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2" presetID="17" presetClass="entr" presetSubtype="1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1" dur="3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5" presetID="17" presetClass="entr" presetSubtype="1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4" dur="3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8" presetID="17" presetClass="entr" presetSubtype="1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3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2" presetID="22" presetClass="entr" presetSubtype="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0" dur="8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 vol="80000">
                                        <p:cTn id="111" display="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ndTgt r:embed="rId901" name="sw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18" presetID="53" presetClass="entr" presetSubtype="16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4" dur="4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w*1.14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5" dur="4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h*1.14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6" dur="225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 vol="80000">
                                        <p:cTn id="117" display="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ndTgt r:embed="rId902" name="sparkl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23" presetID="53" presetClass="entr" presetSubtype="16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0" dur="45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w*1.14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1" dur="45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h*1.14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2" dur="225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53" presetClass="entr" presetSubtype="16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5" dur="45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w*1.14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6" dur="45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h*1.14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7" dur="225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 vol="80000">
                                        <p:cTn id="128" display="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ndTgt r:embed="rId903" name="pop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34" presetID="53" presetClass="entr" presetSubtype="16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1" dur="45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w*1.14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2" dur="45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h*1.14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3" dur="225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53" presetClass="entr" presetSubtype="16" fill="hold" grpId="0" nodeType="withEffect">
                                  <p:stCondLst>
                                    <p:cond delay="88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6" dur="45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w*1.14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7" dur="45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h*1.14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8" dur="225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 vol="80000">
                                        <p:cTn id="139" display="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ndTgt r:embed="rId903" name="pop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45" presetID="53" presetClass="entr" presetSubtype="16" fill="hold" grpId="0" nodeType="with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2" dur="45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w*1.14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3" dur="45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h*1.14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4" dur="225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1" presetID="53" presetClass="entr" presetSubtype="16" fill="hold" grpId="0" nodeType="withEffect">
                                  <p:stCondLst>
                                    <p:cond delay="104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7" dur="45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w*1.14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8" dur="45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h*1.14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9" dur="225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 vol="80000">
                                        <p:cTn id="150" display="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ndTgt r:embed="rId903" name="pop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57" presetID="53" presetClass="entr" presetSubtype="32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3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2.6"/>
                                          </p:val>
                                        </p:tav>
                                        <p:tav tm="70000">
                                          <p:val>
                                            <p:strVal val="#ppt_w*0.94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4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2.6"/>
                                          </p:val>
                                        </p:tav>
                                        <p:tav tm="70000">
                                          <p:val>
                                            <p:strVal val="#ppt_h*0.94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5" dur="225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 vol="80000">
                                        <p:cTn id="156" display="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ndTgt r:embed="rId904" name="stamp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60" presetID="10" presetClass="exit" presetSubtype="0" fill="hold" grpId="1" nodeType="withEffect">
                                  <p:stCondLst>
                                    <p:cond delay="112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8" dur="2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3" presetID="10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2" dur="2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5" presetID="26" presetClass="emph" presetSubtype="0" fill="hold" grpId="1" nodeType="withEffect">
                                  <p:stCondLst>
                                    <p:cond delay="1370"/>
                                  </p:stCondLst>
                                  <p:childTnLst>
                                    <p:animScale>
                                      <p:cBhvr>
                                        <p:cTn id="164" dur="250" fill="hold" autoRev="1"/>
                                        <p:tgtEl>
                                          <p:spTgt spid="7"/>
                                        </p:tgtEl>
                                      </p:cBhvr>
                                      <p:by x="104000" y="104000"/>
                                    </p:animScale>
                                  </p:childTnLst>
                                </p:cTn>
                              </p:par>
                              <p:par>
                                <p:cTn id="170" presetID="42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8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9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5" presetID="42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2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73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4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7" fill="hold">
                      <p:stCondLst>
                        <p:cond delay="indefinite"/>
                      </p:stCondLst>
                      <p:childTnLst>
                        <p:par>
                          <p:cTn id="273" fill="hold">
                            <p:stCondLst>
                              <p:cond delay="0"/>
                            </p:stCondLst>
                            <p:childTnLst>
                              <p:par>
                                <p:cTn id="180" presetID="17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78" dur="2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3" presetID="17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81" dur="2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6" presetID="17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84" dur="2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9" presetID="17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87" dur="2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2" presetID="17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90" dur="2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5" presetID="17" presetClass="entr" presetSubtype="1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4" dur="3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8" presetID="17" presetClass="entr" presetSubtype="1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7" dur="3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1" presetID="17" presetClass="entr" presetSubtype="1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0" dur="3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4" presetID="10" presetClass="entr" presetSubtype="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3" dur="35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0" presetID="53" presetClass="entr" presetSubtype="32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6" dur="10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242"/>
                                          </p:val>
                                        </p:tav>
                                        <p:tav tm="70000">
                                          <p:val>
                                            <p:strVal val="#ppt_w*0.94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7" dur="10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242"/>
                                          </p:val>
                                        </p:tav>
                                        <p:tav tm="70000">
                                          <p:val>
                                            <p:strVal val="#ppt_h*0.94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8" dur="45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 vol="80000">
                                        <p:cTn id="209" display="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ndTgt r:embed="rId900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212" presetID="0" presetClass="path" presetSubtype="0" fill="hold" grpId="1" nodeType="withEffect">
                                  <p:stCondLst>
                                    <p:cond delay="120"/>
                                  </p:stCondLst>
                                  <p:childTnLst>
                                    <p:animMotion origin="layout" path="M 0 0.103 L 0 0 E" pathEditMode="relative">
                                      <p:cBhvr>
                                        <p:cTn id="211" dur="1000" fill="hold" decel="80000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7" presetID="53" presetClass="entr" presetSubtype="16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4" dur="9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5" dur="9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6" dur="9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2" presetID="53" presetClass="entr" presetSubtype="16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9" dur="9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0" dur="9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1" dur="9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7" presetID="53" presetClass="entr" presetSubtype="16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2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4" dur="9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5" dur="9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6" dur="9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2" presetID="53" presetClass="entr" presetSubtype="16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9" dur="9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0" dur="9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1" dur="9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4" presetID="1" presetClass="exit" presetSubtype="0" fill="hold" grpId="1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2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7" presetID="1" presetClass="entr" presetSubtype="0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2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 vol="80000">
                                        <p:cTn id="236" display="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ndTgt r:embed="rId903" name="pop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239" presetID="1" presetClass="exit" presetSubtype="0" fill="hold" grpId="1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2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2" presetID="1" presetClass="entr" presetSubtype="0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 vol="80000">
                                        <p:cTn id="241" display="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ndTgt r:embed="rId903" name="pop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244" presetID="1" presetClass="exit" presetSubtype="0" fill="hold" grpId="1" nodeType="withEffect">
                                  <p:stCondLst>
                                    <p:cond delay="680"/>
                                  </p:stCondLst>
                                  <p:childTnLst>
                                    <p:set>
                                      <p:cBhvr>
                                        <p:cTn id="2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7" presetID="1" presetClass="entr" presetSubtype="0" fill="hold" grpId="0" nodeType="withEffect">
                                  <p:stCondLst>
                                    <p:cond delay="680"/>
                                  </p:stCondLst>
                                  <p:childTnLst>
                                    <p:set>
                                      <p:cBhvr>
                                        <p:cTn id="2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 vol="80000">
                                        <p:cTn id="246" display="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ndTgt r:embed="rId903" name="pop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249" presetID="1" presetClass="exit" presetSubtype="0" fill="hold" grpId="1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2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2" presetID="1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2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 vol="80000">
                                        <p:cTn id="251" display="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ndTgt r:embed="rId903" name="pop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254" presetID="1" presetClass="exit" presetSubtype="0" fill="hold" grpId="1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7" presetID="1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 vol="80000">
                                        <p:cTn id="256" display="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ndTgt r:embed="rId903" name="pop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259" presetID="1" presetClass="exit" presetSubtype="0" fill="hold" grpId="1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2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1" presetID="1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2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6" presetID="53" presetClass="entr" presetSubtype="16" fill="hold" grpId="0" nodeType="withEffect">
                                  <p:stCondLst>
                                    <p:cond delay="1150"/>
                                  </p:stCondLst>
                                  <p:childTnLst>
                                    <p:set>
                                      <p:cBhvr>
                                        <p:cTn id="2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3" dur="5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w*1.14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4" dur="5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h*1.14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5" dur="25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2" presetID="53" presetClass="entr" presetSubtype="16" fill="hold" grpId="0" nodeType="withEffect">
                                  <p:stCondLst>
                                    <p:cond delay="1150"/>
                                  </p:stCondLst>
                                  <p:childTnLst>
                                    <p:set>
                                      <p:cBhvr>
                                        <p:cTn id="2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8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w*1.14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9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h*1.14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0" dur="25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 vol="80000">
                                        <p:cTn id="271" display="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ndTgt r:embed="rId905" name="boin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4" fill="hold">
                      <p:stCondLst>
                        <p:cond delay="indefinite"/>
                      </p:stCondLst>
                      <p:childTnLst>
                        <p:par>
                          <p:cTn id="338" fill="hold">
                            <p:stCondLst>
                              <p:cond delay="0"/>
                            </p:stCondLst>
                            <p:childTnLst>
                              <p:par>
                                <p:cTn id="279" presetID="53" presetClass="exit" presetSubtype="16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75" dur="25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6" dur="25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77" dur="25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8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4" presetID="53" presetClass="exit" presetSubtype="16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80" dur="25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1" dur="25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82" dur="25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3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7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5" dur="3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0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8" dur="3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9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3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1" dur="3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6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4" dur="3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5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9" presetID="6" presetClass="emph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297" dur="600" fill="hold" decel="50000"/>
                                        <p:tgtEl>
                                          <p:spTgt spid="70"/>
                                        </p:tgtEl>
                                      </p:cBhvr>
                                      <p:by x="25625" y="25625"/>
                                    </p:animScale>
                                  </p:childTnLst>
                                  <p:subTnLst>
                                    <p:audio>
                                      <p:cMediaNode vol="80000">
                                        <p:cTn id="298" display="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ndTgt r:embed="rId901" name="sw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301" presetID="0" presetClass="path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0.0923 E" pathEditMode="relative">
                                      <p:cBhvr>
                                        <p:cTn id="300" dur="600" fill="hold" accel="40000" decel="40000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04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2" dur="4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3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7" presetID="10" presetClass="exit" presetSubtype="0" fill="hold" grpId="4" nodeType="withEffect">
                                  <p:stCondLst>
                                    <p:cond delay="56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5" dur="3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0" presetID="10" presetClass="entr" presetSubtype="0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3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9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3" presetID="10" presetClass="entr" presetSubtype="0" fill="hold" grpId="0" nodeType="withEffect">
                                  <p:stCondLst>
                                    <p:cond delay="760"/>
                                  </p:stCondLst>
                                  <p:childTnLst>
                                    <p:set>
                                      <p:cBhvr>
                                        <p:cTn id="3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2" dur="3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9" presetID="53" presetClass="entr" presetSubtype="32" fill="hold" grpId="0" nodeType="withEffect">
                                  <p:stCondLst>
                                    <p:cond delay="620"/>
                                  </p:stCondLst>
                                  <p:childTnLst>
                                    <p:set>
                                      <p:cBhvr>
                                        <p:cTn id="3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5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2.6"/>
                                          </p:val>
                                        </p:tav>
                                        <p:tav tm="70000">
                                          <p:val>
                                            <p:strVal val="#ppt_w*0.94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6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2.6"/>
                                          </p:val>
                                        </p:tav>
                                        <p:tav tm="70000">
                                          <p:val>
                                            <p:strVal val="#ppt_h*0.94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7" dur="225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 vol="80000">
                                        <p:cTn id="318" display="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ndTgt r:embed="rId904" name="stamp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322" presetID="10" presetClass="exit" presetSubtype="0" fill="hold" grpId="2" nodeType="withEffect">
                                  <p:stCondLst>
                                    <p:cond delay="62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0" dur="2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1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5" presetID="10" presetClass="entr" presetSubtype="0" fill="hold" grpId="0" nodeType="withEffect">
                                  <p:stCondLst>
                                    <p:cond delay="620"/>
                                  </p:stCondLst>
                                  <p:childTnLst>
                                    <p:set>
                                      <p:cBhvr>
                                        <p:cTn id="3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4" dur="2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7" presetID="26" presetClass="emph" presetSubtype="0" fill="hold" grpId="1" nodeType="withEffect">
                                  <p:stCondLst>
                                    <p:cond delay="870"/>
                                  </p:stCondLst>
                                  <p:childTnLst>
                                    <p:animScale>
                                      <p:cBhvr>
                                        <p:cTn id="326" dur="250" fill="hold" autoRev="1"/>
                                        <p:tgtEl>
                                          <p:spTgt spid="8"/>
                                        </p:tgtEl>
                                      </p:cBhvr>
                                      <p:by x="104000" y="104000"/>
                                    </p:animScale>
                                  </p:childTnLst>
                                </p:cTn>
                              </p:par>
                              <p:par>
                                <p:cTn id="332" presetID="42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3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9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30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1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7" presetID="42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3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4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35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6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9" fill="hold">
                      <p:stCondLst>
                        <p:cond delay="indefinite"/>
                      </p:stCondLst>
                      <p:childTnLst>
                        <p:par>
                          <p:cTn id="411" fill="hold">
                            <p:stCondLst>
                              <p:cond delay="0"/>
                            </p:stCondLst>
                            <p:childTnLst>
                              <p:par>
                                <p:cTn id="343" presetID="17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40" dur="2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41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 vol="80000">
                                        <p:cTn id="342" display="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ndTgt r:embed="rId900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346" presetID="17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44" dur="2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45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9" presetID="17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47" dur="2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48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2" presetID="17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50" dur="2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51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5" presetID="17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53" dur="2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54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8" presetID="17" presetClass="entr" presetSubtype="1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7" dur="3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1" presetID="17" presetClass="entr" presetSubtype="1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0" dur="3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4" presetID="17" presetClass="entr" presetSubtype="1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3" dur="3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8" presetID="17" presetClass="entr" presetSubtype="1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3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6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 vol="80000">
                                        <p:cTn id="367" display="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ndTgt r:embed="rId902" name="sparkl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370" presetID="0" presetClass="path" presetSubtype="0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-0.139 L 0 0 E" pathEditMode="relative">
                                      <p:cBhvr>
                                        <p:cTn id="369" dur="600" fill="hold" decel="60000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76" presetID="53" presetClass="entr" presetSubtype="16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3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2" dur="55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w*1.14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3" dur="55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h*1.14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4" dur="275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 vol="80000">
                                        <p:cTn id="375" display="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ndTgt r:embed="rId906" name="plop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382" presetID="53" presetClass="entr" presetSubtype="32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8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2.6"/>
                                          </p:val>
                                        </p:tav>
                                        <p:tav tm="70000">
                                          <p:val>
                                            <p:strVal val="#ppt_w*0.94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9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2.6"/>
                                          </p:val>
                                        </p:tav>
                                        <p:tav tm="70000">
                                          <p:val>
                                            <p:strVal val="#ppt_h*0.94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0" dur="225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 vol="80000">
                                        <p:cTn id="381" display="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ndTgt r:embed="rId904" name="stamp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385" presetID="10" presetClass="exit" presetSubtype="0" fill="hold" grpId="2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83" dur="2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4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7" dur="2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0" presetID="26" presetClass="emph" presetSubtype="0" fill="hold" grpId="1" nodeType="withEffect">
                                  <p:stCondLst>
                                    <p:cond delay="1250"/>
                                  </p:stCondLst>
                                  <p:childTnLst>
                                    <p:animScale>
                                      <p:cBhvr>
                                        <p:cTn id="389" dur="250" fill="hold" autoRev="1"/>
                                        <p:tgtEl>
                                          <p:spTgt spid="9"/>
                                        </p:tgtEl>
                                      </p:cBhvr>
                                      <p:by x="104000" y="104000"/>
                                    </p:animScale>
                                  </p:childTnLst>
                                </p:cTn>
                              </p:par>
                              <p:par>
                                <p:cTn id="393" presetID="26" presetClass="emph" presetSubtype="0" fill="hold" grpId="2" nodeType="withEffect">
                                  <p:stCondLst>
                                    <p:cond delay="1120"/>
                                  </p:stCondLst>
                                  <p:childTnLst>
                                    <p:animScale>
                                      <p:cBhvr>
                                        <p:cTn id="391" dur="250" fill="hold" autoRev="1"/>
                                        <p:tgtEl>
                                          <p:spTgt spid="44"/>
                                        </p:tgtEl>
                                      </p:cBhvr>
                                      <p:by x="108000" y="108000"/>
                                    </p:animScale>
                                  </p:childTnLst>
                                  <p:subTnLst>
                                    <p:audio>
                                      <p:cMediaNode vol="80000">
                                        <p:cTn id="392" display="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ndTgt r:embed="rId907" name="tad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398" presetID="42" presetClass="entr" presetSubtype="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3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5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96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7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3" presetID="42" presetClass="entr" presetSubtype="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3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0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01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2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8" presetID="53" presetClass="entr" presetSubtype="16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4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5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w*1.14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6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h*1.14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7" dur="25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0" presetID="26" presetClass="emph" presetSubtype="0" fill="hold" grpId="1" nodeType="withEffect">
                                  <p:stCondLst>
                                    <p:cond delay="2000"/>
                                  </p:stCondLst>
                                  <p:childTnLst>
                                    <p:animScale>
                                      <p:cBhvr>
                                        <p:cTn id="409" dur="900" fill="hold" autoRev="1" repeatCount="indefinite"/>
                                        <p:tgtEl>
                                          <p:spTgt spid="56"/>
                                        </p:tgtEl>
                                      </p:cBhvr>
                                      <p:by x="104000" y="104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2" fill="hold">
                      <p:stCondLst>
                        <p:cond delay="indefinite"/>
                      </p:stCondLst>
                      <p:childTnLst>
                        <p:par>
                          <p:cTn id="493" fill="hold">
                            <p:stCondLst>
                              <p:cond delay="0"/>
                            </p:stCondLst>
                            <p:childTnLst>
                              <p:par>
                                <p:cTn id="418" presetID="53" presetClass="exit" presetSubtype="16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13" dur="25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4" dur="25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415" dur="25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6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 vol="80000">
                                        <p:cTn id="417" display="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ndTgt r:embed="rId900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42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0" dur="6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21" dur="6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2" dur="6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5" dur="6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26" dur="6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7" dur="6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0" dur="6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31" dur="6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2" dur="6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6" presetID="22" presetClass="entr" presetSubtype="8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35" dur="95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9" presetID="26" presetClass="emph" presetSubtype="0" fill="hold" grpId="1" nodeType="withEffect">
                                  <p:stCondLst>
                                    <p:cond delay="250"/>
                                  </p:stCondLst>
                                  <p:childTnLst>
                                    <p:animScale>
                                      <p:cBhvr>
                                        <p:cTn id="437" dur="60" fill="hold" autoRev="1"/>
                                        <p:tgtEl>
                                          <p:spTgt spid="60"/>
                                        </p:tgtEl>
                                      </p:cBhvr>
                                      <p:by x="100000" y="100000"/>
                                    </p:animScale>
                                  </p:childTnLst>
                                  <p:subTnLst>
                                    <p:audio>
                                      <p:cMediaNode vol="80000">
                                        <p:cTn id="438" display="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ndTgt r:embed="rId908" name="t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442" presetID="26" presetClass="emph" presetSubtype="0" fill="hold" grpId="2" nodeType="withEffect">
                                  <p:stCondLst>
                                    <p:cond delay="430"/>
                                  </p:stCondLst>
                                  <p:childTnLst>
                                    <p:animScale>
                                      <p:cBhvr>
                                        <p:cTn id="440" dur="60" fill="hold" autoRev="1"/>
                                        <p:tgtEl>
                                          <p:spTgt spid="60"/>
                                        </p:tgtEl>
                                      </p:cBhvr>
                                      <p:by x="100000" y="100000"/>
                                    </p:animScale>
                                  </p:childTnLst>
                                  <p:subTnLst>
                                    <p:audio>
                                      <p:cMediaNode vol="80000">
                                        <p:cTn id="441" display="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ndTgt r:embed="rId908" name="t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445" presetID="26" presetClass="emph" presetSubtype="0" fill="hold" grpId="3" nodeType="withEffect">
                                  <p:stCondLst>
                                    <p:cond delay="610"/>
                                  </p:stCondLst>
                                  <p:childTnLst>
                                    <p:animScale>
                                      <p:cBhvr>
                                        <p:cTn id="443" dur="60" fill="hold" autoRev="1"/>
                                        <p:tgtEl>
                                          <p:spTgt spid="60"/>
                                        </p:tgtEl>
                                      </p:cBhvr>
                                      <p:by x="100000" y="100000"/>
                                    </p:animScale>
                                  </p:childTnLst>
                                  <p:subTnLst>
                                    <p:audio>
                                      <p:cMediaNode vol="80000">
                                        <p:cTn id="444" display="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ndTgt r:embed="rId908" name="t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448" presetID="26" presetClass="emph" presetSubtype="0" fill="hold" grpId="4" nodeType="withEffect">
                                  <p:stCondLst>
                                    <p:cond delay="790"/>
                                  </p:stCondLst>
                                  <p:childTnLst>
                                    <p:animScale>
                                      <p:cBhvr>
                                        <p:cTn id="446" dur="60" fill="hold" autoRev="1"/>
                                        <p:tgtEl>
                                          <p:spTgt spid="60"/>
                                        </p:tgtEl>
                                      </p:cBhvr>
                                      <p:by x="100000" y="100000"/>
                                    </p:animScale>
                                  </p:childTnLst>
                                  <p:subTnLst>
                                    <p:audio>
                                      <p:cMediaNode vol="80000">
                                        <p:cTn id="447" display="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ndTgt r:embed="rId908" name="t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451" presetID="26" presetClass="emph" presetSubtype="0" fill="hold" grpId="5" nodeType="withEffect">
                                  <p:stCondLst>
                                    <p:cond delay="970"/>
                                  </p:stCondLst>
                                  <p:childTnLst>
                                    <p:animScale>
                                      <p:cBhvr>
                                        <p:cTn id="449" dur="60" fill="hold" autoRev="1"/>
                                        <p:tgtEl>
                                          <p:spTgt spid="60"/>
                                        </p:tgtEl>
                                      </p:cBhvr>
                                      <p:by x="100000" y="100000"/>
                                    </p:animScale>
                                  </p:childTnLst>
                                  <p:subTnLst>
                                    <p:audio>
                                      <p:cMediaNode vol="80000">
                                        <p:cTn id="450" display="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ndTgt r:embed="rId908" name="t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454" presetID="26" presetClass="emph" presetSubtype="0" fill="hold" grpId="6" nodeType="withEffect">
                                  <p:stCondLst>
                                    <p:cond delay="1150"/>
                                  </p:stCondLst>
                                  <p:childTnLst>
                                    <p:animScale>
                                      <p:cBhvr>
                                        <p:cTn id="452" dur="60" fill="hold" autoRev="1"/>
                                        <p:tgtEl>
                                          <p:spTgt spid="60"/>
                                        </p:tgtEl>
                                      </p:cBhvr>
                                      <p:by x="100000" y="100000"/>
                                    </p:animScale>
                                  </p:childTnLst>
                                  <p:subTnLst>
                                    <p:audio>
                                      <p:cMediaNode vol="80000">
                                        <p:cTn id="453" display="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ndTgt r:embed="rId908" name="t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457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55" dur="2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6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0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9" dur="2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2" presetID="26" presetClass="emph" presetSubtype="0" fill="hold" grpId="3" nodeType="withEffect">
                                  <p:stCondLst>
                                    <p:cond delay="250"/>
                                  </p:stCondLst>
                                  <p:childTnLst>
                                    <p:animScale>
                                      <p:cBhvr>
                                        <p:cTn id="461" dur="250" fill="hold" autoRev="1"/>
                                        <p:tgtEl>
                                          <p:spTgt spid="6"/>
                                        </p:tgtEl>
                                      </p:cBhvr>
                                      <p:by x="104000" y="104000"/>
                                    </p:animScale>
                                  </p:childTnLst>
                                </p:cTn>
                              </p:par>
                              <p:par>
                                <p:cTn id="465" presetID="10" presetClass="entr" presetSubtype="0" fill="hold" grpId="0" nodeType="withEffect">
                                  <p:stCondLst>
                                    <p:cond delay="1270"/>
                                  </p:stCondLst>
                                  <p:childTnLst>
                                    <p:set>
                                      <p:cBhvr>
                                        <p:cTn id="4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4" dur="3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8" presetID="10" presetClass="entr" presetSubtype="0" fill="hold" grpId="0" nodeType="withEffect">
                                  <p:stCondLst>
                                    <p:cond delay="1270"/>
                                  </p:stCondLst>
                                  <p:childTnLst>
                                    <p:set>
                                      <p:cBhvr>
                                        <p:cTn id="4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7" dur="3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1" presetID="10" presetClass="entr" presetSubtype="0" fill="hold" grpId="0" nodeType="withEffect">
                                  <p:stCondLst>
                                    <p:cond delay="1270"/>
                                  </p:stCondLst>
                                  <p:childTnLst>
                                    <p:set>
                                      <p:cBhvr>
                                        <p:cTn id="4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0" dur="3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4" presetID="10" presetClass="entr" presetSubtype="0" fill="hold" grpId="0" nodeType="withEffect">
                                  <p:stCondLst>
                                    <p:cond delay="1270"/>
                                  </p:stCondLst>
                                  <p:childTnLst>
                                    <p:set>
                                      <p:cBhvr>
                                        <p:cTn id="4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3" dur="3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7" presetID="10" presetClass="entr" presetSubtype="0" fill="hold" grpId="0" nodeType="withEffect">
                                  <p:stCondLst>
                                    <p:cond delay="1270"/>
                                  </p:stCondLst>
                                  <p:childTnLst>
                                    <p:set>
                                      <p:cBhvr>
                                        <p:cTn id="4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6" dur="3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0" presetID="10" presetClass="entr" presetSubtype="0" fill="hold" grpId="0" nodeType="withEffect">
                                  <p:stCondLst>
                                    <p:cond delay="1270"/>
                                  </p:stCondLst>
                                  <p:childTnLst>
                                    <p:set>
                                      <p:cBhvr>
                                        <p:cTn id="4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9" dur="3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3" presetID="10" presetClass="entr" presetSubtype="0" fill="hold" grpId="0" nodeType="withEffect">
                                  <p:stCondLst>
                                    <p:cond delay="1270"/>
                                  </p:stCondLst>
                                  <p:childTnLst>
                                    <p:set>
                                      <p:cBhvr>
                                        <p:cTn id="4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2" dur="3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9" presetID="53" presetClass="entr" presetSubtype="16" fill="hold" grpId="0" nodeType="withEffect">
                                  <p:stCondLst>
                                    <p:cond delay="1270"/>
                                  </p:stCondLst>
                                  <p:childTnLst>
                                    <p:set>
                                      <p:cBhvr>
                                        <p:cTn id="4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5" dur="45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w*1.14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6" dur="45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h*1.14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7" dur="225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 vol="80000">
                                        <p:cTn id="488" display="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ndTgt r:embed="rId904" name="stamp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492" presetID="26" presetClass="emph" presetSubtype="0" fill="hold" grpId="1" nodeType="withEffect">
                                  <p:stCondLst>
                                    <p:cond delay="1720"/>
                                  </p:stCondLst>
                                  <p:childTnLst>
                                    <p:animScale>
                                      <p:cBhvr>
                                        <p:cTn id="490" dur="200" fill="hold" autoRev="1"/>
                                        <p:tgtEl>
                                          <p:spTgt spid="68"/>
                                        </p:tgtEl>
                                      </p:cBhvr>
                                      <p:by x="106000" y="106000"/>
                                    </p:animScale>
                                  </p:childTnLst>
                                  <p:subTnLst>
                                    <p:audio>
                                      <p:cMediaNode vol="80000">
                                        <p:cTn id="491" display="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ndTgt r:embed="rId909" name="din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94" restart="whenNotActive" fill="hold" evtFilter="cancelBubble" nodeType="interactiveSeq">
                <p:stCondLst>
                  <p:cond evt="onClick" delay="0">
                    <p:tgtEl>
                      <p:spTgt spid="4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95" fill="hold">
                      <p:stCondLst>
                        <p:cond delay="0"/>
                      </p:stCondLst>
                      <p:childTnLst>
                        <p:par>
                          <p:cTn id="502" fill="hold">
                            <p:stCondLst>
                              <p:cond delay="0"/>
                            </p:stCondLst>
                            <p:childTnLst>
                              <p:par>
                                <p:cTn id="501" presetID="53" presetClass="entr" presetSubtype="3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7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2.6"/>
                                          </p:val>
                                        </p:tav>
                                        <p:tav tm="70000">
                                          <p:val>
                                            <p:strVal val="#ppt_w*0.94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8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2.6"/>
                                          </p:val>
                                        </p:tav>
                                        <p:tav tm="70000">
                                          <p:val>
                                            <p:strVal val="#ppt_h*0.94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9" dur="225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 vol="80000">
                                        <p:cTn id="500" display="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ndTgt r:embed="rId904" name="stamp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6"/>
                  </p:tgtEl>
                </p:cond>
              </p:nextCondLst>
            </p:seq>
            <p:seq concurrent="1" nextAc="seek">
              <p:cTn id="503" restart="whenNotActive" fill="hold" evtFilter="cancelBubble" nodeType="interactiveSeq">
                <p:stCondLst>
                  <p:cond evt="onClick" delay="0">
                    <p:tgtEl>
                      <p:spTgt spid="4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04" fill="hold">
                      <p:stCondLst>
                        <p:cond delay="0"/>
                      </p:stCondLst>
                      <p:childTnLst>
                        <p:par>
                          <p:cTn id="511" fill="hold">
                            <p:stCondLst>
                              <p:cond delay="0"/>
                            </p:stCondLst>
                            <p:childTnLst>
                              <p:par>
                                <p:cTn id="510" presetID="53" presetClass="entr" presetSubtype="3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6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2.6"/>
                                          </p:val>
                                        </p:tav>
                                        <p:tav tm="70000">
                                          <p:val>
                                            <p:strVal val="#ppt_w*0.94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7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2.6"/>
                                          </p:val>
                                        </p:tav>
                                        <p:tav tm="70000">
                                          <p:val>
                                            <p:strVal val="#ppt_h*0.94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8" dur="225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 vol="80000">
                                        <p:cTn id="509" display="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ndTgt r:embed="rId904" name="stamp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7"/>
                  </p:tgtEl>
                </p:cond>
              </p:nextCondLst>
            </p:seq>
            <p:seq concurrent="1" nextAc="seek">
              <p:cTn id="512" restart="whenNotActive" fill="hold" evtFilter="cancelBubble" nodeType="interactiveSeq">
                <p:stCondLst>
                  <p:cond evt="onClick" delay="0">
                    <p:tgtEl>
                      <p:spTgt spid="4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13" fill="hold">
                      <p:stCondLst>
                        <p:cond delay="0"/>
                      </p:stCondLst>
                      <p:childTnLst>
                        <p:par>
                          <p:cTn id="520" fill="hold">
                            <p:stCondLst>
                              <p:cond delay="0"/>
                            </p:stCondLst>
                            <p:childTnLst>
                              <p:par>
                                <p:cTn id="519" presetID="53" presetClass="entr" presetSubtype="3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5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2.6"/>
                                          </p:val>
                                        </p:tav>
                                        <p:tav tm="70000">
                                          <p:val>
                                            <p:strVal val="#ppt_w*0.94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6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2.6"/>
                                          </p:val>
                                        </p:tav>
                                        <p:tav tm="70000">
                                          <p:val>
                                            <p:strVal val="#ppt_h*0.94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7" dur="225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 vol="80000">
                                        <p:cTn id="518" display="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ndTgt r:embed="rId904" name="stamp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8"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  <p:bldP spid="14" grpId="0" animBg="1"/>
      <p:bldP spid="19" grpId="0" animBg="1"/>
      <p:bldP spid="20" grpId="0" animBg="1"/>
      <p:bldP spid="21" grpId="0" animBg="1"/>
      <p:bldP spid="22" grpId="0" animBg="1"/>
      <p:bldP spid="27" grpId="0" animBg="1"/>
      <p:bldP spid="28" grpId="0" animBg="1"/>
      <p:bldP spid="29" grpId="0" animBg="1"/>
      <p:bldP spid="30" grpId="0" animBg="1"/>
      <p:bldP spid="11" grpId="1" animBg="1"/>
      <p:bldP spid="12" grpId="1" animBg="1"/>
      <p:bldP spid="13" grpId="1" animBg="1"/>
      <p:bldP spid="14" grpId="1" animBg="1"/>
      <p:bldP spid="16" grpId="0" animBg="1"/>
      <p:bldP spid="17" grpId="0" animBg="1"/>
      <p:bldP spid="46" grpId="0" animBg="1"/>
      <p:bldP spid="49" grpId="0" animBg="1"/>
      <p:bldP spid="50" grpId="0" animBg="1"/>
      <p:bldP spid="19" grpId="1" animBg="1"/>
      <p:bldP spid="20" grpId="1" animBg="1"/>
      <p:bldP spid="21" grpId="1" animBg="1"/>
      <p:bldP spid="22" grpId="1" animBg="1"/>
      <p:bldP spid="24" grpId="0" animBg="1"/>
      <p:bldP spid="25" grpId="0" animBg="1"/>
      <p:bldP spid="69" grpId="0" animBg="1"/>
      <p:bldP spid="71" grpId="0" animBg="1"/>
      <p:bldP spid="72" grpId="0" animBg="1"/>
      <p:bldP spid="73" grpId="0" animBg="1"/>
      <p:bldP spid="74" grpId="0" animBg="1"/>
      <p:bldP spid="74" grpId="1" animBg="1"/>
      <p:bldP spid="75" grpId="0" animBg="1"/>
      <p:bldP spid="75" grpId="1" animBg="1"/>
      <p:bldP spid="76" grpId="0" animBg="1"/>
      <p:bldP spid="76" grpId="1" animBg="1"/>
      <p:bldP spid="77" grpId="0" animBg="1"/>
      <p:bldP spid="77" grpId="1" animBg="1"/>
      <p:bldP spid="78" grpId="0" animBg="1"/>
      <p:bldP spid="78" grpId="1" animBg="1"/>
      <p:bldP spid="79" grpId="0" animBg="1"/>
      <p:bldP spid="79" grpId="1" animBg="1"/>
      <p:bldP spid="80" grpId="0" animBg="1"/>
      <p:bldP spid="81" grpId="0" animBg="1"/>
      <p:bldP spid="82" grpId="0" animBg="1"/>
      <p:bldP spid="81" grpId="1" animBg="1"/>
      <p:bldP spid="82" grpId="1" animBg="1"/>
      <p:bldP spid="71" grpId="1" animBg="1"/>
      <p:bldP spid="72" grpId="1" animBg="1"/>
      <p:bldP spid="73" grpId="1" animBg="1"/>
      <p:bldP spid="80" grpId="1" animBg="1"/>
      <p:bldP spid="69" grpId="1" animBg="1"/>
      <p:bldP spid="43" grpId="0" animBg="1"/>
      <p:bldP spid="47" grpId="0" animBg="1"/>
      <p:bldP spid="51" grpId="0" animBg="1"/>
      <p:bldP spid="52" grpId="0" animBg="1"/>
      <p:bldP spid="27" grpId="1" animBg="1"/>
      <p:bldP spid="28" grpId="1" animBg="1"/>
      <p:bldP spid="29" grpId="1" animBg="1"/>
      <p:bldP spid="30" grpId="1" animBg="1"/>
      <p:bldP spid="32" grpId="0" animBg="1"/>
      <p:bldP spid="33" grpId="0" animBg="1"/>
      <p:bldP spid="48" grpId="0" animBg="1"/>
      <p:bldP spid="53" grpId="0" animBg="1"/>
      <p:bldP spid="54" grpId="0" animBg="1"/>
      <p:bldP spid="56" grpId="0" animBg="1"/>
      <p:bldP spid="56" grpId="1" animBg="1"/>
      <p:bldP spid="56" grpId="2" animBg="1"/>
      <p:bldP spid="60" grpId="0" animBg="1"/>
      <p:bldP spid="61" grpId="0" animBg="1"/>
      <p:bldP spid="60" grpId="1" animBg="1"/>
      <p:bldP spid="60" grpId="2" animBg="1"/>
      <p:bldP spid="60" grpId="3" animBg="1"/>
      <p:bldP spid="60" grpId="4" animBg="1"/>
      <p:bldP spid="60" grpId="5" animBg="1"/>
      <p:bldP spid="60" grpId="6" animBg="1"/>
      <p:bldP spid="62" grpId="0" animBg="1"/>
      <p:bldP spid="63" grpId="0" animBg="1"/>
      <p:bldP spid="64" grpId="0" animBg="1"/>
      <p:bldP spid="65" grpId="0" animBg="1"/>
      <p:bldP spid="66" grpId="0" animBg="1"/>
      <p:bldP spid="67" grpId="0" animBg="1"/>
      <p:bldP spid="68" grpId="0" animBg="1"/>
      <p:bldP spid="68" grpId="1" animBg="1"/>
      <p:bldP spid="46" grpId="1" animBg="1"/>
      <p:bldP spid="47" grpId="1" animBg="1"/>
      <p:bldP spid="48" grpId="1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5"/>
          <p:cNvSpPr/>
          <p:nvPr>
            <p:ph idx="105" type="body" hasCustomPrompt="1"/>
          </p:nvPr>
        </p:nvSpPr>
        <p:spPr>
          <a:xfrm>
            <a:off x="1651000" y="6553200"/>
            <a:ext cx="4445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ru-RU" sz="950" b="1" spc="120" kern="0" dirty="0">
                <a:solidFill>
                  <a:srgbClr val="D8C7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ЭКСПЕРИМЕНТ</a:t>
            </a:r>
            <a:endParaRPr lang="ru-RU" sz="950" dirty="0"/>
          </a:p>
        </p:txBody>
      </p:sp>
      <p:sp>
        <p:nvSpPr>
          <p:cNvPr id="3" name="Text 5"/>
          <p:cNvSpPr/>
          <p:nvPr>
            <p:ph idx="107" type="title" hasCustomPrompt="1"/>
          </p:nvPr>
        </p:nvSpPr>
        <p:spPr>
          <a:xfrm>
            <a:off x="698500" y="863600"/>
            <a:ext cx="10795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ru-RU" sz="3200" dirty="0">
                <a:solidFill>
                  <a:srgbClr val="F5EBD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Работает ли отказ от еды?</a:t>
            </a:r>
            <a:endParaRPr lang="ru-RU" sz="3200" dirty="0"/>
          </a:p>
        </p:txBody>
      </p:sp>
      <p:sp>
        <p:nvSpPr>
          <p:cNvPr id="4" name="eyeDash"/>
          <p:cNvSpPr/>
          <p:nvPr/>
        </p:nvSpPr>
        <p:spPr>
          <a:xfrm>
            <a:off x="698500" y="742950"/>
            <a:ext cx="292100" cy="19050"/>
          </a:xfrm>
          <a:prstGeom prst="roundRect">
            <a:avLst>
              <a:gd name="adj" fmla="val 48000"/>
            </a:avLst>
          </a:prstGeom>
          <a:solidFill>
            <a:srgbClr val="F6BB2A"/>
          </a:solidFill>
          <a:ln/>
        </p:spPr>
      </p:sp>
      <p:sp>
        <p:nvSpPr>
          <p:cNvPr id="5" name="eyebrow"/>
          <p:cNvSpPr txBox="1"/>
          <p:nvPr/>
        </p:nvSpPr>
        <p:spPr>
          <a:xfrm>
            <a:off x="1079500" y="647700"/>
            <a:ext cx="4826000" cy="2070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ru-RU" sz="1100" b="1" spc="240" kern="0" dirty="0">
                <a:solidFill>
                  <a:srgbClr val="F6B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ЭКСПЕРИМЕНТ «НЕТ, СПАСИБО»</a:t>
            </a:r>
            <a:endParaRPr lang="ru-RU" sz="1100" dirty="0"/>
          </a:p>
        </p:txBody>
      </p:sp>
      <p:pic>
        <p:nvPicPr>
          <p:cNvPr id="6" name="guest0" descr="guest0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66000" y="2082800"/>
            <a:ext cx="2286000" cy="3873500"/>
          </a:xfrm>
          <a:prstGeom prst="rect">
            <a:avLst/>
          </a:prstGeom>
        </p:spPr>
      </p:pic>
      <p:pic>
        <p:nvPicPr>
          <p:cNvPr id="7" name="guest1" descr="guest1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6000" y="2082800"/>
            <a:ext cx="2286000" cy="3873500"/>
          </a:xfrm>
          <a:prstGeom prst="rect">
            <a:avLst/>
          </a:prstGeom>
        </p:spPr>
      </p:pic>
      <p:pic>
        <p:nvPicPr>
          <p:cNvPr id="8" name="guest2" descr="guest2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6000" y="2082800"/>
            <a:ext cx="2286000" cy="3873500"/>
          </a:xfrm>
          <a:prstGeom prst="rect">
            <a:avLst/>
          </a:prstGeom>
        </p:spPr>
      </p:pic>
      <p:pic>
        <p:nvPicPr>
          <p:cNvPr id="9" name="guest3" descr="guest3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66000" y="2082800"/>
            <a:ext cx="2286000" cy="3873500"/>
          </a:xfrm>
          <a:prstGeom prst="rect">
            <a:avLst/>
          </a:prstGeom>
        </p:spPr>
      </p:pic>
      <p:pic>
        <p:nvPicPr>
          <p:cNvPr id="10" name="table" descr="table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94400" y="4470400"/>
            <a:ext cx="5600700" cy="1772285"/>
          </a:xfrm>
          <a:prstGeom prst="rect">
            <a:avLst/>
          </a:prstGeom>
        </p:spPr>
      </p:pic>
      <p:pic>
        <p:nvPicPr>
          <p:cNvPr id="11" name="piala" descr="piala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83600" y="4641850"/>
            <a:ext cx="698500" cy="512445"/>
          </a:xfrm>
          <a:prstGeom prst="rect">
            <a:avLst/>
          </a:prstGeom>
        </p:spPr>
      </p:pic>
      <p:pic>
        <p:nvPicPr>
          <p:cNvPr id="12" name="non" descr="non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96400" y="4495800"/>
            <a:ext cx="1130300" cy="697230"/>
          </a:xfrm>
          <a:prstGeom prst="rect">
            <a:avLst/>
          </a:prstGeom>
        </p:spPr>
      </p:pic>
      <p:pic>
        <p:nvPicPr>
          <p:cNvPr id="13" name="teapot" descr="teapot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591800" y="4305300"/>
            <a:ext cx="965200" cy="843915"/>
          </a:xfrm>
          <a:prstGeom prst="rect">
            <a:avLst/>
          </a:prstGeom>
        </p:spPr>
      </p:pic>
      <p:pic>
        <p:nvPicPr>
          <p:cNvPr id="14" name="plate1" descr="plate1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26200" y="2057400"/>
            <a:ext cx="2108200" cy="3380105"/>
          </a:xfrm>
          <a:prstGeom prst="rect">
            <a:avLst/>
          </a:prstGeom>
        </p:spPr>
      </p:pic>
      <p:pic>
        <p:nvPicPr>
          <p:cNvPr id="15" name="plate2" descr="plate2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26200" y="2057400"/>
            <a:ext cx="2108200" cy="3380105"/>
          </a:xfrm>
          <a:prstGeom prst="rect">
            <a:avLst/>
          </a:prstGeom>
        </p:spPr>
      </p:pic>
      <p:pic>
        <p:nvPicPr>
          <p:cNvPr id="16" name="plate3" descr="plate3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26200" y="2057400"/>
            <a:ext cx="2108200" cy="3380105"/>
          </a:xfrm>
          <a:prstGeom prst="rect">
            <a:avLst/>
          </a:prstGeom>
        </p:spPr>
      </p:pic>
      <p:pic>
        <p:nvPicPr>
          <p:cNvPr id="17" name="gran0" descr="gran0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826000" y="2895600"/>
            <a:ext cx="2476500" cy="3524250"/>
          </a:xfrm>
          <a:prstGeom prst="rect">
            <a:avLst/>
          </a:prstGeom>
        </p:spPr>
      </p:pic>
      <p:pic>
        <p:nvPicPr>
          <p:cNvPr id="18" name="gran2" descr="gran2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826000" y="2895600"/>
            <a:ext cx="2476500" cy="3524250"/>
          </a:xfrm>
          <a:prstGeom prst="rect">
            <a:avLst/>
          </a:prstGeom>
        </p:spPr>
      </p:pic>
      <p:pic>
        <p:nvPicPr>
          <p:cNvPr id="19" name="gran3" descr="gran3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826000" y="2895600"/>
            <a:ext cx="2476500" cy="3524250"/>
          </a:xfrm>
          <a:prstGeom prst="rect">
            <a:avLst/>
          </a:prstGeom>
        </p:spPr>
      </p:pic>
      <p:pic>
        <p:nvPicPr>
          <p:cNvPr id="20" name="kazan" descr="kazan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255000" y="1079500"/>
            <a:ext cx="3937000" cy="5715000"/>
          </a:xfrm>
          <a:prstGeom prst="rect">
            <a:avLst/>
          </a:prstGeom>
        </p:spPr>
      </p:pic>
      <p:sp>
        <p:nvSpPr>
          <p:cNvPr id="21" name="gS1t"/>
          <p:cNvSpPr/>
          <p:nvPr/>
        </p:nvSpPr>
        <p:spPr>
          <a:xfrm rot="2700000">
            <a:off x="8674100" y="2313940"/>
            <a:ext cx="241300" cy="241300"/>
          </a:xfrm>
          <a:prstGeom prst="roundRect">
            <a:avLst>
              <a:gd name="adj" fmla="val 15789"/>
            </a:avLst>
          </a:prstGeom>
          <a:solidFill>
            <a:srgbClr val="F5EBD5"/>
          </a:solidFill>
          <a:ln/>
          <a:effectLst>
            <a:outerShdw sx="100000" sy="100000" kx="0" ky="0" algn="bl" rotWithShape="0" blurRad="190500" dist="101600" dir="5400000">
              <a:srgbClr val="000000">
                <a:alpha val="30000"/>
              </a:srgbClr>
            </a:outerShdw>
          </a:effectLst>
        </p:spPr>
      </p:sp>
      <p:sp>
        <p:nvSpPr>
          <p:cNvPr id="22" name="gS1"/>
          <p:cNvSpPr txBox="1"/>
          <p:nvPr/>
        </p:nvSpPr>
        <p:spPr>
          <a:xfrm>
            <a:off x="7537450" y="1993900"/>
            <a:ext cx="1733550" cy="472440"/>
          </a:xfrm>
          <a:prstGeom prst="roundRect">
            <a:avLst>
              <a:gd name="adj" fmla="val 40323"/>
            </a:avLst>
          </a:prstGeom>
          <a:solidFill>
            <a:srgbClr val="F5EBD5"/>
          </a:solidFill>
          <a:ln/>
          <a:effectLst>
            <a:outerShdw sx="100000" sy="100000" kx="0" ky="0" algn="bl" rotWithShape="0" blurRad="190500" dist="101600" dir="5400000">
              <a:srgbClr val="000000">
                <a:alpha val="35000"/>
              </a:srgbClr>
            </a:outerShdw>
          </a:effectLst>
        </p:spPr>
        <p:txBody>
          <a:bodyPr wrap="none" lIns="177800" tIns="114300" rIns="177800" bIns="114300" rtlCol="0" anchor="ctr"/>
          <a:lstStyle/>
          <a:p>
            <a:pPr algn="l" indent="0" marL="0">
              <a:lnSpc>
                <a:spcPct val="98000"/>
              </a:lnSpc>
              <a:buNone/>
            </a:pPr>
            <a:r>
              <a:rPr lang="ru-RU" sz="1600" b="1" dirty="0">
                <a:solidFill>
                  <a:srgbClr val="1B18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Нет, спасибо!</a:t>
            </a:r>
            <a:endParaRPr lang="ru-RU" sz="1600" dirty="0"/>
          </a:p>
        </p:txBody>
      </p:sp>
      <p:sp>
        <p:nvSpPr>
          <p:cNvPr id="23" name="gS2t"/>
          <p:cNvSpPr/>
          <p:nvPr/>
        </p:nvSpPr>
        <p:spPr>
          <a:xfrm rot="2700000">
            <a:off x="8674100" y="2313940"/>
            <a:ext cx="241300" cy="241300"/>
          </a:xfrm>
          <a:prstGeom prst="roundRect">
            <a:avLst>
              <a:gd name="adj" fmla="val 15789"/>
            </a:avLst>
          </a:prstGeom>
          <a:solidFill>
            <a:srgbClr val="F5EBD5"/>
          </a:solidFill>
          <a:ln/>
          <a:effectLst>
            <a:outerShdw sx="100000" sy="100000" kx="0" ky="0" algn="bl" rotWithShape="0" blurRad="190500" dist="101600" dir="5400000">
              <a:srgbClr val="000000">
                <a:alpha val="30000"/>
              </a:srgbClr>
            </a:outerShdw>
          </a:effectLst>
        </p:spPr>
      </p:sp>
      <p:sp>
        <p:nvSpPr>
          <p:cNvPr id="24" name="gS2"/>
          <p:cNvSpPr txBox="1"/>
          <p:nvPr/>
        </p:nvSpPr>
        <p:spPr>
          <a:xfrm>
            <a:off x="6271260" y="1993900"/>
            <a:ext cx="2999740" cy="472440"/>
          </a:xfrm>
          <a:prstGeom prst="roundRect">
            <a:avLst>
              <a:gd name="adj" fmla="val 40323"/>
            </a:avLst>
          </a:prstGeom>
          <a:solidFill>
            <a:srgbClr val="F5EBD5"/>
          </a:solidFill>
          <a:ln/>
          <a:effectLst>
            <a:outerShdw sx="100000" sy="100000" kx="0" ky="0" algn="bl" rotWithShape="0" blurRad="190500" dist="101600" dir="5400000">
              <a:srgbClr val="000000">
                <a:alpha val="35000"/>
              </a:srgbClr>
            </a:outerShdw>
          </a:effectLst>
        </p:spPr>
        <p:txBody>
          <a:bodyPr wrap="none" lIns="177800" tIns="114300" rIns="177800" bIns="114300" rtlCol="0" anchor="ctr"/>
          <a:lstStyle/>
          <a:p>
            <a:pPr algn="l" indent="0" marL="0">
              <a:lnSpc>
                <a:spcPct val="98000"/>
              </a:lnSpc>
              <a:buNone/>
            </a:pPr>
            <a:r>
              <a:rPr lang="ru-RU" sz="1600" b="1" dirty="0">
                <a:solidFill>
                  <a:srgbClr val="1B18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Нет-нет, правда, спасибо!</a:t>
            </a:r>
            <a:endParaRPr lang="ru-RU" sz="1600" dirty="0"/>
          </a:p>
        </p:txBody>
      </p:sp>
      <p:sp>
        <p:nvSpPr>
          <p:cNvPr id="25" name="gS3t"/>
          <p:cNvSpPr/>
          <p:nvPr/>
        </p:nvSpPr>
        <p:spPr>
          <a:xfrm rot="2700000">
            <a:off x="8674100" y="2313940"/>
            <a:ext cx="241300" cy="241300"/>
          </a:xfrm>
          <a:prstGeom prst="roundRect">
            <a:avLst>
              <a:gd name="adj" fmla="val 15789"/>
            </a:avLst>
          </a:prstGeom>
          <a:solidFill>
            <a:srgbClr val="F5EBD5"/>
          </a:solidFill>
          <a:ln/>
          <a:effectLst>
            <a:outerShdw sx="100000" sy="100000" kx="0" ky="0" algn="bl" rotWithShape="0" blurRad="190500" dist="101600" dir="5400000">
              <a:srgbClr val="000000">
                <a:alpha val="30000"/>
              </a:srgbClr>
            </a:outerShdw>
          </a:effectLst>
        </p:spPr>
      </p:sp>
      <p:sp>
        <p:nvSpPr>
          <p:cNvPr id="26" name="gS3"/>
          <p:cNvSpPr txBox="1"/>
          <p:nvPr/>
        </p:nvSpPr>
        <p:spPr>
          <a:xfrm>
            <a:off x="6820535" y="1993900"/>
            <a:ext cx="2450465" cy="472440"/>
          </a:xfrm>
          <a:prstGeom prst="roundRect">
            <a:avLst>
              <a:gd name="adj" fmla="val 40323"/>
            </a:avLst>
          </a:prstGeom>
          <a:solidFill>
            <a:srgbClr val="F5EBD5"/>
          </a:solidFill>
          <a:ln/>
          <a:effectLst>
            <a:outerShdw sx="100000" sy="100000" kx="0" ky="0" algn="bl" rotWithShape="0" blurRad="190500" dist="101600" dir="5400000">
              <a:srgbClr val="000000">
                <a:alpha val="35000"/>
              </a:srgbClr>
            </a:outerShdw>
          </a:effectLst>
        </p:spPr>
        <p:txBody>
          <a:bodyPr wrap="none" lIns="177800" tIns="114300" rIns="177800" bIns="114300" rtlCol="0" anchor="ctr"/>
          <a:lstStyle/>
          <a:p>
            <a:pPr algn="l" indent="0" marL="0">
              <a:lnSpc>
                <a:spcPct val="98000"/>
              </a:lnSpc>
              <a:buNone/>
            </a:pPr>
            <a:r>
              <a:rPr lang="ru-RU" sz="1600" b="1" dirty="0">
                <a:solidFill>
                  <a:srgbClr val="1B18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Спасибо, я на диете!</a:t>
            </a:r>
            <a:endParaRPr lang="ru-RU" sz="1600" dirty="0"/>
          </a:p>
        </p:txBody>
      </p:sp>
      <p:sp>
        <p:nvSpPr>
          <p:cNvPr id="27" name="rS1t"/>
          <p:cNvSpPr/>
          <p:nvPr/>
        </p:nvSpPr>
        <p:spPr>
          <a:xfrm rot="2700000">
            <a:off x="5753100" y="3220720"/>
            <a:ext cx="241300" cy="241300"/>
          </a:xfrm>
          <a:prstGeom prst="roundRect">
            <a:avLst>
              <a:gd name="adj" fmla="val 15789"/>
            </a:avLst>
          </a:prstGeom>
          <a:solidFill>
            <a:srgbClr val="F6BB2A"/>
          </a:solidFill>
          <a:ln/>
          <a:effectLst>
            <a:outerShdw sx="100000" sy="100000" kx="0" ky="0" algn="bl" rotWithShape="0" blurRad="190500" dist="101600" dir="5400000">
              <a:srgbClr val="000000">
                <a:alpha val="30000"/>
              </a:srgbClr>
            </a:outerShdw>
          </a:effectLst>
        </p:spPr>
      </p:sp>
      <p:sp>
        <p:nvSpPr>
          <p:cNvPr id="28" name="rS1"/>
          <p:cNvSpPr txBox="1"/>
          <p:nvPr/>
        </p:nvSpPr>
        <p:spPr>
          <a:xfrm>
            <a:off x="5397500" y="2705100"/>
            <a:ext cx="1753235" cy="668020"/>
          </a:xfrm>
          <a:prstGeom prst="roundRect">
            <a:avLst>
              <a:gd name="adj" fmla="val 28517"/>
            </a:avLst>
          </a:prstGeom>
          <a:solidFill>
            <a:srgbClr val="F6BB2A"/>
          </a:solidFill>
          <a:ln/>
          <a:effectLst>
            <a:outerShdw sx="100000" sy="100000" kx="0" ky="0" algn="bl" rotWithShape="0" blurRad="190500" dist="101600" dir="5400000">
              <a:srgbClr val="000000">
                <a:alpha val="35000"/>
              </a:srgbClr>
            </a:outerShdw>
          </a:effectLst>
        </p:spPr>
        <p:txBody>
          <a:bodyPr wrap="none" lIns="177800" tIns="114300" rIns="177800" bIns="114300" rtlCol="0" anchor="ctr"/>
          <a:lstStyle/>
          <a:p>
            <a:pPr algn="l" indent="0" marL="0">
              <a:lnSpc>
                <a:spcPct val="98000"/>
              </a:lnSpc>
              <a:buNone/>
            </a:pPr>
            <a:r>
              <a:rPr lang="ru-RU" sz="1600" b="1" dirty="0">
                <a:solidFill>
                  <a:srgbClr val="1B18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Oling, oling!</a:t>
            </a:r>
            <a:endParaRPr lang="ru-RU" sz="1600" dirty="0"/>
          </a:p>
          <a:p>
            <a:pPr algn="l" indent="0" marL="0">
              <a:lnSpc>
                <a:spcPct val="98000"/>
              </a:lnSpc>
              <a:buNone/>
            </a:pPr>
            <a:r>
              <a:rPr lang="ru-RU" sz="1200" b="1" dirty="0">
                <a:solidFill>
                  <a:srgbClr val="4A4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«Берите, берите!»</a:t>
            </a:r>
            <a:endParaRPr lang="ru-RU" sz="1600" dirty="0"/>
          </a:p>
        </p:txBody>
      </p:sp>
      <p:sp>
        <p:nvSpPr>
          <p:cNvPr id="29" name="rS2t"/>
          <p:cNvSpPr/>
          <p:nvPr/>
        </p:nvSpPr>
        <p:spPr>
          <a:xfrm rot="2700000">
            <a:off x="5753100" y="3025140"/>
            <a:ext cx="241300" cy="241300"/>
          </a:xfrm>
          <a:prstGeom prst="roundRect">
            <a:avLst>
              <a:gd name="adj" fmla="val 15789"/>
            </a:avLst>
          </a:prstGeom>
          <a:solidFill>
            <a:srgbClr val="F6BB2A"/>
          </a:solidFill>
          <a:ln/>
          <a:effectLst>
            <a:outerShdw sx="100000" sy="100000" kx="0" ky="0" algn="bl" rotWithShape="0" blurRad="190500" dist="101600" dir="5400000">
              <a:srgbClr val="000000">
                <a:alpha val="30000"/>
              </a:srgbClr>
            </a:outerShdw>
          </a:effectLst>
        </p:spPr>
      </p:sp>
      <p:sp>
        <p:nvSpPr>
          <p:cNvPr id="30" name="rS2"/>
          <p:cNvSpPr txBox="1"/>
          <p:nvPr/>
        </p:nvSpPr>
        <p:spPr>
          <a:xfrm>
            <a:off x="5397500" y="2705100"/>
            <a:ext cx="2471420" cy="472440"/>
          </a:xfrm>
          <a:prstGeom prst="roundRect">
            <a:avLst>
              <a:gd name="adj" fmla="val 40323"/>
            </a:avLst>
          </a:prstGeom>
          <a:solidFill>
            <a:srgbClr val="F6BB2A"/>
          </a:solidFill>
          <a:ln/>
          <a:effectLst>
            <a:outerShdw sx="100000" sy="100000" kx="0" ky="0" algn="bl" rotWithShape="0" blurRad="190500" dist="101600" dir="5400000">
              <a:srgbClr val="000000">
                <a:alpha val="35000"/>
              </a:srgbClr>
            </a:outerShdw>
          </a:effectLst>
        </p:spPr>
        <p:txBody>
          <a:bodyPr wrap="none" lIns="177800" tIns="114300" rIns="177800" bIns="114300" rtlCol="0" anchor="ctr"/>
          <a:lstStyle/>
          <a:p>
            <a:pPr algn="l" indent="0" marL="0">
              <a:lnSpc>
                <a:spcPct val="98000"/>
              </a:lnSpc>
              <a:buNone/>
            </a:pPr>
            <a:r>
              <a:rPr lang="ru-RU" sz="1600" b="1" dirty="0">
                <a:solidFill>
                  <a:srgbClr val="1B18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 же ничего не ели!</a:t>
            </a:r>
            <a:endParaRPr lang="ru-RU" sz="1600" dirty="0"/>
          </a:p>
        </p:txBody>
      </p:sp>
      <p:sp>
        <p:nvSpPr>
          <p:cNvPr id="31" name="rS3t"/>
          <p:cNvSpPr/>
          <p:nvPr/>
        </p:nvSpPr>
        <p:spPr>
          <a:xfrm rot="2700000">
            <a:off x="5753100" y="3403600"/>
            <a:ext cx="241300" cy="241300"/>
          </a:xfrm>
          <a:prstGeom prst="roundRect">
            <a:avLst>
              <a:gd name="adj" fmla="val 15789"/>
            </a:avLst>
          </a:prstGeom>
          <a:solidFill>
            <a:srgbClr val="F6BB2A"/>
          </a:solidFill>
          <a:ln/>
          <a:effectLst>
            <a:outerShdw sx="100000" sy="100000" kx="0" ky="0" algn="bl" rotWithShape="0" blurRad="190500" dist="101600" dir="5400000">
              <a:srgbClr val="000000">
                <a:alpha val="30000"/>
              </a:srgbClr>
            </a:outerShdw>
          </a:effectLst>
        </p:spPr>
      </p:sp>
      <p:sp>
        <p:nvSpPr>
          <p:cNvPr id="32" name="rS3"/>
          <p:cNvSpPr txBox="1"/>
          <p:nvPr/>
        </p:nvSpPr>
        <p:spPr>
          <a:xfrm>
            <a:off x="5397500" y="2705100"/>
            <a:ext cx="1957705" cy="850900"/>
          </a:xfrm>
          <a:prstGeom prst="roundRect">
            <a:avLst>
              <a:gd name="adj" fmla="val 22388"/>
            </a:avLst>
          </a:prstGeom>
          <a:solidFill>
            <a:srgbClr val="F6BB2A"/>
          </a:solidFill>
          <a:ln/>
          <a:effectLst>
            <a:outerShdw sx="100000" sy="100000" kx="0" ky="0" algn="bl" rotWithShape="0" blurRad="190500" dist="101600" dir="5400000">
              <a:srgbClr val="000000">
                <a:alpha val="35000"/>
              </a:srgbClr>
            </a:outerShdw>
          </a:effectLst>
        </p:spPr>
        <p:txBody>
          <a:bodyPr wrap="none" lIns="177800" tIns="114300" rIns="177800" bIns="114300" rtlCol="0" anchor="ctr"/>
          <a:lstStyle/>
          <a:p>
            <a:pPr algn="l" indent="0" marL="0">
              <a:lnSpc>
                <a:spcPct val="98000"/>
              </a:lnSpc>
              <a:buNone/>
            </a:pPr>
            <a:r>
              <a:rPr lang="ru-RU" sz="1600" b="1" dirty="0">
                <a:solidFill>
                  <a:srgbClr val="1B18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Диета?!</a:t>
            </a:r>
            <a:endParaRPr lang="ru-RU" sz="1600" dirty="0"/>
          </a:p>
          <a:p>
            <a:pPr algn="l" indent="0" marL="0">
              <a:lnSpc>
                <a:spcPct val="98000"/>
              </a:lnSpc>
              <a:buNone/>
            </a:pPr>
            <a:r>
              <a:rPr lang="ru-RU" sz="1200" b="1" dirty="0">
                <a:solidFill>
                  <a:srgbClr val="4A4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Тогда только</a:t>
            </a:r>
            <a:endParaRPr lang="ru-RU" sz="1600" dirty="0"/>
          </a:p>
          <a:p>
            <a:pPr algn="l" indent="0" marL="0">
              <a:lnSpc>
                <a:spcPct val="98000"/>
              </a:lnSpc>
              <a:buNone/>
            </a:pPr>
            <a:r>
              <a:rPr lang="ru-RU" sz="1200" b="1" dirty="0">
                <a:solidFill>
                  <a:srgbClr val="4A4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маленький казанчик.</a:t>
            </a:r>
            <a:endParaRPr lang="ru-RU" sz="1600" dirty="0"/>
          </a:p>
        </p:txBody>
      </p:sp>
      <p:sp>
        <p:nvSpPr>
          <p:cNvPr id="33" name="rS4t"/>
          <p:cNvSpPr/>
          <p:nvPr/>
        </p:nvSpPr>
        <p:spPr>
          <a:xfrm rot="2700000">
            <a:off x="5753100" y="3268980"/>
            <a:ext cx="241300" cy="241300"/>
          </a:xfrm>
          <a:prstGeom prst="roundRect">
            <a:avLst>
              <a:gd name="adj" fmla="val 15789"/>
            </a:avLst>
          </a:prstGeom>
          <a:solidFill>
            <a:srgbClr val="F6BB2A"/>
          </a:solidFill>
          <a:ln/>
          <a:effectLst>
            <a:outerShdw sx="100000" sy="100000" kx="0" ky="0" algn="bl" rotWithShape="0" blurRad="190500" dist="101600" dir="5400000">
              <a:srgbClr val="000000">
                <a:alpha val="30000"/>
              </a:srgbClr>
            </a:outerShdw>
          </a:effectLst>
        </p:spPr>
      </p:sp>
      <p:sp>
        <p:nvSpPr>
          <p:cNvPr id="34" name="rS4"/>
          <p:cNvSpPr txBox="1"/>
          <p:nvPr/>
        </p:nvSpPr>
        <p:spPr>
          <a:xfrm>
            <a:off x="5397500" y="2705100"/>
            <a:ext cx="1868170" cy="716280"/>
          </a:xfrm>
          <a:prstGeom prst="roundRect">
            <a:avLst>
              <a:gd name="adj" fmla="val 26596"/>
            </a:avLst>
          </a:prstGeom>
          <a:solidFill>
            <a:srgbClr val="F6BB2A"/>
          </a:solidFill>
          <a:ln/>
          <a:effectLst>
            <a:outerShdw sx="100000" sy="100000" kx="0" ky="0" algn="bl" rotWithShape="0" blurRad="190500" dist="101600" dir="5400000">
              <a:srgbClr val="000000">
                <a:alpha val="35000"/>
              </a:srgbClr>
            </a:outerShdw>
          </a:effectLst>
        </p:spPr>
        <p:txBody>
          <a:bodyPr wrap="none" lIns="177800" tIns="114300" rIns="177800" bIns="114300" rtlCol="0" anchor="ctr"/>
          <a:lstStyle/>
          <a:p>
            <a:pPr algn="l" indent="0" marL="0">
              <a:lnSpc>
                <a:spcPct val="98000"/>
              </a:lnSpc>
              <a:buNone/>
            </a:pPr>
            <a:r>
              <a:rPr lang="ru-RU" sz="1600" b="1" dirty="0">
                <a:solidFill>
                  <a:srgbClr val="1B18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Вам нужно</a:t>
            </a:r>
            <a:endParaRPr lang="ru-RU" sz="1600" dirty="0"/>
          </a:p>
          <a:p>
            <a:pPr algn="l" indent="0" marL="0">
              <a:lnSpc>
                <a:spcPct val="98000"/>
              </a:lnSpc>
              <a:buNone/>
            </a:pPr>
            <a:r>
              <a:rPr lang="ru-RU" sz="1600" b="1" dirty="0">
                <a:solidFill>
                  <a:srgbClr val="1B18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подкрепиться!</a:t>
            </a:r>
            <a:endParaRPr lang="ru-RU" sz="1600" dirty="0"/>
          </a:p>
        </p:txBody>
      </p:sp>
      <p:pic>
        <p:nvPicPr>
          <p:cNvPr id="35" name="burst1" descr="burst1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207000" y="1524000"/>
            <a:ext cx="3556000" cy="3556000"/>
          </a:xfrm>
          <a:prstGeom prst="rect">
            <a:avLst/>
          </a:prstGeom>
        </p:spPr>
      </p:pic>
      <p:pic>
        <p:nvPicPr>
          <p:cNvPr id="36" name="burst2" descr="burst2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715000" y="1270000"/>
            <a:ext cx="3556000" cy="3937000"/>
          </a:xfrm>
          <a:prstGeom prst="rect">
            <a:avLst/>
          </a:prstGeom>
        </p:spPr>
      </p:pic>
      <p:pic>
        <p:nvPicPr>
          <p:cNvPr id="37" name="burst3" descr="burst3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255000" y="1460500"/>
            <a:ext cx="3937000" cy="4127500"/>
          </a:xfrm>
          <a:prstGeom prst="rect">
            <a:avLst/>
          </a:prstGeom>
        </p:spPr>
      </p:pic>
      <p:sp>
        <p:nvSpPr>
          <p:cNvPr id="38" name="thudRing"/>
          <p:cNvSpPr/>
          <p:nvPr/>
        </p:nvSpPr>
        <p:spPr>
          <a:xfrm rot="-480000">
            <a:off x="9858375" y="3571875"/>
            <a:ext cx="1433195" cy="673100"/>
          </a:xfrm>
          <a:prstGeom prst="roundRect">
            <a:avLst>
              <a:gd name="adj" fmla="val 19811"/>
            </a:avLst>
          </a:prstGeom>
          <a:solidFill>
            <a:srgbClr val="17181B"/>
          </a:solidFill>
          <a:ln w="19050">
            <a:solidFill>
              <a:srgbClr val="D8C79F"/>
            </a:solidFill>
            <a:prstDash val="solid"/>
          </a:ln>
          <a:effectLst>
            <a:outerShdw sx="100000" sy="100000" kx="0" ky="0" algn="bl" rotWithShape="0" blurRad="190500" dist="114300" dir="5400000">
              <a:srgbClr val="000000">
                <a:alpha val="40000"/>
              </a:srgbClr>
            </a:outerShdw>
          </a:effectLst>
        </p:spPr>
      </p:sp>
      <p:sp>
        <p:nvSpPr>
          <p:cNvPr id="39" name="thud"/>
          <p:cNvSpPr txBox="1"/>
          <p:nvPr/>
        </p:nvSpPr>
        <p:spPr>
          <a:xfrm rot="-480000">
            <a:off x="9906000" y="3619500"/>
            <a:ext cx="1337945" cy="577850"/>
          </a:xfrm>
          <a:prstGeom prst="roundRect">
            <a:avLst>
              <a:gd name="adj" fmla="val 15385"/>
            </a:avLst>
          </a:prstGeom>
          <a:solidFill>
            <a:srgbClr val="E8432D"/>
          </a:solidFill>
          <a:ln w="38100">
            <a:solidFill>
              <a:srgbClr val="17181B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ru-RU" sz="2500" dirty="0">
                <a:solidFill>
                  <a:srgbClr val="F5EBD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БУМ!</a:t>
            </a:r>
            <a:endParaRPr lang="ru-RU" sz="2500" dirty="0"/>
          </a:p>
        </p:txBody>
      </p:sp>
      <p:pic>
        <p:nvPicPr>
          <p:cNvPr id="40" name="protoBg" descr="protoB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 rot="-48000">
            <a:off x="317500" y="1282700"/>
            <a:ext cx="4889500" cy="3923030"/>
          </a:xfrm>
          <a:prstGeom prst="rect">
            <a:avLst/>
          </a:prstGeom>
        </p:spPr>
      </p:pic>
      <p:sp>
        <p:nvSpPr>
          <p:cNvPr id="41" name="protoBadge"/>
          <p:cNvSpPr txBox="1"/>
          <p:nvPr/>
        </p:nvSpPr>
        <p:spPr>
          <a:xfrm rot="-48000">
            <a:off x="867129" y="1565000"/>
            <a:ext cx="2443480" cy="234950"/>
          </a:xfrm>
          <a:prstGeom prst="roundRect">
            <a:avLst>
              <a:gd name="adj" fmla="val 194595"/>
            </a:avLst>
          </a:prstGeom>
          <a:solidFill>
            <a:srgbClr val="E8432D"/>
          </a:solidFill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ru-RU" sz="1000" b="1" spc="140" kern="0" dirty="0">
                <a:solidFill>
                  <a:srgbClr val="F5E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ШУТОЧНЫЙ ЭКСПЕРИМЕНТ</a:t>
            </a:r>
            <a:endParaRPr lang="ru-RU" sz="1000" dirty="0"/>
          </a:p>
        </p:txBody>
      </p:sp>
      <p:sp>
        <p:nvSpPr>
          <p:cNvPr id="42" name="protoTitle"/>
          <p:cNvSpPr txBox="1"/>
          <p:nvPr/>
        </p:nvSpPr>
        <p:spPr>
          <a:xfrm rot="-48000">
            <a:off x="886270" y="1930618"/>
            <a:ext cx="2159000" cy="4279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84000"/>
              </a:lnSpc>
              <a:buNone/>
            </a:pPr>
            <a:r>
              <a:rPr lang="ru-RU" sz="1350" dirty="0">
                <a:solidFill>
                  <a:srgbClr val="1B181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ПРОТОКОЛ</a:t>
            </a:r>
            <a:endParaRPr lang="ru-RU" sz="1350" dirty="0"/>
          </a:p>
          <a:p>
            <a:pPr algn="l" indent="0" marL="0">
              <a:lnSpc>
                <a:spcPct val="84000"/>
              </a:lnSpc>
              <a:buNone/>
            </a:pPr>
            <a:r>
              <a:rPr lang="ru-RU" sz="1350" dirty="0">
                <a:solidFill>
                  <a:srgbClr val="1B181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НАБЛЮДЕНИЙ</a:t>
            </a:r>
            <a:endParaRPr lang="ru-RU" sz="1350" dirty="0"/>
          </a:p>
        </p:txBody>
      </p:sp>
      <p:sp>
        <p:nvSpPr>
          <p:cNvPr id="43" name="scoreLabel"/>
          <p:cNvSpPr txBox="1"/>
          <p:nvPr/>
        </p:nvSpPr>
        <p:spPr>
          <a:xfrm rot="-48000">
            <a:off x="2816537" y="1973240"/>
            <a:ext cx="1016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92000"/>
              </a:lnSpc>
              <a:buNone/>
            </a:pPr>
            <a:r>
              <a:rPr lang="ru-RU" sz="1000" b="1" spc="120" kern="0" dirty="0">
                <a:solidFill>
                  <a:srgbClr val="4A4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СЧЁТЧИК</a:t>
            </a:r>
            <a:endParaRPr lang="ru-RU" sz="1000" dirty="0"/>
          </a:p>
          <a:p>
            <a:pPr algn="r" indent="0" marL="0">
              <a:lnSpc>
                <a:spcPct val="92000"/>
              </a:lnSpc>
              <a:buNone/>
            </a:pPr>
            <a:r>
              <a:rPr lang="ru-RU" sz="1000" b="1" spc="120" kern="0" dirty="0">
                <a:solidFill>
                  <a:srgbClr val="4A4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ОТКАЗОВ</a:t>
            </a:r>
            <a:endParaRPr lang="ru-RU" sz="1000" dirty="0"/>
          </a:p>
        </p:txBody>
      </p:sp>
      <p:sp>
        <p:nvSpPr>
          <p:cNvPr id="44" name="c0"/>
          <p:cNvSpPr txBox="1"/>
          <p:nvPr/>
        </p:nvSpPr>
        <p:spPr>
          <a:xfrm rot="-48000">
            <a:off x="3921345" y="1795019"/>
            <a:ext cx="6858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ru-RU" sz="3800" b="1" dirty="0">
                <a:solidFill>
                  <a:srgbClr val="E8432D"/>
                </a:solidFill>
                <a:effectLst>
                  <a:glow rad="114300">
                    <a:srgbClr val="E8432D">
                      <a:alpha val="45000"/>
                    </a:srgbClr>
                  </a:glow>
                </a:effectLst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ru-RU" sz="3800" dirty="0"/>
          </a:p>
        </p:txBody>
      </p:sp>
      <p:sp>
        <p:nvSpPr>
          <p:cNvPr id="45" name="c1"/>
          <p:cNvSpPr txBox="1"/>
          <p:nvPr/>
        </p:nvSpPr>
        <p:spPr>
          <a:xfrm rot="-48000">
            <a:off x="3921345" y="1795019"/>
            <a:ext cx="6858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ru-RU" sz="3800" b="1" dirty="0">
                <a:solidFill>
                  <a:srgbClr val="E8432D"/>
                </a:solidFill>
                <a:effectLst>
                  <a:glow rad="114300">
                    <a:srgbClr val="E8432D">
                      <a:alpha val="45000"/>
                    </a:srgbClr>
                  </a:glow>
                </a:effectLst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ru-RU" sz="3800" dirty="0"/>
          </a:p>
        </p:txBody>
      </p:sp>
      <p:sp>
        <p:nvSpPr>
          <p:cNvPr id="46" name="c2"/>
          <p:cNvSpPr txBox="1"/>
          <p:nvPr/>
        </p:nvSpPr>
        <p:spPr>
          <a:xfrm rot="-48000">
            <a:off x="3921345" y="1795019"/>
            <a:ext cx="6858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ru-RU" sz="3800" b="1" dirty="0">
                <a:solidFill>
                  <a:srgbClr val="E8432D"/>
                </a:solidFill>
                <a:effectLst>
                  <a:glow rad="114300">
                    <a:srgbClr val="E8432D">
                      <a:alpha val="45000"/>
                    </a:srgbClr>
                  </a:glow>
                </a:effectLst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ru-RU" sz="3800" dirty="0"/>
          </a:p>
        </p:txBody>
      </p:sp>
      <p:sp>
        <p:nvSpPr>
          <p:cNvPr id="47" name="c3"/>
          <p:cNvSpPr txBox="1"/>
          <p:nvPr/>
        </p:nvSpPr>
        <p:spPr>
          <a:xfrm rot="-48000">
            <a:off x="3921345" y="1795019"/>
            <a:ext cx="6858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ru-RU" sz="3800" b="1" dirty="0">
                <a:solidFill>
                  <a:srgbClr val="E8432D"/>
                </a:solidFill>
                <a:effectLst>
                  <a:glow rad="114300">
                    <a:srgbClr val="E8432D">
                      <a:alpha val="45000"/>
                    </a:srgbClr>
                  </a:glow>
                </a:effectLst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ru-RU" sz="3800" dirty="0"/>
          </a:p>
        </p:txBody>
      </p:sp>
      <p:sp>
        <p:nvSpPr>
          <p:cNvPr id="48" name="no1g"/>
          <p:cNvSpPr txBox="1"/>
          <p:nvPr/>
        </p:nvSpPr>
        <p:spPr>
          <a:xfrm rot="-48000">
            <a:off x="920072" y="2641472"/>
            <a:ext cx="3695700" cy="19875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ru-RU" sz="1050" b="1" spc="126" kern="0" dirty="0">
                <a:solidFill>
                  <a:srgbClr val="D8C7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ОТКАЗ № 1.</a:t>
            </a:r>
            <a:endParaRPr lang="ru-RU" sz="1050" dirty="0"/>
          </a:p>
        </p:txBody>
      </p:sp>
      <p:sp>
        <p:nvSpPr>
          <p:cNvPr id="49" name="no1r"/>
          <p:cNvSpPr txBox="1"/>
          <p:nvPr/>
        </p:nvSpPr>
        <p:spPr>
          <a:xfrm rot="-48000">
            <a:off x="920072" y="2641472"/>
            <a:ext cx="3695700" cy="19875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ru-RU" sz="1050" b="1" spc="126" kern="0" dirty="0">
                <a:solidFill>
                  <a:srgbClr val="B32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ОТКАЗ № 1.</a:t>
            </a:r>
            <a:endParaRPr lang="ru-RU" sz="1050" dirty="0"/>
          </a:p>
        </p:txBody>
      </p:sp>
      <p:sp>
        <p:nvSpPr>
          <p:cNvPr id="50" name="no2g"/>
          <p:cNvSpPr txBox="1"/>
          <p:nvPr/>
        </p:nvSpPr>
        <p:spPr>
          <a:xfrm rot="-48000">
            <a:off x="928619" y="3253552"/>
            <a:ext cx="3695700" cy="19875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ru-RU" sz="1050" b="1" spc="126" kern="0" dirty="0">
                <a:solidFill>
                  <a:srgbClr val="D8C7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ОТКАЗ № 2.</a:t>
            </a:r>
            <a:endParaRPr lang="ru-RU" sz="1050" dirty="0"/>
          </a:p>
        </p:txBody>
      </p:sp>
      <p:sp>
        <p:nvSpPr>
          <p:cNvPr id="51" name="no2r"/>
          <p:cNvSpPr txBox="1"/>
          <p:nvPr/>
        </p:nvSpPr>
        <p:spPr>
          <a:xfrm rot="-48000">
            <a:off x="928619" y="3253552"/>
            <a:ext cx="3695700" cy="19875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ru-RU" sz="1050" b="1" spc="126" kern="0" dirty="0">
                <a:solidFill>
                  <a:srgbClr val="B32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ОТКАЗ № 2.</a:t>
            </a:r>
            <a:endParaRPr lang="ru-RU" sz="1050" dirty="0"/>
          </a:p>
        </p:txBody>
      </p:sp>
      <p:sp>
        <p:nvSpPr>
          <p:cNvPr id="52" name="no3g"/>
          <p:cNvSpPr txBox="1"/>
          <p:nvPr/>
        </p:nvSpPr>
        <p:spPr>
          <a:xfrm rot="-48000">
            <a:off x="937556" y="3893570"/>
            <a:ext cx="3695700" cy="19875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ru-RU" sz="1050" b="1" spc="126" kern="0" dirty="0">
                <a:solidFill>
                  <a:srgbClr val="D8C7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ОТКАЗ № 3.</a:t>
            </a:r>
            <a:endParaRPr lang="ru-RU" sz="1050" dirty="0"/>
          </a:p>
        </p:txBody>
      </p:sp>
      <p:sp>
        <p:nvSpPr>
          <p:cNvPr id="53" name="no3r"/>
          <p:cNvSpPr txBox="1"/>
          <p:nvPr/>
        </p:nvSpPr>
        <p:spPr>
          <a:xfrm rot="-48000">
            <a:off x="937556" y="3893570"/>
            <a:ext cx="3695700" cy="19875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ru-RU" sz="1050" b="1" spc="126" kern="0" dirty="0">
                <a:solidFill>
                  <a:srgbClr val="B32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ОТКАЗ № 3.</a:t>
            </a:r>
            <a:endParaRPr lang="ru-RU" sz="1050" dirty="0"/>
          </a:p>
        </p:txBody>
      </p:sp>
      <p:sp>
        <p:nvSpPr>
          <p:cNvPr id="54" name="txt1"/>
          <p:cNvSpPr txBox="1"/>
          <p:nvPr/>
        </p:nvSpPr>
        <p:spPr>
          <a:xfrm rot="-48000">
            <a:off x="923060" y="2814806"/>
            <a:ext cx="3695700" cy="28003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ru-RU" sz="1700" b="1" dirty="0">
                <a:solidFill>
                  <a:srgbClr val="1B18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Начало переговоров</a:t>
            </a:r>
            <a:endParaRPr lang="ru-RU" sz="1700" dirty="0"/>
          </a:p>
        </p:txBody>
      </p:sp>
      <p:sp>
        <p:nvSpPr>
          <p:cNvPr id="55" name="txt2"/>
          <p:cNvSpPr txBox="1"/>
          <p:nvPr/>
        </p:nvSpPr>
        <p:spPr>
          <a:xfrm rot="-48000">
            <a:off x="931802" y="3426885"/>
            <a:ext cx="3695700" cy="307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ru-RU" sz="1900" b="1" dirty="0">
                <a:solidFill>
                  <a:srgbClr val="1B18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Активизация гостеприимства</a:t>
            </a:r>
            <a:endParaRPr lang="ru-RU" sz="1900" dirty="0"/>
          </a:p>
        </p:txBody>
      </p:sp>
      <p:sp>
        <p:nvSpPr>
          <p:cNvPr id="56" name="txt3"/>
          <p:cNvSpPr txBox="1"/>
          <p:nvPr/>
        </p:nvSpPr>
        <p:spPr>
          <a:xfrm rot="-48000">
            <a:off x="942636" y="4054189"/>
            <a:ext cx="3695700" cy="6051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80000"/>
              </a:lnSpc>
              <a:buNone/>
            </a:pPr>
            <a:r>
              <a:rPr lang="ru-RU" sz="2050" dirty="0">
                <a:solidFill>
                  <a:srgbClr val="E8432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ВАМ НУЖНО</a:t>
            </a:r>
            <a:endParaRPr lang="ru-RU" sz="2050" dirty="0"/>
          </a:p>
          <a:p>
            <a:pPr algn="l" indent="0" marL="0">
              <a:lnSpc>
                <a:spcPct val="80000"/>
              </a:lnSpc>
              <a:buNone/>
            </a:pPr>
            <a:r>
              <a:rPr lang="ru-RU" sz="2050" dirty="0">
                <a:solidFill>
                  <a:srgbClr val="E8432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ПОДКРЕПИТЬСЯ!</a:t>
            </a:r>
            <a:endParaRPr lang="ru-RU" sz="2050" dirty="0"/>
          </a:p>
        </p:txBody>
      </p:sp>
      <p:sp>
        <p:nvSpPr>
          <p:cNvPr id="57" name="noBtnP"/>
          <p:cNvSpPr txBox="1"/>
          <p:nvPr/>
        </p:nvSpPr>
        <p:spPr>
          <a:xfrm>
            <a:off x="698500" y="5040630"/>
            <a:ext cx="3679190" cy="798830"/>
          </a:xfrm>
          <a:prstGeom prst="roundRect">
            <a:avLst>
              <a:gd name="adj" fmla="val 57234"/>
            </a:avLst>
          </a:prstGeom>
          <a:solidFill>
            <a:srgbClr val="E8432D"/>
          </a:solidFill>
          <a:ln/>
          <a:effectLst>
            <a:outerShdw sx="100000" sy="100000" kx="0" ky="0" algn="bl" rotWithShape="0" blurRad="101600" dist="57150" dir="5400000">
              <a:srgbClr val="7D1A0D">
                <a:alpha val="100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ru-RU" sz="2300" dirty="0">
                <a:solidFill>
                  <a:srgbClr val="F5EBD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НЕТ, СПАСИБО</a:t>
            </a:r>
            <a:endParaRPr lang="ru-RU" sz="2300" dirty="0"/>
          </a:p>
        </p:txBody>
      </p:sp>
      <p:sp>
        <p:nvSpPr>
          <p:cNvPr id="58" name="noBtn"/>
          <p:cNvSpPr txBox="1"/>
          <p:nvPr/>
        </p:nvSpPr>
        <p:spPr>
          <a:xfrm>
            <a:off x="698500" y="5040630"/>
            <a:ext cx="3679190" cy="798830"/>
          </a:xfrm>
          <a:prstGeom prst="roundRect">
            <a:avLst>
              <a:gd name="adj" fmla="val 57234"/>
            </a:avLst>
          </a:prstGeom>
          <a:solidFill>
            <a:srgbClr val="E8432D"/>
          </a:solidFill>
          <a:ln/>
          <a:effectLst>
            <a:outerShdw sx="100000" sy="100000" kx="0" ky="0" algn="bl" rotWithShape="0" blurRad="101600" dist="57150" dir="5400000">
              <a:srgbClr val="7D1A0D">
                <a:alpha val="100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ru-RU" sz="2300" dirty="0">
                <a:solidFill>
                  <a:srgbClr val="F5EBD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НЕТ, СПАСИБО</a:t>
            </a:r>
            <a:endParaRPr lang="ru-RU" sz="2300" dirty="0"/>
          </a:p>
        </p:txBody>
      </p:sp>
      <p:sp>
        <p:nvSpPr>
          <p:cNvPr id="59" name="flagBtn"/>
          <p:cNvSpPr txBox="1"/>
          <p:nvPr/>
        </p:nvSpPr>
        <p:spPr>
          <a:xfrm>
            <a:off x="698500" y="5040630"/>
            <a:ext cx="3010535" cy="798830"/>
          </a:xfrm>
          <a:prstGeom prst="roundRect">
            <a:avLst>
              <a:gd name="adj" fmla="val 57234"/>
            </a:avLst>
          </a:prstGeom>
          <a:solidFill>
            <a:srgbClr val="F5EBD5"/>
          </a:solidFill>
          <a:ln/>
          <a:effectLst>
            <a:outerShdw sx="100000" sy="100000" kx="0" ky="0" algn="bl" rotWithShape="0" blurRad="101600" dist="57150" dir="5400000">
              <a:srgbClr val="D8C79F">
                <a:alpha val="100000"/>
              </a:srgbClr>
            </a:outerShdw>
          </a:effectLst>
        </p:spPr>
        <p:txBody>
          <a:bodyPr wrap="none" lIns="800100" tIns="0" rIns="406400" bIns="0" rtlCol="0" anchor="ctr"/>
          <a:lstStyle/>
          <a:p>
            <a:pPr algn="ctr" indent="0" marL="0">
              <a:buNone/>
            </a:pPr>
            <a:r>
              <a:rPr lang="ru-RU" sz="2300" dirty="0">
                <a:solidFill>
                  <a:srgbClr val="1B181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СДАЮСЬ</a:t>
            </a:r>
            <a:endParaRPr lang="ru-RU" sz="2300" dirty="0"/>
          </a:p>
        </p:txBody>
      </p:sp>
      <p:pic>
        <p:nvPicPr>
          <p:cNvPr id="60" name="flag" descr="fla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066800" y="5236845"/>
            <a:ext cx="368300" cy="406400"/>
          </a:xfrm>
          <a:prstGeom prst="rect">
            <a:avLst/>
          </a:prstGeom>
        </p:spPr>
      </p:pic>
      <p:sp>
        <p:nvSpPr>
          <p:cNvPr id="61" name="dim"/>
          <p:cNvSpPr/>
          <p:nvPr/>
        </p:nvSpPr>
        <p:spPr>
          <a:xfrm>
            <a:off x="0" y="406400"/>
            <a:ext cx="12192000" cy="6070600"/>
          </a:xfrm>
          <a:prstGeom prst="rect">
            <a:avLst/>
          </a:prstGeom>
          <a:solidFill>
            <a:srgbClr val="0C0D0F">
              <a:alpha val="91000"/>
            </a:srgbClr>
          </a:solidFill>
          <a:ln/>
        </p:spPr>
      </p:sp>
      <p:sp>
        <p:nvSpPr>
          <p:cNvPr id="62" name="card"/>
          <p:cNvSpPr/>
          <p:nvPr/>
        </p:nvSpPr>
        <p:spPr>
          <a:xfrm rot="-72000">
            <a:off x="933450" y="2139950"/>
            <a:ext cx="7975600" cy="2271395"/>
          </a:xfrm>
          <a:prstGeom prst="roundRect">
            <a:avLst>
              <a:gd name="adj" fmla="val 8387"/>
            </a:avLst>
          </a:prstGeom>
          <a:solidFill>
            <a:srgbClr val="F5EBD5"/>
          </a:solidFill>
          <a:ln w="38100">
            <a:solidFill>
              <a:srgbClr val="F6BB2A"/>
            </a:solidFill>
            <a:prstDash val="solid"/>
          </a:ln>
          <a:effectLst>
            <a:outerShdw sx="100000" sy="100000" kx="0" ky="0" algn="bl" rotWithShape="0" blurRad="508000" dist="254000" dir="5400000">
              <a:srgbClr val="000000">
                <a:alpha val="60000"/>
              </a:srgbClr>
            </a:outerShdw>
          </a:effectLst>
        </p:spPr>
      </p:sp>
      <p:sp>
        <p:nvSpPr>
          <p:cNvPr id="63" name="cardBadge"/>
          <p:cNvSpPr txBox="1"/>
          <p:nvPr/>
        </p:nvSpPr>
        <p:spPr>
          <a:xfrm rot="-72000">
            <a:off x="7698832" y="1976311"/>
            <a:ext cx="951230" cy="234950"/>
          </a:xfrm>
          <a:prstGeom prst="roundRect">
            <a:avLst>
              <a:gd name="adj" fmla="val 194595"/>
            </a:avLst>
          </a:prstGeom>
          <a:solidFill>
            <a:srgbClr val="E8432D"/>
          </a:solidFill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ru-RU" sz="1000" b="1" spc="140" kern="0" dirty="0">
                <a:solidFill>
                  <a:srgbClr val="F5E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ШУТКА</a:t>
            </a:r>
            <a:endParaRPr lang="ru-RU" sz="1000" dirty="0"/>
          </a:p>
        </p:txBody>
      </p:sp>
      <p:sp>
        <p:nvSpPr>
          <p:cNvPr id="64" name="prag"/>
          <p:cNvSpPr txBox="1"/>
          <p:nvPr/>
        </p:nvSpPr>
        <p:spPr>
          <a:xfrm rot="-72000">
            <a:off x="1321761" y="2445838"/>
            <a:ext cx="6477000" cy="546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ru-RU" sz="1600" b="1" dirty="0">
                <a:solidFill>
                  <a:srgbClr val="1B18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Прагматика:</a:t>
            </a:r>
            <a:r>
              <a:rPr lang="ru-RU" sz="1600" dirty="0">
                <a:solidFill>
                  <a:srgbClr val="4A4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речевой акт «нет, спасибо» интерпретируется как просьба о добавке.</a:t>
            </a:r>
            <a:endParaRPr lang="ru-RU" sz="1600" dirty="0"/>
          </a:p>
        </p:txBody>
      </p:sp>
      <p:sp>
        <p:nvSpPr>
          <p:cNvPr id="65" name="ft1"/>
          <p:cNvSpPr txBox="1"/>
          <p:nvPr/>
        </p:nvSpPr>
        <p:spPr>
          <a:xfrm rot="-72000">
            <a:off x="1334211" y="3060693"/>
            <a:ext cx="7175500" cy="4978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ru-RU" sz="3000" dirty="0">
                <a:solidFill>
                  <a:srgbClr val="1B181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Лингвистика бессильна.</a:t>
            </a:r>
            <a:endParaRPr lang="ru-RU" sz="3000" dirty="0"/>
          </a:p>
        </p:txBody>
      </p:sp>
      <p:sp>
        <p:nvSpPr>
          <p:cNvPr id="66" name="ft2"/>
          <p:cNvSpPr txBox="1"/>
          <p:nvPr/>
        </p:nvSpPr>
        <p:spPr>
          <a:xfrm rot="-72000">
            <a:off x="1345362" y="3507616"/>
            <a:ext cx="7175500" cy="66865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ru-RU" sz="4100" dirty="0">
                <a:solidFill>
                  <a:srgbClr val="E8432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Нужна математика!</a:t>
            </a:r>
            <a:endParaRPr lang="ru-RU" sz="4100" dirty="0"/>
          </a:p>
        </p:txBody>
      </p:sp>
      <p:pic>
        <p:nvPicPr>
          <p:cNvPr id="67" name="res0" descr="res0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8890000" y="2783840"/>
            <a:ext cx="2794000" cy="3566160"/>
          </a:xfrm>
          <a:prstGeom prst="rect">
            <a:avLst/>
          </a:prstGeom>
        </p:spPr>
      </p:pic>
      <p:pic>
        <p:nvPicPr>
          <p:cNvPr id="68" name="res1" descr="res1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8890000" y="2663825"/>
            <a:ext cx="2794000" cy="3686175"/>
          </a:xfrm>
          <a:prstGeom prst="rect">
            <a:avLst/>
          </a:prstGeom>
        </p:spPr>
      </p:pic>
      <p:sp>
        <p:nvSpPr>
          <p:cNvPr id="69" name="g1"/>
          <p:cNvSpPr txBox="1"/>
          <p:nvPr/>
        </p:nvSpPr>
        <p:spPr>
          <a:xfrm>
            <a:off x="10655300" y="1460500"/>
            <a:ext cx="603885" cy="7594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ru-RU" sz="4600" dirty="0">
                <a:solidFill>
                  <a:srgbClr val="F6BB2A"/>
                </a:solidFill>
                <a:effectLst>
                  <a:glow rad="152400">
                    <a:srgbClr val="F6BB2A">
                      <a:alpha val="35000"/>
                    </a:srgbClr>
                  </a:glow>
                </a:effectLst>
                <a:latin typeface="Cambria" pitchFamily="34" charset="0"/>
                <a:ea typeface="Cambria" pitchFamily="34" charset="-122"/>
                <a:cs typeface="Cambria" pitchFamily="34" charset="-120"/>
              </a:rPr>
              <a:t>∑</a:t>
            </a:r>
            <a:endParaRPr lang="ru-RU" sz="4600" dirty="0"/>
          </a:p>
        </p:txBody>
      </p:sp>
      <p:sp>
        <p:nvSpPr>
          <p:cNvPr id="70" name="g2"/>
          <p:cNvSpPr txBox="1"/>
          <p:nvPr/>
        </p:nvSpPr>
        <p:spPr>
          <a:xfrm>
            <a:off x="9194800" y="1663700"/>
            <a:ext cx="923290" cy="5778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ru-RU" sz="3500" i="1" dirty="0">
                <a:solidFill>
                  <a:srgbClr val="F5EBD5"/>
                </a:solidFill>
                <a:effectLst>
                  <a:glow rad="152400">
                    <a:srgbClr val="F6BB2A">
                      <a:alpha val="35000"/>
                    </a:srgbClr>
                  </a:glow>
                </a:effectLst>
                <a:latin typeface="Cambria" pitchFamily="34" charset="0"/>
                <a:ea typeface="Cambria" pitchFamily="34" charset="-122"/>
                <a:cs typeface="Cambria" pitchFamily="34" charset="-120"/>
              </a:rPr>
              <a:t>P</a:t>
            </a:r>
            <a:r>
              <a:rPr lang="ru-RU" sz="3500" i="1" baseline="-40000" dirty="0">
                <a:solidFill>
                  <a:srgbClr val="F5EBD5"/>
                </a:solidFill>
                <a:effectLst>
                  <a:glow rad="152400">
                    <a:srgbClr val="F6BB2A">
                      <a:alpha val="35000"/>
                    </a:srgbClr>
                  </a:glow>
                </a:effectLst>
                <a:latin typeface="Cambria" pitchFamily="34" charset="0"/>
                <a:ea typeface="Cambria" pitchFamily="34" charset="-122"/>
                <a:cs typeface="Cambria" pitchFamily="34" charset="-120"/>
              </a:rPr>
              <a:t>n</a:t>
            </a:r>
            <a:r>
              <a:rPr lang="ru-RU" sz="3500" baseline="-40000" dirty="0">
                <a:solidFill>
                  <a:srgbClr val="F5EBD5"/>
                </a:solidFill>
                <a:effectLst>
                  <a:glow rad="152400">
                    <a:srgbClr val="F6BB2A">
                      <a:alpha val="35000"/>
                    </a:srgbClr>
                  </a:glow>
                </a:effectLst>
                <a:latin typeface="Cambria" pitchFamily="34" charset="0"/>
                <a:ea typeface="Cambria" pitchFamily="34" charset="-122"/>
                <a:cs typeface="Cambria" pitchFamily="34" charset="-120"/>
              </a:rPr>
              <a:t>+1</a:t>
            </a:r>
            <a:endParaRPr lang="ru-RU" sz="3500" dirty="0"/>
          </a:p>
        </p:txBody>
      </p:sp>
      <p:sp>
        <p:nvSpPr>
          <p:cNvPr id="71" name="g3"/>
          <p:cNvSpPr txBox="1"/>
          <p:nvPr/>
        </p:nvSpPr>
        <p:spPr>
          <a:xfrm>
            <a:off x="812800" y="5461000"/>
            <a:ext cx="836295" cy="528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ru-RU" sz="3200" dirty="0">
                <a:solidFill>
                  <a:srgbClr val="D8C79F"/>
                </a:solidFill>
                <a:effectLst>
                  <a:glow rad="152400">
                    <a:srgbClr val="F6BB2A">
                      <a:alpha val="35000"/>
                    </a:srgbClr>
                  </a:glow>
                </a:effectLst>
                <a:latin typeface="Cambria" pitchFamily="34" charset="0"/>
                <a:ea typeface="Cambria" pitchFamily="34" charset="-122"/>
                <a:cs typeface="Cambria" pitchFamily="34" charset="-120"/>
              </a:rPr>
              <a:t>lim</a:t>
            </a:r>
            <a:endParaRPr lang="ru-RU" sz="3200" dirty="0"/>
          </a:p>
        </p:txBody>
      </p:sp>
      <p:sp>
        <p:nvSpPr>
          <p:cNvPr id="72" name="g4"/>
          <p:cNvSpPr txBox="1"/>
          <p:nvPr/>
        </p:nvSpPr>
        <p:spPr>
          <a:xfrm>
            <a:off x="8178800" y="5524500"/>
            <a:ext cx="596900" cy="660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ru-RU" sz="4000" dirty="0">
                <a:solidFill>
                  <a:srgbClr val="E8432D"/>
                </a:solidFill>
                <a:effectLst>
                  <a:glow rad="152400">
                    <a:srgbClr val="F6BB2A">
                      <a:alpha val="35000"/>
                    </a:srgbClr>
                  </a:glow>
                </a:effectLst>
                <a:latin typeface="Cambria" pitchFamily="34" charset="0"/>
                <a:ea typeface="Cambria" pitchFamily="34" charset="-122"/>
                <a:cs typeface="Cambria" pitchFamily="34" charset="-120"/>
              </a:rPr>
              <a:t>∞</a:t>
            </a:r>
            <a:endParaRPr lang="ru-RU" sz="4000" dirty="0"/>
          </a:p>
        </p:txBody>
      </p:sp>
      <p:sp>
        <p:nvSpPr>
          <p:cNvPr id="73" name="g5"/>
          <p:cNvSpPr txBox="1"/>
          <p:nvPr/>
        </p:nvSpPr>
        <p:spPr>
          <a:xfrm>
            <a:off x="4749800" y="5588000"/>
            <a:ext cx="1703070" cy="4622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ru-RU" sz="2800" dirty="0">
                <a:solidFill>
                  <a:srgbClr val="F6BB2A"/>
                </a:solidFill>
                <a:effectLst>
                  <a:glow rad="152400">
                    <a:srgbClr val="F6BB2A">
                      <a:alpha val="35000"/>
                    </a:srgbClr>
                  </a:glow>
                </a:effectLst>
                <a:latin typeface="Cambria" pitchFamily="34" charset="0"/>
                <a:ea typeface="Cambria" pitchFamily="34" charset="-122"/>
                <a:cs typeface="Cambria" pitchFamily="34" charset="-120"/>
              </a:rPr>
              <a:t>0,3·</a:t>
            </a:r>
            <a:r>
              <a:rPr lang="ru-RU" sz="2800" i="1" dirty="0">
                <a:solidFill>
                  <a:srgbClr val="F6BB2A"/>
                </a:solidFill>
                <a:effectLst>
                  <a:glow rad="152400">
                    <a:srgbClr val="F6BB2A">
                      <a:alpha val="35000"/>
                    </a:srgbClr>
                  </a:glow>
                </a:effectLst>
                <a:latin typeface="Cambria" pitchFamily="34" charset="0"/>
                <a:ea typeface="Cambria" pitchFamily="34" charset="-122"/>
                <a:cs typeface="Cambria" pitchFamily="34" charset="-120"/>
              </a:rPr>
              <a:t>P</a:t>
            </a:r>
            <a:r>
              <a:rPr lang="ru-RU" sz="2800" i="1" baseline="-40000" dirty="0">
                <a:solidFill>
                  <a:srgbClr val="F6BB2A"/>
                </a:solidFill>
                <a:effectLst>
                  <a:glow rad="152400">
                    <a:srgbClr val="F6BB2A">
                      <a:alpha val="35000"/>
                    </a:srgbClr>
                  </a:glow>
                </a:effectLst>
                <a:latin typeface="Cambria" pitchFamily="34" charset="0"/>
                <a:ea typeface="Cambria" pitchFamily="34" charset="-122"/>
                <a:cs typeface="Cambria" pitchFamily="34" charset="-120"/>
              </a:rPr>
              <a:t>n</a:t>
            </a:r>
            <a:r>
              <a:rPr lang="ru-RU" sz="2800" dirty="0">
                <a:solidFill>
                  <a:srgbClr val="F6BB2A"/>
                </a:solidFill>
                <a:effectLst>
                  <a:glow rad="152400">
                    <a:srgbClr val="F6BB2A">
                      <a:alpha val="35000"/>
                    </a:srgbClr>
                  </a:glow>
                </a:effectLst>
                <a:latin typeface="Cambria" pitchFamily="34" charset="0"/>
                <a:ea typeface="Cambria" pitchFamily="34" charset="-122"/>
                <a:cs typeface="Cambria" pitchFamily="34" charset="-120"/>
              </a:rPr>
              <a:t> + 1</a:t>
            </a:r>
            <a:endParaRPr lang="ru-RU" sz="2800" dirty="0"/>
          </a:p>
        </p:txBody>
      </p:sp>
      <p:sp>
        <p:nvSpPr>
          <p:cNvPr id="75" name="Text 5"/>
          <p:cNvSpPr/>
          <p:nvPr>
            <p:ph idx="106" type="body" hasCustomPrompt="1"/>
          </p:nvPr>
        </p:nvSpPr>
        <p:spPr>
          <a:xfrm>
            <a:off x="698500" y="622300"/>
            <a:ext cx="88900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ru-RU" sz="1100" dirty="0"/>
          </a:p>
        </p:txBody>
      </p:sp>
      <p:sp>
        <p:nvSpPr>
          <p:cNvPr id="7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95000" y="6553200"/>
            <a:ext cx="6985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F5EBD5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b="1" lang="ru-RU"/>
              <a:t>3</a:t>
            </a:fld>
            <a:endParaRPr lang="ru-RU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42" presetClass="entr" presetSubtype="0" fill="hold" grpId="0" nodeType="withEffect">
                                  <p:stCondLst>
                                    <p:cond delay="27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8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" dur="8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8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8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" dur="8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8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42" presetClass="entr" presetSubtype="0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8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" dur="8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8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42" presetClass="entr" presetSubtype="0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8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1" dur="8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8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8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6" dur="8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8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42" presetClass="entr" presetSubtype="0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8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1" dur="8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8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42" presetClass="entr" presetSubtype="0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8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6" dur="8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8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42" presetClass="entr" presetSubtype="0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8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1" dur="8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8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8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6" dur="8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8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8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42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8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4" dur="8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8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42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8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9" dur="8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8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42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8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4" dur="8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8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53" presetClass="entr" presetSubtype="16" fill="hold" grpId="0" nodeType="withEffect">
                                  <p:stCondLst>
                                    <p:cond delay="57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8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w*1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8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h*1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53" presetClass="entr" presetSubtype="16" fill="hold" grpId="0" nodeType="withEffect">
                                  <p:stCondLst>
                                    <p:cond delay="57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8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w*1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8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h*1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5" dur="4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8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0" presetClass="path" presetSubtype="0" fill="hold" grpId="1" nodeType="withEffect">
                                  <p:stCondLst>
                                    <p:cond delay="650"/>
                                  </p:stCondLst>
                                  <p:childTnLst>
                                    <p:animMotion origin="layout" path="M -0.0417 0 L 0 0 E" pathEditMode="relative">
                                      <p:cBhvr>
                                        <p:cTn id="80" dur="800" fill="hold" decel="500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83" presetID="26" presetClass="emph" presetSubtype="0" fill="hold" grpId="1" nodeType="withEffect">
                                  <p:stCondLst>
                                    <p:cond delay="1400"/>
                                  </p:stCondLst>
                                  <p:childTnLst>
                                    <p:animScale>
                                      <p:cBhvr>
                                        <p:cTn id="82" dur="900" fill="hold" autoRev="1" repeatCount="indefinite"/>
                                        <p:tgtEl>
                                          <p:spTgt spid="57"/>
                                        </p:tgtEl>
                                      </p:cBhvr>
                                      <p:by x="104000" y="104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163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xit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2" presetID="26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90" dur="160" fill="hold" autoRev="1"/>
                                        <p:tgtEl>
                                          <p:spTgt spid="58"/>
                                        </p:tgtEl>
                                      </p:cBhvr>
                                      <p:by x="96000" y="96000"/>
                                    </p:animScale>
                                  </p:childTnLst>
                                  <p:subTnLst>
                                    <p:audio>
                                      <p:cMediaNode vol="80000">
                                        <p:cTn id="91" display="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ndTgt r:embed="rId900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94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53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1.7"/>
                                          </p:val>
                                        </p:tav>
                                        <p:tav tm="70000">
                                          <p:val>
                                            <p:strVal val="#ppt_w*0.94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1.7"/>
                                          </p:val>
                                        </p:tav>
                                        <p:tav tm="70000">
                                          <p:val>
                                            <p:strVal val="#ppt_h*0.94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8" dur="225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2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4" dur="4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5" dur="4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6" dur="225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32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Rot by="240000">
                                      <p:cBhvr>
                                        <p:cTn id="108" dur="125" fill="hold" autoRev="1" repeatCount="2000"/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12" presetID="32" presetClass="emph" presetSubtype="0" fill="hold" grpId="2" nodeType="withEffect">
                                  <p:stCondLst>
                                    <p:cond delay="280"/>
                                  </p:stCondLst>
                                  <p:childTnLst>
                                    <p:animRot by="300000">
                                      <p:cBhvr>
                                        <p:cTn id="110" dur="175" fill="hold" autoRev="1" repeatCount="20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 vol="80000">
                                        <p:cTn id="111" display="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ndTgt r:embed="rId901" name="sw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15" presetID="10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2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53" presetClass="entr" presetSubtype="16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4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8" dur="4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9" dur="225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53" presetClass="entr" presetSubtype="16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2" dur="2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3" dur="2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4" dur="2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" presetID="0" presetClass="path" presetSubtype="0" fill="hold" grpId="1" nodeType="withEffect">
                                  <p:stCondLst>
                                    <p:cond delay="280"/>
                                  </p:stCondLst>
                                  <p:childTnLst>
                                    <p:animMotion origin="layout" path="M 0 0 L 0 0.025 E" pathEditMode="relative">
                                      <p:cBhvr>
                                        <p:cTn id="126" dur="1050" fill="hold" accel="60000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0" presetID="10" presetClass="exit" presetSubtype="0" fill="hold" grpId="2" nodeType="withEffect">
                                  <p:stCondLst>
                                    <p:cond delay="73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8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" presetID="10" presetClass="exit" presetSubtype="0" fill="hold" grpId="1" nodeType="withEffect">
                                  <p:stCondLst>
                                    <p:cond delay="9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1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6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5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9" presetID="26" presetClass="emph" presetSubtype="0" fill="hold" grpId="1" nodeType="withEffect">
                                  <p:stCondLst>
                                    <p:cond delay="900"/>
                                  </p:stCondLst>
                                  <p:childTnLst>
                                    <p:animScale>
                                      <p:cBhvr>
                                        <p:cTn id="137" dur="300" fill="hold" autoRev="1"/>
                                        <p:tgtEl>
                                          <p:spTgt spid="15"/>
                                        </p:tgtEl>
                                      </p:cBhvr>
                                      <p:by x="108000" y="108000"/>
                                    </p:animScale>
                                  </p:childTnLst>
                                  <p:subTnLst>
                                    <p:audio>
                                      <p:cMediaNode vol="80000">
                                        <p:cTn id="138" display="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ndTgt r:embed="rId902" name="plop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42" presetID="10" presetClass="exit" presetSubtype="0" fill="hold" grpId="1" nodeType="withEffect">
                                  <p:stCondLst>
                                    <p:cond delay="9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0" dur="3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5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4" dur="3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8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35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0" presetID="0" presetClass="path" presetSubtype="0" fill="hold" grpId="1" nodeType="withEffect">
                                  <p:stCondLst>
                                    <p:cond delay="900"/>
                                  </p:stCondLst>
                                  <p:childTnLst>
                                    <p:animMotion origin="layout" path="M -0.0125 0 L 0 0 E" pathEditMode="relative">
                                      <p:cBhvr>
                                        <p:cTn id="149" dur="500" fill="hold" decel="50000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3" presetID="10" presetClass="exit" presetSubtype="0" fill="hold" grpId="2" nodeType="withEffect">
                                  <p:stCondLst>
                                    <p:cond delay="9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1" dur="2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6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5" dur="2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9" presetID="10" presetClass="exit" presetSubtype="0" fill="hold" grpId="1" nodeType="withEffect">
                                  <p:stCondLst>
                                    <p:cond delay="2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7" dur="2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2" presetID="10" presetClass="exit" presetSubtype="0" fill="hold" grpId="1" nodeType="withEffect">
                                  <p:stCondLst>
                                    <p:cond delay="2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0" dur="2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4" fill="hold">
                      <p:stCondLst>
                        <p:cond delay="indefinite"/>
                      </p:stCondLst>
                      <p:childTnLst>
                        <p:par>
                          <p:cTn id="248" fill="hold">
                            <p:stCondLst>
                              <p:cond delay="0"/>
                            </p:stCondLst>
                            <p:childTnLst>
                              <p:par>
                                <p:cTn id="167" presetID="26" presetClass="emph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65" dur="160" fill="hold" autoRev="1"/>
                                        <p:tgtEl>
                                          <p:spTgt spid="58"/>
                                        </p:tgtEl>
                                      </p:cBhvr>
                                      <p:by x="96000" y="96000"/>
                                    </p:animScale>
                                  </p:childTnLst>
                                  <p:subTnLst>
                                    <p:audio>
                                      <p:cMediaNode vol="80000">
                                        <p:cTn id="166" display="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ndTgt r:embed="rId900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6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4" presetID="53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1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1.7"/>
                                          </p:val>
                                        </p:tav>
                                        <p:tav tm="70000">
                                          <p:val>
                                            <p:strVal val="#ppt_w*0.94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2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1.7"/>
                                          </p:val>
                                        </p:tav>
                                        <p:tav tm="70000">
                                          <p:val>
                                            <p:strVal val="#ppt_h*0.94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3" dur="225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6" dur="2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9" dur="4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0" dur="4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1" dur="225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4" presetID="32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Rot by="240000">
                                      <p:cBhvr>
                                        <p:cTn id="183" dur="125" fill="hold" autoRev="1" repeatCount="2000"/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87" presetID="10" presetClass="exit" presetSubtype="0" fill="hold" grpId="3" nodeType="withEffect">
                                  <p:stCondLst>
                                    <p:cond delay="28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5" dur="2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0" presetID="10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9" dur="2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3" presetID="26" presetClass="emph" presetSubtype="0" fill="hold" grpId="1" nodeType="withEffect">
                                  <p:stCondLst>
                                    <p:cond delay="280"/>
                                  </p:stCondLst>
                                  <p:childTnLst>
                                    <p:animScale>
                                      <p:cBhvr>
                                        <p:cTn id="191" dur="350" fill="hold" autoRev="1"/>
                                        <p:tgtEl>
                                          <p:spTgt spid="1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  <p:subTnLst>
                                    <p:audio>
                                      <p:cMediaNode vol="80000">
                                        <p:cTn id="192" display="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ndTgt r:embed="rId903" name="pop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95" presetID="1" presetClass="exit" presetSubtype="0" fill="hold" grpId="1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7" presetID="1" presetClass="exit" presetSubtype="0" fill="hold" grpId="1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0" presetID="10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9" dur="2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5" presetID="53" presetClass="entr" presetSubtype="16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2" dur="4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3" dur="4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4" dur="225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8" presetID="10" presetClass="exit" presetSubtype="0" fill="hold" grpId="2" nodeType="withEffect">
                                  <p:stCondLst>
                                    <p:cond delay="6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6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1" presetID="10" presetClass="entr" presetSubtype="0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0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4" presetID="26" presetClass="emph" presetSubtype="0" fill="hold" grpId="1" nodeType="withEffect">
                                  <p:stCondLst>
                                    <p:cond delay="650"/>
                                  </p:stCondLst>
                                  <p:childTnLst>
                                    <p:animScale>
                                      <p:cBhvr>
                                        <p:cTn id="212" dur="350" fill="hold" autoRev="1"/>
                                        <p:tgtEl>
                                          <p:spTgt spid="16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  <p:subTnLst>
                                    <p:audio>
                                      <p:cMediaNode vol="80000">
                                        <p:cTn id="213" display="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ndTgt r:embed="rId904" name="boin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219" presetID="53" presetClass="entr" presetSubtype="16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2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6" dur="3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7" dur="3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8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1" presetID="0" presetClass="path" presetSubtype="0" fill="hold" grpId="1" nodeType="withEffect">
                                  <p:stCondLst>
                                    <p:cond delay="650"/>
                                  </p:stCondLst>
                                  <p:childTnLst>
                                    <p:animMotion origin="layout" path="M 0 0 L 0 0.03 E" pathEditMode="relative">
                                      <p:cBhvr>
                                        <p:cTn id="220" dur="1100" fill="hold" accel="60000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24" presetID="10" presetClass="exit" presetSubtype="0" fill="hold" grpId="1" nodeType="withEffect">
                                  <p:stCondLst>
                                    <p:cond delay="6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2" dur="3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3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7" presetID="10" presetClass="entr" presetSubtype="0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2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6" dur="3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0" presetID="10" presetClass="entr" presetSubtype="0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9" dur="35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2" presetID="0" presetClass="path" presetSubtype="0" fill="hold" grpId="1" nodeType="withEffect">
                                  <p:stCondLst>
                                    <p:cond delay="650"/>
                                  </p:stCondLst>
                                  <p:childTnLst>
                                    <p:animMotion origin="layout" path="M -0.0125 0 L 0 0 E" pathEditMode="relative">
                                      <p:cBhvr>
                                        <p:cTn id="231" dur="500" fill="hold" decel="50000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35" presetID="10" presetClass="exit" presetSubtype="0" fill="hold" grpId="2" nodeType="withEffect">
                                  <p:stCondLst>
                                    <p:cond delay="6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3" dur="2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8" presetID="10" presetClass="entr" presetSubtype="0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7" dur="2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1" presetID="10" presetClass="exit" presetSubtype="0" fill="hold" grpId="2" nodeType="withEffect">
                                  <p:stCondLst>
                                    <p:cond delay="11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9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4" presetID="10" presetClass="exit" presetSubtype="0" fill="hold" grpId="1" nodeType="withEffect">
                                  <p:stCondLst>
                                    <p:cond delay="2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2" dur="2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3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7" presetID="10" presetClass="exit" presetSubtype="0" fill="hold" grpId="1" nodeType="withEffect">
                                  <p:stCondLst>
                                    <p:cond delay="2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5" dur="2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9" fill="hold">
                      <p:stCondLst>
                        <p:cond delay="indefinite"/>
                      </p:stCondLst>
                      <p:childTnLst>
                        <p:par>
                          <p:cTn id="423" fill="hold">
                            <p:stCondLst>
                              <p:cond delay="0"/>
                            </p:stCondLst>
                            <p:childTnLst>
                              <p:par>
                                <p:cTn id="252" presetID="26" presetClass="emph" presetSubtype="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250" dur="160" fill="hold" autoRev="1"/>
                                        <p:tgtEl>
                                          <p:spTgt spid="58"/>
                                        </p:tgtEl>
                                      </p:cBhvr>
                                      <p:by x="96000" y="96000"/>
                                    </p:animScale>
                                  </p:childTnLst>
                                  <p:subTnLst>
                                    <p:audio>
                                      <p:cMediaNode vol="80000">
                                        <p:cTn id="251" display="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ndTgt r:embed="rId900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254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9" presetID="53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6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1.7"/>
                                          </p:val>
                                        </p:tav>
                                        <p:tav tm="70000">
                                          <p:val>
                                            <p:strVal val="#ppt_w*0.94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7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1.7"/>
                                          </p:val>
                                        </p:tav>
                                        <p:tav tm="70000">
                                          <p:val>
                                            <p:strVal val="#ppt_h*0.94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8" dur="225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1" dur="2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4" dur="4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5" dur="4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6" dur="225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9" presetID="32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Rot by="240000">
                                      <p:cBhvr>
                                        <p:cTn id="268" dur="125" fill="hold" autoRev="1" repeatCount="2000"/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72" presetID="10" presetClass="exit" presetSubtype="0" fill="hold" grpId="2" nodeType="withEffect">
                                  <p:stCondLst>
                                    <p:cond delay="26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0" dur="2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1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5" presetID="10" presetClass="entr" presetSubtype="0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2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4" dur="2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8" presetID="26" presetClass="emph" presetSubtype="0" fill="hold" grpId="1" nodeType="withEffect">
                                  <p:stCondLst>
                                    <p:cond delay="260"/>
                                  </p:stCondLst>
                                  <p:childTnLst>
                                    <p:animScale>
                                      <p:cBhvr>
                                        <p:cTn id="276" dur="350" fill="hold" autoRev="1"/>
                                        <p:tgtEl>
                                          <p:spTgt spid="1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  <p:subTnLst>
                                    <p:audio>
                                      <p:cMediaNode vol="80000">
                                        <p:cTn id="277" display="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ndTgt r:embed="rId904" name="boin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280" presetID="1" presetClass="exit" presetSubtype="0" fill="hold" grpId="1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2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2" presetID="1" presetClass="exit" presetSubtype="0" fill="hold" grpId="1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2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5" presetID="10" presetClass="entr" presetSubtype="0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2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4" dur="2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0" presetID="53" presetClass="entr" presetSubtype="16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2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7" dur="45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8" dur="45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9" dur="225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5" presetID="2" presetClass="entr" presetSubtype="1" fill="hold" grpId="0" nodeType="withEffect">
                                  <p:stCondLst>
                                    <p:cond delay="850"/>
                                  </p:stCondLst>
                                  <p:childTnLst>
                                    <p:set>
                                      <p:cBhvr>
                                        <p:cTn id="2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2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62000">
                                          <p:val>
                                            <p:strVal val="#ppt_y+#ppt_h*0.05"/>
                                          </p:val>
                                        </p:tav>
                                        <p:tav tm="80000">
                                          <p:val>
                                            <p:strVal val="#ppt_y-#ppt_h*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3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 vol="80000">
                                        <p:cTn id="294" display="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ndTgt r:embed="rId905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300" presetID="53" presetClass="entr" presetSubtype="16" fill="hold" grpId="0" nodeType="withEffect">
                                  <p:stCondLst>
                                    <p:cond delay="1470"/>
                                  </p:stCondLst>
                                  <p:childTnLst>
                                    <p:set>
                                      <p:cBhvr>
                                        <p:cTn id="2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7" dur="3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w*1.12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8" dur="3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h*1.12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9" dur="1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6" presetID="53" presetClass="entr" presetSubtype="16" fill="hold" grpId="0" nodeType="withEffect">
                                  <p:stCondLst>
                                    <p:cond delay="1470"/>
                                  </p:stCondLst>
                                  <p:childTnLst>
                                    <p:set>
                                      <p:cBhvr>
                                        <p:cTn id="3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2" dur="3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w*1.12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3" dur="3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h*1.12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4" dur="1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 vol="80000">
                                        <p:cTn id="305" display="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ndTgt r:embed="rId906" name="stamp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308" presetID="0" presetClass="emph" presetSubtype="0" fill="hold" grpId="1" nodeType="withEffect">
                                  <p:stCondLst>
                                    <p:cond delay="1470"/>
                                  </p:stCondLst>
                                  <p:childTnLst>
                                    <p:animMotion origin="layout" path="M 0 0 L 0.005 0 E" pathEditMode="relative">
                                      <p:cBhvr>
                                        <p:cTn id="307" dur="75" fill="hold" autoRev="1" repeatCount="3000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10" presetID="0" presetClass="emph" presetSubtype="0" fill="hold" grpId="1" nodeType="withEffect">
                                  <p:stCondLst>
                                    <p:cond delay="1470"/>
                                  </p:stCondLst>
                                  <p:childTnLst>
                                    <p:animMotion origin="layout" path="M 0 0 L 0.005 0 E" pathEditMode="relative">
                                      <p:cBhvr>
                                        <p:cTn id="309" dur="75" fill="hold" autoRev="1" repeatCount="3000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12" presetID="0" presetClass="emph" presetSubtype="0" fill="hold" grpId="1" nodeType="withEffect">
                                  <p:stCondLst>
                                    <p:cond delay="1470"/>
                                  </p:stCondLst>
                                  <p:childTnLst>
                                    <p:animMotion origin="layout" path="M 0 0 L 0.005 0 E" pathEditMode="relative">
                                      <p:cBhvr>
                                        <p:cTn id="311" dur="75" fill="hold" autoRev="1" repeatCount="3000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14" presetID="0" presetClass="emph" presetSubtype="0" fill="hold" grpId="1" nodeType="withEffect">
                                  <p:stCondLst>
                                    <p:cond delay="1470"/>
                                  </p:stCondLst>
                                  <p:childTnLst>
                                    <p:animMotion origin="layout" path="M 0 0 L 0.005 0 E" pathEditMode="relative">
                                      <p:cBhvr>
                                        <p:cTn id="313" dur="75" fill="hold" autoRev="1" repeatCount="3000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16" presetID="0" presetClass="emph" presetSubtype="0" fill="hold" grpId="1" nodeType="withEffect">
                                  <p:stCondLst>
                                    <p:cond delay="1470"/>
                                  </p:stCondLst>
                                  <p:childTnLst>
                                    <p:animMotion origin="layout" path="M 0 0 L 0.005 0 E" pathEditMode="relative">
                                      <p:cBhvr>
                                        <p:cTn id="315" dur="75" fill="hold" autoRev="1" repeatCount="3000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18" presetID="0" presetClass="emph" presetSubtype="0" fill="hold" grpId="1" nodeType="withEffect">
                                  <p:stCondLst>
                                    <p:cond delay="1470"/>
                                  </p:stCondLst>
                                  <p:childTnLst>
                                    <p:animMotion origin="layout" path="M 0 0 L 0.005 0 E" pathEditMode="relative">
                                      <p:cBhvr>
                                        <p:cTn id="317" dur="75" fill="hold" autoRev="1" repeatCount="3000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20" presetID="0" presetClass="emph" presetSubtype="0" fill="hold" grpId="1" nodeType="withEffect">
                                  <p:stCondLst>
                                    <p:cond delay="1470"/>
                                  </p:stCondLst>
                                  <p:childTnLst>
                                    <p:animMotion origin="layout" path="M 0 0 L 0.005 0 E" pathEditMode="relative">
                                      <p:cBhvr>
                                        <p:cTn id="319" dur="75" fill="hold" autoRev="1" repeatCount="3000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22" presetID="0" presetClass="emph" presetSubtype="0" fill="hold" grpId="1" nodeType="withEffect">
                                  <p:stCondLst>
                                    <p:cond delay="1470"/>
                                  </p:stCondLst>
                                  <p:childTnLst>
                                    <p:animMotion origin="layout" path="M 0 0 L 0.005 0 E" pathEditMode="relative">
                                      <p:cBhvr>
                                        <p:cTn id="321" dur="75" fill="hold" autoRev="1" repeatCount="3000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24" presetID="0" presetClass="emph" presetSubtype="0" fill="hold" grpId="2" nodeType="withEffect">
                                  <p:stCondLst>
                                    <p:cond delay="1470"/>
                                  </p:stCondLst>
                                  <p:childTnLst>
                                    <p:animMotion origin="layout" path="M 0 0 L 0.005 0 E" pathEditMode="relative">
                                      <p:cBhvr>
                                        <p:cTn id="323" dur="75" fill="hold" autoRev="1" repeatCount="3000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26" presetID="0" presetClass="emph" presetSubtype="0" fill="hold" grpId="2" nodeType="withEffect">
                                  <p:stCondLst>
                                    <p:cond delay="1470"/>
                                  </p:stCondLst>
                                  <p:childTnLst>
                                    <p:animMotion origin="layout" path="M 0 0 L 0.005 0 E" pathEditMode="relative">
                                      <p:cBhvr>
                                        <p:cTn id="325" dur="75" fill="hold" autoRev="1" repeatCount="3000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28" presetID="0" presetClass="emph" presetSubtype="0" fill="hold" grpId="4" nodeType="withEffect">
                                  <p:stCondLst>
                                    <p:cond delay="1470"/>
                                  </p:stCondLst>
                                  <p:childTnLst>
                                    <p:animMotion origin="layout" path="M 0 0 L 0.005 0 E" pathEditMode="relative">
                                      <p:cBhvr>
                                        <p:cTn id="327" dur="75" fill="hold" autoRev="1" repeatCount="3000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30" presetID="0" presetClass="emph" presetSubtype="0" fill="hold" grpId="1" nodeType="withEffect">
                                  <p:stCondLst>
                                    <p:cond delay="1470"/>
                                  </p:stCondLst>
                                  <p:childTnLst>
                                    <p:animMotion origin="layout" path="M 0 0 L 0.005 0 E" pathEditMode="relative">
                                      <p:cBhvr>
                                        <p:cTn id="329" dur="75" fill="hold" autoRev="1" repeatCount="30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32" presetID="0" presetClass="emph" presetSubtype="0" fill="hold" grpId="2" nodeType="withEffect">
                                  <p:stCondLst>
                                    <p:cond delay="1470"/>
                                  </p:stCondLst>
                                  <p:childTnLst>
                                    <p:animMotion origin="layout" path="M 0 0 L 0.005 0 E" pathEditMode="relative">
                                      <p:cBhvr>
                                        <p:cTn id="331" dur="75" fill="hold" autoRev="1" repeatCount="30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34" presetID="0" presetClass="emph" presetSubtype="0" fill="hold" grpId="2" nodeType="withEffect">
                                  <p:stCondLst>
                                    <p:cond delay="1470"/>
                                  </p:stCondLst>
                                  <p:childTnLst>
                                    <p:animMotion origin="layout" path="M 0 0 L 0.005 0 E" pathEditMode="relative">
                                      <p:cBhvr>
                                        <p:cTn id="333" dur="75" fill="hold" autoRev="1" repeatCount="30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36" presetID="0" presetClass="emph" presetSubtype="0" fill="hold" grpId="1" nodeType="withEffect">
                                  <p:stCondLst>
                                    <p:cond delay="1470"/>
                                  </p:stCondLst>
                                  <p:childTnLst>
                                    <p:animMotion origin="layout" path="M 0 0 L 0.005 0 E" pathEditMode="relative">
                                      <p:cBhvr>
                                        <p:cTn id="335" dur="75" fill="hold" autoRev="1" repeatCount="30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38" presetID="0" presetClass="emph" presetSubtype="0" fill="hold" grpId="1" nodeType="withEffect">
                                  <p:stCondLst>
                                    <p:cond delay="1470"/>
                                  </p:stCondLst>
                                  <p:childTnLst>
                                    <p:animMotion origin="layout" path="M 0 0 L 0.005 0 E" pathEditMode="relative">
                                      <p:cBhvr>
                                        <p:cTn id="337" dur="75" fill="hold" autoRev="1" repeatCount="30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40" presetID="0" presetClass="emph" presetSubtype="0" fill="hold" grpId="1" nodeType="withEffect">
                                  <p:stCondLst>
                                    <p:cond delay="1470"/>
                                  </p:stCondLst>
                                  <p:childTnLst>
                                    <p:animMotion origin="layout" path="M 0 0 L 0.005 0 E" pathEditMode="relative">
                                      <p:cBhvr>
                                        <p:cTn id="339" dur="75" fill="hold" autoRev="1" repeatCount="3000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42" presetID="0" presetClass="emph" presetSubtype="0" fill="hold" grpId="1" nodeType="withEffect">
                                  <p:stCondLst>
                                    <p:cond delay="1470"/>
                                  </p:stCondLst>
                                  <p:childTnLst>
                                    <p:animMotion origin="layout" path="M 0 0 L 0.005 0 E" pathEditMode="relative">
                                      <p:cBhvr>
                                        <p:cTn id="341" dur="75" fill="hold" autoRev="1" repeatCount="30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44" presetID="0" presetClass="emph" presetSubtype="0" fill="hold" grpId="0" nodeType="withEffect">
                                  <p:stCondLst>
                                    <p:cond delay="1470"/>
                                  </p:stCondLst>
                                  <p:childTnLst>
                                    <p:animMotion origin="layout" path="M 0 0 L 0.005 0 E" pathEditMode="relative">
                                      <p:cBhvr>
                                        <p:cTn id="343" dur="75" fill="hold" autoRev="1" repeatCount="30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46" presetID="0" presetClass="emph" presetSubtype="0" fill="hold" grpId="0" nodeType="withEffect">
                                  <p:stCondLst>
                                    <p:cond delay="1470"/>
                                  </p:stCondLst>
                                  <p:childTnLst>
                                    <p:animMotion origin="layout" path="M 0 0 L 0.005 0 E" pathEditMode="relative">
                                      <p:cBhvr>
                                        <p:cTn id="345" dur="75" fill="hold" autoRev="1" repeatCount="30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51" presetID="53" presetClass="entr" presetSubtype="16" fill="hold" grpId="0" nodeType="withEffect">
                                  <p:stCondLst>
                                    <p:cond delay="1470"/>
                                  </p:stCondLst>
                                  <p:childTnLst>
                                    <p:set>
                                      <p:cBhvr>
                                        <p:cTn id="3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8" dur="35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9" dur="35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0" dur="3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3" presetID="0" presetClass="path" presetSubtype="0" fill="hold" grpId="1" nodeType="withEffect">
                                  <p:stCondLst>
                                    <p:cond delay="1470"/>
                                  </p:stCondLst>
                                  <p:childTnLst>
                                    <p:animMotion origin="layout" path="M 0 0 L 0 0.05 E" pathEditMode="relative">
                                      <p:cBhvr>
                                        <p:cTn id="352" dur="1400" fill="hold" accel="60000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55" presetID="0" presetClass="path" presetSubtype="0" fill="hold" grpId="1" nodeType="withEffect">
                                  <p:stCondLst>
                                    <p:cond delay="1470"/>
                                  </p:stCondLst>
                                  <p:childTnLst>
                                    <p:animMotion origin="layout" path="M 0 0 L 0 -0.0333 E" pathEditMode="relative">
                                      <p:cBhvr>
                                        <p:cTn id="354" dur="210" fill="hold" autoRev="1" decel="500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58" presetID="10" presetClass="exit" presetSubtype="0" fill="hold" grpId="2" nodeType="withEffect">
                                  <p:stCondLst>
                                    <p:cond delay="147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6" dur="1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7" dur="1" fill="hold">
                                          <p:stCondLst>
                                            <p:cond delay="14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1" presetID="10" presetClass="entr" presetSubtype="0" fill="hold" grpId="0" nodeType="withEffect">
                                  <p:stCondLst>
                                    <p:cond delay="1470"/>
                                  </p:stCondLst>
                                  <p:childTnLst>
                                    <p:set>
                                      <p:cBhvr>
                                        <p:cTn id="3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0" dur="1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3" presetID="0" presetClass="path" presetSubtype="0" fill="hold" grpId="1" nodeType="withEffect">
                                  <p:stCondLst>
                                    <p:cond delay="1470"/>
                                  </p:stCondLst>
                                  <p:childTnLst>
                                    <p:animMotion origin="layout" path="M 0 0 L 0 -0.0389 E" pathEditMode="relative">
                                      <p:cBhvr>
                                        <p:cTn id="362" dur="180" fill="hold" autoRev="1" decel="500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65" presetID="0" presetClass="path" presetSubtype="0" fill="hold" grpId="1" nodeType="withEffect">
                                  <p:stCondLst>
                                    <p:cond delay="1530"/>
                                  </p:stCondLst>
                                  <p:childTnLst>
                                    <p:animMotion origin="layout" path="M 0 0 L 0 -0.0333 E" pathEditMode="relative">
                                      <p:cBhvr>
                                        <p:cTn id="364" dur="210" fill="hold" autoRev="1" decel="500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67" presetID="0" presetClass="path" presetSubtype="0" fill="hold" grpId="1" nodeType="withEffect">
                                  <p:stCondLst>
                                    <p:cond delay="1590"/>
                                  </p:stCondLst>
                                  <p:childTnLst>
                                    <p:animMotion origin="layout" path="M 0 0 L 0 -0.0333 E" pathEditMode="relative">
                                      <p:cBhvr>
                                        <p:cTn id="366" dur="210" fill="hold" autoRev="1" decel="500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70" presetID="10" presetClass="exit" presetSubtype="0" fill="hold" grpId="3" nodeType="withEffect">
                                  <p:stCondLst>
                                    <p:cond delay="16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8" dur="2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9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3" presetID="10" presetClass="entr" presetSubtype="0" fill="hold" grpId="4" nodeType="withEffect">
                                  <p:stCondLst>
                                    <p:cond delay="1650"/>
                                  </p:stCondLst>
                                  <p:childTnLst>
                                    <p:set>
                                      <p:cBhvr>
                                        <p:cTn id="3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2" dur="2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5" presetID="1" presetClass="exit" presetSubtype="0" fill="hold" grpId="2" nodeType="withEffect">
                                  <p:stCondLst>
                                    <p:cond delay="1650"/>
                                  </p:stCondLst>
                                  <p:childTnLst>
                                    <p:set>
                                      <p:cBhvr>
                                        <p:cTn id="3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7" presetID="1" presetClass="exit" presetSubtype="0" fill="hold" grpId="2" nodeType="withEffect">
                                  <p:stCondLst>
                                    <p:cond delay="1650"/>
                                  </p:stCondLst>
                                  <p:childTnLst>
                                    <p:set>
                                      <p:cBhvr>
                                        <p:cTn id="3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0" presetID="10" presetClass="entr" presetSubtype="0" fill="hold" grpId="0" nodeType="withEffect">
                                  <p:stCondLst>
                                    <p:cond delay="1650"/>
                                  </p:stCondLst>
                                  <p:childTnLst>
                                    <p:set>
                                      <p:cBhvr>
                                        <p:cTn id="3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9" dur="2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5" presetID="53" presetClass="entr" presetSubtype="16" fill="hold" grpId="0" nodeType="withEffect">
                                  <p:stCondLst>
                                    <p:cond delay="1650"/>
                                  </p:stCondLst>
                                  <p:childTnLst>
                                    <p:set>
                                      <p:cBhvr>
                                        <p:cTn id="3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2" dur="4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3" dur="4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4" dur="225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8" presetID="10" presetClass="exit" presetSubtype="0" fill="hold" grpId="2" nodeType="withEffect">
                                  <p:stCondLst>
                                    <p:cond delay="16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86" dur="3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7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1" presetID="10" presetClass="entr" presetSubtype="0" fill="hold" grpId="0" nodeType="withEffect">
                                  <p:stCondLst>
                                    <p:cond delay="1650"/>
                                  </p:stCondLst>
                                  <p:childTnLst>
                                    <p:set>
                                      <p:cBhvr>
                                        <p:cTn id="3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0" dur="3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7" presetID="53" presetClass="entr" presetSubtype="32" fill="hold" grpId="0" nodeType="withEffect">
                                  <p:stCondLst>
                                    <p:cond delay="1650"/>
                                  </p:stCondLst>
                                  <p:childTnLst>
                                    <p:set>
                                      <p:cBhvr>
                                        <p:cTn id="3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3" dur="55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1.9"/>
                                          </p:val>
                                        </p:tav>
                                        <p:tav tm="70000">
                                          <p:val>
                                            <p:strVal val="#ppt_w*0.94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4" dur="55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1.9"/>
                                          </p:val>
                                        </p:tav>
                                        <p:tav tm="70000">
                                          <p:val>
                                            <p:strVal val="#ppt_h*0.94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5" dur="248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 vol="80000">
                                        <p:cTn id="396" display="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ndTgt r:embed="rId907" name="alarm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401" presetID="17" presetClass="exit" presetSubtype="10" fill="hold" grpId="5" nodeType="withEffect">
                                  <p:stCondLst>
                                    <p:cond delay="200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98" dur="25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99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 vol="80000">
                                        <p:cTn id="400" display="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ndTgt r:embed="rId901" name="sw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404" presetID="17" presetClass="entr" presetSubtype="10" fill="hold" grpId="0" nodeType="withEffect">
                                  <p:stCondLst>
                                    <p:cond delay="2250"/>
                                  </p:stCondLst>
                                  <p:childTnLst>
                                    <p:set>
                                      <p:cBhvr>
                                        <p:cTn id="4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3" dur="25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7" presetID="17" presetClass="entr" presetSubtype="10" fill="hold" grpId="0" nodeType="withEffect">
                                  <p:stCondLst>
                                    <p:cond delay="2250"/>
                                  </p:stCondLst>
                                  <p:childTnLst>
                                    <p:set>
                                      <p:cBhvr>
                                        <p:cTn id="4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6" dur="25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0" presetID="10" presetClass="exit" presetSubtype="0" fill="hold" grpId="2" nodeType="withEffect">
                                  <p:stCondLst>
                                    <p:cond delay="227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08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9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3" presetID="10" presetClass="exit" presetSubtype="0" fill="hold" grpId="2" nodeType="withEffect">
                                  <p:stCondLst>
                                    <p:cond delay="26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1" dur="2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2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6" presetID="10" presetClass="exit" presetSubtype="0" fill="hold" grpId="2" nodeType="withEffect">
                                  <p:stCondLst>
                                    <p:cond delay="26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4" dur="2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5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9" presetID="10" presetClass="exit" presetSubtype="0" fill="hold" grpId="1" nodeType="withEffect">
                                  <p:stCondLst>
                                    <p:cond delay="267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7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2" presetID="10" presetClass="exit" presetSubtype="0" fill="hold" grpId="1" nodeType="withEffect">
                                  <p:stCondLst>
                                    <p:cond delay="267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20" dur="3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1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4" fill="hold">
                      <p:stCondLst>
                        <p:cond delay="indefinite"/>
                      </p:stCondLst>
                      <p:childTnLst>
                        <p:par>
                          <p:cTn id="517" fill="hold">
                            <p:stCondLst>
                              <p:cond delay="0"/>
                            </p:stCondLst>
                            <p:childTnLst>
                              <p:par>
                                <p:cTn id="427" presetID="26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425" dur="160" fill="hold" autoRev="1"/>
                                        <p:tgtEl>
                                          <p:spTgt spid="59"/>
                                        </p:tgtEl>
                                      </p:cBhvr>
                                      <p:by x="96000" y="96000"/>
                                    </p:animScale>
                                  </p:childTnLst>
                                  <p:subTnLst>
                                    <p:audio>
                                      <p:cMediaNode vol="80000">
                                        <p:cTn id="426" display="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ndTgt r:embed="rId900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429" presetID="26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428" dur="160" fill="hold" autoRev="1"/>
                                        <p:tgtEl>
                                          <p:spTgt spid="60"/>
                                        </p:tgtEl>
                                      </p:cBhvr>
                                      <p:by x="96000" y="96000"/>
                                    </p:animScale>
                                  </p:childTnLst>
                                </p:cTn>
                              </p:par>
                              <p:par>
                                <p:cTn id="4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1" dur="6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 vol="80000">
                                        <p:cTn id="432" display="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ndTgt r:embed="rId901" name="sw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43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5" dur="7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36" dur="7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7" dur="7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0" dur="7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41" dur="7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2" dur="7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5" dur="7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46" dur="7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7" dur="7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4" presetID="53" presetClass="entr" presetSubtype="16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0" dur="45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w*1.14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1" dur="45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h*1.14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2" dur="225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 vol="80000">
                                        <p:cTn id="453" display="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ndTgt r:embed="rId908" name="fail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459" presetID="42" presetClass="exit" presetSubtype="0" fill="hold" grpId="2" nodeType="withEffect">
                                  <p:stCondLst>
                                    <p:cond delay="34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55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56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7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4" presetID="42" presetClass="exit" presetSubtype="0" fill="hold" grpId="2" nodeType="withEffect">
                                  <p:stCondLst>
                                    <p:cond delay="34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60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61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2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6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0" presetID="42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4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6" dur="6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67" dur="6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8" dur="6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 vol="80000">
                                        <p:cTn id="469" display="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ndTgt r:embed="rId909" name="tad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473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4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2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5" presetID="0" presetClass="path" presetSubtype="0" fill="hold" grpId="1" nodeType="withEffect">
                                  <p:stCondLst>
                                    <p:cond delay="900"/>
                                  </p:stCondLst>
                                  <p:childTnLst>
                                    <p:animMotion origin="layout" path="M 0.0625 0 L 0 0 E" pathEditMode="relative">
                                      <p:cBhvr>
                                        <p:cTn id="474" dur="700" fill="hold" decel="50000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80" presetID="53" presetClass="entr" presetSubtype="16" fill="hold" grpId="0" nodeType="withEffect">
                                  <p:stCondLst>
                                    <p:cond delay="950"/>
                                  </p:stCondLst>
                                  <p:childTnLst>
                                    <p:set>
                                      <p:cBhvr>
                                        <p:cTn id="4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7" dur="6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w*1.12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8" dur="6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h*1.12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9" dur="3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5" presetID="53" presetClass="entr" presetSubtype="16" fill="hold" grpId="0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4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2" dur="6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w*1.12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3" dur="6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h*1.12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4" dur="3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0" presetID="53" presetClass="entr" presetSubtype="16" fill="hold" grpId="0" nodeType="withEffect">
                                  <p:stCondLst>
                                    <p:cond delay="1150"/>
                                  </p:stCondLst>
                                  <p:childTnLst>
                                    <p:set>
                                      <p:cBhvr>
                                        <p:cTn id="4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7" dur="6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w*1.12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8" dur="6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h*1.12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9" dur="3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5" presetID="53" presetClass="entr" presetSubtype="16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4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2" dur="6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w*1.12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3" dur="6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h*1.12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4" dur="3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0" presetID="53" presetClass="entr" presetSubtype="16" fill="hold" grpId="0" nodeType="withEffect">
                                  <p:stCondLst>
                                    <p:cond delay="1350"/>
                                  </p:stCondLst>
                                  <p:childTnLst>
                                    <p:set>
                                      <p:cBhvr>
                                        <p:cTn id="4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7" dur="6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w*1.12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8" dur="6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h*1.12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9" dur="3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3" presetID="10" presetClass="exit" presetSubtype="0" fill="hold" grpId="2" nodeType="withEffect">
                                  <p:stCondLst>
                                    <p:cond delay="1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01" dur="3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6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5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5" dur="3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8" presetID="0" presetClass="emph" presetSubtype="0" fill="hold" grpId="1" nodeType="withEffect">
                                  <p:stCondLst>
                                    <p:cond delay="2400"/>
                                  </p:stCondLst>
                                  <p:childTnLst>
                                    <p:animMotion origin="layout" path="M 0 0 L 0 -0.012 E" pathEditMode="relative">
                                      <p:cBhvr>
                                        <p:cTn id="507" dur="2900" fill="hold" autoRev="1" repeatCount="indefinite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10" presetID="0" presetClass="emph" presetSubtype="0" fill="hold" grpId="1" nodeType="withEffect">
                                  <p:stCondLst>
                                    <p:cond delay="2700"/>
                                  </p:stCondLst>
                                  <p:childTnLst>
                                    <p:animMotion origin="layout" path="M 0 0 L 0 -0.012 E" pathEditMode="relative">
                                      <p:cBhvr>
                                        <p:cTn id="509" dur="3200" fill="hold" autoRev="1" repeatCount="indefinite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12" presetID="0" presetClass="emph" presetSubtype="0" fill="hold" grpId="1" nodeType="withEffect">
                                  <p:stCondLst>
                                    <p:cond delay="3000"/>
                                  </p:stCondLst>
                                  <p:childTnLst>
                                    <p:animMotion origin="layout" path="M 0 0 L 0 -0.012 E" pathEditMode="relative">
                                      <p:cBhvr>
                                        <p:cTn id="511" dur="3500" fill="hold" autoRev="1" repeatCount="indefinite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14" presetID="0" presetClass="emph" presetSubtype="0" fill="hold" grpId="1" nodeType="withEffect">
                                  <p:stCondLst>
                                    <p:cond delay="3300"/>
                                  </p:stCondLst>
                                  <p:childTnLst>
                                    <p:animMotion origin="layout" path="M 0 0 L 0 -0.012 E" pathEditMode="relative">
                                      <p:cBhvr>
                                        <p:cTn id="513" dur="3800" fill="hold" autoRev="1" repeatCount="indefinite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16" presetID="0" presetClass="emph" presetSubtype="0" fill="hold" grpId="1" nodeType="withEffect">
                                  <p:stCondLst>
                                    <p:cond delay="3600"/>
                                  </p:stCondLst>
                                  <p:childTnLst>
                                    <p:animMotion origin="layout" path="M 0 0 L 0 -0.012 E" pathEditMode="relative">
                                      <p:cBhvr>
                                        <p:cTn id="515" dur="4100" fill="hold" autoRev="1" repeatCount="indefinite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518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19" fill="hold">
                      <p:stCondLst>
                        <p:cond delay="0"/>
                      </p:stCondLst>
                      <p:childTnLst>
                        <p:par>
                          <p:cTn id="539" fill="hold">
                            <p:stCondLst>
                              <p:cond delay="0"/>
                            </p:stCondLst>
                            <p:childTnLst>
                              <p:par>
                                <p:cTn id="522" presetID="0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5 0 E" pathEditMode="relative">
                                      <p:cBhvr>
                                        <p:cTn id="520" dur="75" fill="hold" autoRev="1" repeatCount="30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  <p:subTnLst>
                                    <p:audio>
                                      <p:cMediaNode vol="80000">
                                        <p:cTn id="521" display="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ndTgt r:embed="rId906" name="stamp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527" presetID="53" presetClass="entr" presetSubtype="16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4" dur="3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w*1.12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5" dur="3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h*1.12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6" dur="1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2" presetID="53" presetClass="entr" presetSubtype="16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9" dur="3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w*1.12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0" dur="3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h*1.12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1" dur="1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5" presetID="10" presetClass="exit" presetSubtype="0" fill="hold" grpId="3" nodeType="withEffect">
                                  <p:stCondLst>
                                    <p:cond delay="12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33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8" presetID="10" presetClass="exit" presetSubtype="0" fill="hold" grpId="3" nodeType="withEffect">
                                  <p:stCondLst>
                                    <p:cond delay="12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36" dur="3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7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</p:childTnLst>
        </p:cTn>
      </p:par>
    </p:tnLst>
    <p:bldLst>
      <p:bldP spid="41" grpId="0" animBg="1"/>
      <p:bldP spid="42" grpId="0" animBg="1"/>
      <p:bldP spid="43" grpId="0" animBg="1"/>
      <p:bldP spid="44" grpId="0" animBg="1"/>
      <p:bldP spid="48" grpId="0" animBg="1"/>
      <p:bldP spid="50" grpId="0" animBg="1"/>
      <p:bldP spid="52" grpId="0" animBg="1"/>
      <p:bldP spid="57" grpId="0" animBg="1"/>
      <p:bldP spid="57" grpId="1" animBg="1"/>
      <p:bldP spid="57" grpId="2" animBg="1"/>
      <p:bldP spid="58" grpId="0" animBg="1"/>
      <p:bldP spid="58" grpId="1" animBg="1"/>
      <p:bldP spid="44" grpId="1" animBg="1"/>
      <p:bldP spid="45" grpId="0" animBg="1"/>
      <p:bldP spid="21" grpId="0" animBg="1"/>
      <p:bldP spid="22" grpId="0" animBg="1"/>
      <p:bldP spid="27" grpId="0" animBg="1"/>
      <p:bldP spid="28" grpId="0" animBg="1"/>
      <p:bldP spid="48" grpId="1" animBg="1"/>
      <p:bldP spid="49" grpId="0" animBg="1"/>
      <p:bldP spid="54" grpId="0" animBg="1"/>
      <p:bldP spid="54" grpId="1" animBg="1"/>
      <p:bldP spid="21" grpId="1" animBg="1"/>
      <p:bldP spid="22" grpId="1" animBg="1"/>
      <p:bldP spid="58" grpId="2" animBg="1"/>
      <p:bldP spid="45" grpId="1" animBg="1"/>
      <p:bldP spid="46" grpId="0" animBg="1"/>
      <p:bldP spid="23" grpId="0" animBg="1"/>
      <p:bldP spid="24" grpId="0" animBg="1"/>
      <p:bldP spid="27" grpId="1" animBg="1"/>
      <p:bldP spid="28" grpId="1" animBg="1"/>
      <p:bldP spid="29" grpId="0" animBg="1"/>
      <p:bldP spid="30" grpId="0" animBg="1"/>
      <p:bldP spid="50" grpId="1" animBg="1"/>
      <p:bldP spid="51" grpId="0" animBg="1"/>
      <p:bldP spid="55" grpId="0" animBg="1"/>
      <p:bldP spid="55" grpId="1" animBg="1"/>
      <p:bldP spid="23" grpId="1" animBg="1"/>
      <p:bldP spid="24" grpId="1" animBg="1"/>
      <p:bldP spid="58" grpId="3" animBg="1"/>
      <p:bldP spid="46" grpId="1" animBg="1"/>
      <p:bldP spid="47" grpId="0" animBg="1"/>
      <p:bldP spid="25" grpId="0" animBg="1"/>
      <p:bldP spid="26" grpId="0" animBg="1"/>
      <p:bldP spid="29" grpId="1" animBg="1"/>
      <p:bldP spid="30" grpId="1" animBg="1"/>
      <p:bldP spid="31" grpId="0" animBg="1"/>
      <p:bldP spid="32" grpId="0" animBg="1"/>
      <p:bldP spid="38" grpId="0" animBg="1"/>
      <p:bldP spid="39" grpId="0" animBg="1"/>
      <p:bldP spid="41" grpId="1" animBg="1"/>
      <p:bldP spid="42" grpId="1" animBg="1"/>
      <p:bldP spid="43" grpId="1" animBg="1"/>
      <p:bldP spid="47" grpId="1" animBg="1"/>
      <p:bldP spid="49" grpId="1" animBg="1"/>
      <p:bldP spid="51" grpId="1" animBg="1"/>
      <p:bldP spid="52" grpId="1" animBg="1"/>
      <p:bldP spid="54" grpId="2" animBg="1"/>
      <p:bldP spid="55" grpId="2" animBg="1"/>
      <p:bldP spid="58" grpId="4" animBg="1"/>
      <p:bldP spid="25" grpId="1" animBg="1"/>
      <p:bldP spid="26" grpId="1" animBg="1"/>
      <p:bldP spid="31" grpId="1" animBg="1"/>
      <p:bldP spid="32" grpId="1" animBg="1"/>
      <p:bldP spid="4" grpId="0" animBg="1"/>
      <p:bldP spid="5" grpId="0" animBg="1"/>
      <p:bldP spid="31" grpId="2" animBg="1"/>
      <p:bldP spid="32" grpId="2" animBg="1"/>
      <p:bldP spid="33" grpId="0" animBg="1"/>
      <p:bldP spid="34" grpId="0" animBg="1"/>
      <p:bldP spid="52" grpId="2" animBg="1"/>
      <p:bldP spid="53" grpId="0" animBg="1"/>
      <p:bldP spid="56" grpId="0" animBg="1"/>
      <p:bldP spid="58" grpId="5" animBg="1"/>
      <p:bldP spid="59" grpId="0" animBg="1"/>
      <p:bldP spid="25" grpId="2" animBg="1"/>
      <p:bldP spid="26" grpId="2" animBg="1"/>
      <p:bldP spid="38" grpId="1" animBg="1"/>
      <p:bldP spid="39" grpId="1" animBg="1"/>
      <p:bldP spid="59" grpId="1" animBg="1"/>
      <p:bldP spid="61" grpId="0" animBg="1"/>
      <p:bldP spid="62" grpId="0" animBg="1"/>
      <p:bldP spid="64" grpId="0" animBg="1"/>
      <p:bldP spid="65" grpId="0" animBg="1"/>
      <p:bldP spid="63" grpId="0" animBg="1"/>
      <p:bldP spid="59" grpId="2" animBg="1"/>
      <p:bldP spid="66" grpId="0" animBg="1"/>
      <p:bldP spid="69" grpId="0" animBg="1"/>
      <p:bldP spid="70" grpId="0" animBg="1"/>
      <p:bldP spid="71" grpId="0" animBg="1"/>
      <p:bldP spid="72" grpId="0" animBg="1"/>
      <p:bldP spid="73" grpId="0" animBg="1"/>
      <p:bldP spid="69" grpId="1" animBg="1"/>
      <p:bldP spid="70" grpId="1" animBg="1"/>
      <p:bldP spid="71" grpId="1" animBg="1"/>
      <p:bldP spid="72" grpId="1" animBg="1"/>
      <p:bldP spid="73" grpId="1" animBg="1"/>
      <p:bldP spid="38" grpId="2" animBg="1"/>
      <p:bldP spid="39" grpId="2" animBg="1"/>
      <p:bldP spid="38" grpId="3" animBg="1"/>
      <p:bldP spid="39" grpId="3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5"/>
          <p:cNvSpPr/>
          <p:nvPr>
            <p:ph idx="105" type="body" hasCustomPrompt="1"/>
          </p:nvPr>
        </p:nvSpPr>
        <p:spPr>
          <a:xfrm>
            <a:off x="1651000" y="6553200"/>
            <a:ext cx="4445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ru-RU" sz="950" b="1" spc="120" kern="0" dirty="0">
                <a:solidFill>
                  <a:srgbClr val="D8C7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ЭКСПЕРИМЕНТ</a:t>
            </a:r>
            <a:endParaRPr lang="ru-RU" sz="950" dirty="0"/>
          </a:p>
        </p:txBody>
      </p:sp>
      <p:sp>
        <p:nvSpPr>
          <p:cNvPr id="3" name="Text 5"/>
          <p:cNvSpPr/>
          <p:nvPr>
            <p:ph idx="107" type="title" hasCustomPrompt="1"/>
          </p:nvPr>
        </p:nvSpPr>
        <p:spPr>
          <a:xfrm>
            <a:off x="698500" y="863600"/>
            <a:ext cx="10795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ru-RU" sz="3200" dirty="0">
                <a:solidFill>
                  <a:srgbClr val="F5EBD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Можно ли доесть плов?</a:t>
            </a:r>
            <a:endParaRPr lang="ru-RU" sz="3200" dirty="0"/>
          </a:p>
        </p:txBody>
      </p:sp>
      <p:sp>
        <p:nvSpPr>
          <p:cNvPr id="4" name="eyeDash"/>
          <p:cNvSpPr/>
          <p:nvPr/>
        </p:nvSpPr>
        <p:spPr>
          <a:xfrm>
            <a:off x="698500" y="742950"/>
            <a:ext cx="292100" cy="19050"/>
          </a:xfrm>
          <a:prstGeom prst="roundRect">
            <a:avLst>
              <a:gd name="adj" fmla="val 48000"/>
            </a:avLst>
          </a:prstGeom>
          <a:solidFill>
            <a:srgbClr val="F6BB2A"/>
          </a:solidFill>
          <a:ln/>
        </p:spPr>
      </p:sp>
      <p:sp>
        <p:nvSpPr>
          <p:cNvPr id="5" name="eyebrow"/>
          <p:cNvSpPr txBox="1"/>
          <p:nvPr/>
        </p:nvSpPr>
        <p:spPr>
          <a:xfrm>
            <a:off x="1079500" y="647700"/>
            <a:ext cx="4826000" cy="2070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ru-RU" sz="1100" b="1" spc="240" kern="0" dirty="0">
                <a:solidFill>
                  <a:srgbClr val="F6B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МАТЕМАТИЧЕСКИЙ ЭКСПЕРИМЕНТ</a:t>
            </a:r>
            <a:endParaRPr lang="ru-RU" sz="1100" dirty="0"/>
          </a:p>
        </p:txBody>
      </p:sp>
      <p:pic>
        <p:nvPicPr>
          <p:cNvPr id="6" name="guest0" descr="guest0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94250" y="1905000"/>
            <a:ext cx="2222500" cy="3757295"/>
          </a:xfrm>
          <a:prstGeom prst="rect">
            <a:avLst/>
          </a:prstGeom>
        </p:spPr>
      </p:pic>
      <p:pic>
        <p:nvPicPr>
          <p:cNvPr id="7" name="guest1" descr="guest1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4250" y="1905000"/>
            <a:ext cx="2222500" cy="3757295"/>
          </a:xfrm>
          <a:prstGeom prst="rect">
            <a:avLst/>
          </a:prstGeom>
        </p:spPr>
      </p:pic>
      <p:pic>
        <p:nvPicPr>
          <p:cNvPr id="8" name="guest2" descr="guest2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94250" y="1905000"/>
            <a:ext cx="2222500" cy="3757295"/>
          </a:xfrm>
          <a:prstGeom prst="rect">
            <a:avLst/>
          </a:prstGeom>
        </p:spPr>
      </p:pic>
      <p:pic>
        <p:nvPicPr>
          <p:cNvPr id="9" name="guest3" descr="guest3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94250" y="1905000"/>
            <a:ext cx="2222500" cy="3757295"/>
          </a:xfrm>
          <a:prstGeom prst="rect">
            <a:avLst/>
          </a:prstGeom>
        </p:spPr>
      </p:pic>
      <p:pic>
        <p:nvPicPr>
          <p:cNvPr id="10" name="guest4" descr="guest4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94250" y="1905000"/>
            <a:ext cx="2222500" cy="3757295"/>
          </a:xfrm>
          <a:prstGeom prst="rect">
            <a:avLst/>
          </a:prstGeom>
        </p:spPr>
      </p:pic>
      <p:pic>
        <p:nvPicPr>
          <p:cNvPr id="11" name="guest5" descr="guest5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94250" y="1905000"/>
            <a:ext cx="2222500" cy="3757295"/>
          </a:xfrm>
          <a:prstGeom prst="rect">
            <a:avLst/>
          </a:prstGeom>
        </p:spPr>
      </p:pic>
      <p:pic>
        <p:nvPicPr>
          <p:cNvPr id="12" name="table" descr="table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24400" y="4191000"/>
            <a:ext cx="5537200" cy="1449705"/>
          </a:xfrm>
          <a:prstGeom prst="rect">
            <a:avLst/>
          </a:prstGeom>
        </p:spPr>
      </p:pic>
      <p:pic>
        <p:nvPicPr>
          <p:cNvPr id="13" name="piala" descr="piala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27700" y="4419600"/>
            <a:ext cx="711200" cy="520700"/>
          </a:xfrm>
          <a:prstGeom prst="rect">
            <a:avLst/>
          </a:prstGeom>
        </p:spPr>
      </p:pic>
      <p:pic>
        <p:nvPicPr>
          <p:cNvPr id="14" name="non" descr="non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13300" y="4368800"/>
            <a:ext cx="1066800" cy="662940"/>
          </a:xfrm>
          <a:prstGeom prst="rect">
            <a:avLst/>
          </a:prstGeom>
        </p:spPr>
      </p:pic>
      <p:pic>
        <p:nvPicPr>
          <p:cNvPr id="15" name="plate0" descr="plate0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248400" y="1536700"/>
            <a:ext cx="2870200" cy="3747770"/>
          </a:xfrm>
          <a:prstGeom prst="rect">
            <a:avLst/>
          </a:prstGeom>
        </p:spPr>
      </p:pic>
      <p:pic>
        <p:nvPicPr>
          <p:cNvPr id="16" name="plate1" descr="plate1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248400" y="1536700"/>
            <a:ext cx="2870200" cy="3747770"/>
          </a:xfrm>
          <a:prstGeom prst="rect">
            <a:avLst/>
          </a:prstGeom>
        </p:spPr>
      </p:pic>
      <p:pic>
        <p:nvPicPr>
          <p:cNvPr id="17" name="plate2" descr="plate2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248400" y="1536700"/>
            <a:ext cx="2870200" cy="3747770"/>
          </a:xfrm>
          <a:prstGeom prst="rect">
            <a:avLst/>
          </a:prstGeom>
        </p:spPr>
      </p:pic>
      <p:pic>
        <p:nvPicPr>
          <p:cNvPr id="18" name="plate3" descr="plate3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248400" y="1536700"/>
            <a:ext cx="2870200" cy="3747770"/>
          </a:xfrm>
          <a:prstGeom prst="rect">
            <a:avLst/>
          </a:prstGeom>
        </p:spPr>
      </p:pic>
      <p:pic>
        <p:nvPicPr>
          <p:cNvPr id="19" name="plate4" descr="plate4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248400" y="1536700"/>
            <a:ext cx="2870200" cy="3747770"/>
          </a:xfrm>
          <a:prstGeom prst="rect">
            <a:avLst/>
          </a:prstGeom>
        </p:spPr>
      </p:pic>
      <p:pic>
        <p:nvPicPr>
          <p:cNvPr id="20" name="gran" descr="gran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112250" y="2794000"/>
            <a:ext cx="2476500" cy="3524250"/>
          </a:xfrm>
          <a:prstGeom prst="rect">
            <a:avLst/>
          </a:prstGeom>
        </p:spPr>
      </p:pic>
      <p:pic>
        <p:nvPicPr>
          <p:cNvPr id="21" name="kapStick" descr="kapStick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810500" y="2444750"/>
            <a:ext cx="5080000" cy="5080000"/>
          </a:xfrm>
          <a:prstGeom prst="rect">
            <a:avLst/>
          </a:prstGeom>
        </p:spPr>
      </p:pic>
      <p:pic>
        <p:nvPicPr>
          <p:cNvPr id="22" name="kapMound" descr="kapMound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810500" y="2444750"/>
            <a:ext cx="5080000" cy="5080000"/>
          </a:xfrm>
          <a:prstGeom prst="rect">
            <a:avLst/>
          </a:prstGeom>
        </p:spPr>
      </p:pic>
      <p:sp>
        <p:nvSpPr>
          <p:cNvPr id="23" name="pop1"/>
          <p:cNvSpPr txBox="1"/>
          <p:nvPr/>
        </p:nvSpPr>
        <p:spPr>
          <a:xfrm>
            <a:off x="6667500" y="2908300"/>
            <a:ext cx="2032000" cy="584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ru-RU" sz="3200" dirty="0">
                <a:ln w="19050">
                  <a:solidFill>
                    <a:srgbClr val="1B1814"/>
                  </a:solidFill>
                </a:ln>
                <a:solidFill>
                  <a:srgbClr val="F5EBD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−70%</a:t>
            </a:r>
            <a:endParaRPr lang="ru-RU" sz="3200" dirty="0"/>
          </a:p>
        </p:txBody>
      </p:sp>
      <p:sp>
        <p:nvSpPr>
          <p:cNvPr id="24" name="pop2"/>
          <p:cNvSpPr txBox="1"/>
          <p:nvPr/>
        </p:nvSpPr>
        <p:spPr>
          <a:xfrm>
            <a:off x="6667500" y="2654300"/>
            <a:ext cx="2032000" cy="584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ru-RU" sz="3200" dirty="0">
                <a:ln w="19050">
                  <a:solidFill>
                    <a:srgbClr val="1B1814"/>
                  </a:solidFill>
                </a:ln>
                <a:solidFill>
                  <a:srgbClr val="E8432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+1</a:t>
            </a:r>
            <a:endParaRPr lang="ru-RU" sz="3200" dirty="0"/>
          </a:p>
        </p:txBody>
      </p:sp>
      <p:sp>
        <p:nvSpPr>
          <p:cNvPr id="25" name="pop3"/>
          <p:cNvSpPr txBox="1"/>
          <p:nvPr/>
        </p:nvSpPr>
        <p:spPr>
          <a:xfrm>
            <a:off x="6667500" y="2654300"/>
            <a:ext cx="2032000" cy="584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ru-RU" sz="3200" dirty="0">
                <a:ln w="19050">
                  <a:solidFill>
                    <a:srgbClr val="1B1814"/>
                  </a:solidFill>
                </a:ln>
                <a:solidFill>
                  <a:srgbClr val="F5EBD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−70%</a:t>
            </a:r>
            <a:endParaRPr lang="ru-RU" sz="3200" dirty="0"/>
          </a:p>
        </p:txBody>
      </p:sp>
      <p:sp>
        <p:nvSpPr>
          <p:cNvPr id="26" name="pop4"/>
          <p:cNvSpPr txBox="1"/>
          <p:nvPr/>
        </p:nvSpPr>
        <p:spPr>
          <a:xfrm>
            <a:off x="6667500" y="2578100"/>
            <a:ext cx="2032000" cy="584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ru-RU" sz="3200" dirty="0">
                <a:ln w="19050">
                  <a:solidFill>
                    <a:srgbClr val="1B1814"/>
                  </a:solidFill>
                </a:ln>
                <a:solidFill>
                  <a:srgbClr val="E8432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+1</a:t>
            </a:r>
            <a:endParaRPr lang="ru-RU" sz="3200" dirty="0"/>
          </a:p>
        </p:txBody>
      </p:sp>
      <p:sp>
        <p:nvSpPr>
          <p:cNvPr id="27" name="say1t"/>
          <p:cNvSpPr/>
          <p:nvPr/>
        </p:nvSpPr>
        <p:spPr>
          <a:xfrm rot="2700000">
            <a:off x="9594850" y="2992120"/>
            <a:ext cx="241300" cy="241300"/>
          </a:xfrm>
          <a:prstGeom prst="roundRect">
            <a:avLst>
              <a:gd name="adj" fmla="val 15789"/>
            </a:avLst>
          </a:prstGeom>
          <a:solidFill>
            <a:srgbClr val="F6BB2A"/>
          </a:solidFill>
          <a:ln/>
          <a:effectLst>
            <a:outerShdw sx="100000" sy="100000" kx="0" ky="0" algn="bl" rotWithShape="0" blurRad="190500" dist="101600" dir="5400000">
              <a:srgbClr val="000000">
                <a:alpha val="30000"/>
              </a:srgbClr>
            </a:outerShdw>
          </a:effectLst>
        </p:spPr>
      </p:sp>
      <p:sp>
        <p:nvSpPr>
          <p:cNvPr id="28" name="say1"/>
          <p:cNvSpPr txBox="1"/>
          <p:nvPr/>
        </p:nvSpPr>
        <p:spPr>
          <a:xfrm>
            <a:off x="8438515" y="2476500"/>
            <a:ext cx="1753235" cy="668020"/>
          </a:xfrm>
          <a:prstGeom prst="roundRect">
            <a:avLst>
              <a:gd name="adj" fmla="val 28517"/>
            </a:avLst>
          </a:prstGeom>
          <a:solidFill>
            <a:srgbClr val="F6BB2A"/>
          </a:solidFill>
          <a:ln/>
          <a:effectLst>
            <a:outerShdw sx="100000" sy="100000" kx="0" ky="0" algn="bl" rotWithShape="0" blurRad="190500" dist="101600" dir="5400000">
              <a:srgbClr val="000000">
                <a:alpha val="35000"/>
              </a:srgbClr>
            </a:outerShdw>
          </a:effectLst>
        </p:spPr>
        <p:txBody>
          <a:bodyPr wrap="none" lIns="177800" tIns="114300" rIns="177800" bIns="114300" rtlCol="0" anchor="ctr"/>
          <a:lstStyle/>
          <a:p>
            <a:pPr algn="l" indent="0" marL="0">
              <a:lnSpc>
                <a:spcPct val="98000"/>
              </a:lnSpc>
              <a:buNone/>
            </a:pPr>
            <a:r>
              <a:rPr lang="ru-RU" sz="1600" b="1" dirty="0">
                <a:solidFill>
                  <a:srgbClr val="1B18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Oling, oling!</a:t>
            </a:r>
            <a:endParaRPr lang="ru-RU" sz="1600" dirty="0"/>
          </a:p>
          <a:p>
            <a:pPr algn="l" indent="0" marL="0">
              <a:lnSpc>
                <a:spcPct val="98000"/>
              </a:lnSpc>
              <a:buNone/>
            </a:pPr>
            <a:r>
              <a:rPr lang="ru-RU" sz="1200" b="1" dirty="0">
                <a:solidFill>
                  <a:srgbClr val="4A4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«Берите, берите!»</a:t>
            </a:r>
            <a:endParaRPr lang="ru-RU" sz="1600" dirty="0"/>
          </a:p>
        </p:txBody>
      </p:sp>
      <p:sp>
        <p:nvSpPr>
          <p:cNvPr id="29" name="say2t"/>
          <p:cNvSpPr/>
          <p:nvPr/>
        </p:nvSpPr>
        <p:spPr>
          <a:xfrm rot="2700000">
            <a:off x="9594850" y="2796540"/>
            <a:ext cx="241300" cy="241300"/>
          </a:xfrm>
          <a:prstGeom prst="roundRect">
            <a:avLst>
              <a:gd name="adj" fmla="val 15789"/>
            </a:avLst>
          </a:prstGeom>
          <a:solidFill>
            <a:srgbClr val="F6BB2A"/>
          </a:solidFill>
          <a:ln/>
          <a:effectLst>
            <a:outerShdw sx="100000" sy="100000" kx="0" ky="0" algn="bl" rotWithShape="0" blurRad="190500" dist="101600" dir="5400000">
              <a:srgbClr val="000000">
                <a:alpha val="30000"/>
              </a:srgbClr>
            </a:outerShdw>
          </a:effectLst>
        </p:spPr>
      </p:sp>
      <p:sp>
        <p:nvSpPr>
          <p:cNvPr id="30" name="say2"/>
          <p:cNvSpPr txBox="1"/>
          <p:nvPr/>
        </p:nvSpPr>
        <p:spPr>
          <a:xfrm>
            <a:off x="8463915" y="2476500"/>
            <a:ext cx="1727835" cy="472440"/>
          </a:xfrm>
          <a:prstGeom prst="roundRect">
            <a:avLst>
              <a:gd name="adj" fmla="val 40323"/>
            </a:avLst>
          </a:prstGeom>
          <a:solidFill>
            <a:srgbClr val="F6BB2A"/>
          </a:solidFill>
          <a:ln/>
          <a:effectLst>
            <a:outerShdw sx="100000" sy="100000" kx="0" ky="0" algn="bl" rotWithShape="0" blurRad="190500" dist="101600" dir="5400000">
              <a:srgbClr val="000000">
                <a:alpha val="35000"/>
              </a:srgbClr>
            </a:outerShdw>
          </a:effectLst>
        </p:spPr>
        <p:txBody>
          <a:bodyPr wrap="none" lIns="177800" tIns="114300" rIns="177800" bIns="114300" rtlCol="0" anchor="ctr"/>
          <a:lstStyle/>
          <a:p>
            <a:pPr algn="l" indent="0" marL="0">
              <a:lnSpc>
                <a:spcPct val="98000"/>
              </a:lnSpc>
              <a:buNone/>
            </a:pPr>
            <a:r>
              <a:rPr lang="ru-RU" sz="1600" b="1" dirty="0">
                <a:solidFill>
                  <a:srgbClr val="1B18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Остывает же!</a:t>
            </a:r>
            <a:endParaRPr lang="ru-RU" sz="1600" dirty="0"/>
          </a:p>
        </p:txBody>
      </p:sp>
      <p:pic>
        <p:nvPicPr>
          <p:cNvPr id="31" name="riceEat1" descr="riceEat1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953000" y="1460500"/>
            <a:ext cx="3556000" cy="3556000"/>
          </a:xfrm>
          <a:prstGeom prst="rect">
            <a:avLst/>
          </a:prstGeom>
        </p:spPr>
      </p:pic>
      <p:pic>
        <p:nvPicPr>
          <p:cNvPr id="32" name="riceEat2" descr="riceEat2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4953000" y="1460500"/>
            <a:ext cx="3556000" cy="3556000"/>
          </a:xfrm>
          <a:prstGeom prst="rect">
            <a:avLst/>
          </a:prstGeom>
        </p:spPr>
      </p:pic>
      <p:pic>
        <p:nvPicPr>
          <p:cNvPr id="33" name="riceAdd1" descr="riceAdd1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286500" y="2413000"/>
            <a:ext cx="2921000" cy="2921000"/>
          </a:xfrm>
          <a:prstGeom prst="rect">
            <a:avLst/>
          </a:prstGeom>
        </p:spPr>
      </p:pic>
      <p:pic>
        <p:nvPicPr>
          <p:cNvPr id="34" name="riceAdd2" descr="riceAdd2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286500" y="2413000"/>
            <a:ext cx="2921000" cy="2921000"/>
          </a:xfrm>
          <a:prstGeom prst="rect">
            <a:avLst/>
          </a:prstGeom>
        </p:spPr>
      </p:pic>
      <p:sp>
        <p:nvSpPr>
          <p:cNvPr id="35" name="meter"/>
          <p:cNvSpPr/>
          <p:nvPr/>
        </p:nvSpPr>
        <p:spPr>
          <a:xfrm>
            <a:off x="698500" y="1663700"/>
            <a:ext cx="3746500" cy="1807210"/>
          </a:xfrm>
          <a:prstGeom prst="roundRect">
            <a:avLst>
              <a:gd name="adj" fmla="val 8433"/>
            </a:avLst>
          </a:prstGeom>
          <a:solidFill>
            <a:srgbClr val="26292E"/>
          </a:solidFill>
          <a:ln w="9525">
            <a:solidFill>
              <a:srgbClr val="3A3E45"/>
            </a:solidFill>
            <a:prstDash val="solid"/>
          </a:ln>
          <a:effectLst>
            <a:outerShdw sx="100000" sy="100000" kx="0" ky="0" algn="bl" rotWithShape="0" blurRad="317500" dist="152400" dir="5400000">
              <a:srgbClr val="000000">
                <a:alpha val="35000"/>
              </a:srgbClr>
            </a:outerShdw>
          </a:effectLst>
        </p:spPr>
      </p:sp>
      <p:sp>
        <p:nvSpPr>
          <p:cNvPr id="36" name="label"/>
          <p:cNvSpPr txBox="1"/>
          <p:nvPr/>
        </p:nvSpPr>
        <p:spPr>
          <a:xfrm>
            <a:off x="914400" y="1843405"/>
            <a:ext cx="1398270" cy="19875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ru-RU" sz="1050" b="1" spc="170" kern="0" dirty="0">
                <a:solidFill>
                  <a:srgbClr val="D8C7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ТАРЕЛКЕ</a:t>
            </a:r>
            <a:endParaRPr lang="ru-RU" sz="1050" dirty="0"/>
          </a:p>
        </p:txBody>
      </p:sp>
      <p:sp>
        <p:nvSpPr>
          <p:cNvPr id="37" name="d1"/>
          <p:cNvSpPr txBox="1"/>
          <p:nvPr/>
        </p:nvSpPr>
        <p:spPr>
          <a:xfrm>
            <a:off x="3429000" y="1790700"/>
            <a:ext cx="8001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ru-RU" sz="2000" dirty="0">
                <a:solidFill>
                  <a:srgbClr val="F6B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×0,3</a:t>
            </a:r>
            <a:endParaRPr lang="ru-RU" sz="2000" dirty="0"/>
          </a:p>
        </p:txBody>
      </p:sp>
      <p:sp>
        <p:nvSpPr>
          <p:cNvPr id="38" name="d2"/>
          <p:cNvSpPr txBox="1"/>
          <p:nvPr/>
        </p:nvSpPr>
        <p:spPr>
          <a:xfrm>
            <a:off x="3429000" y="1790700"/>
            <a:ext cx="8001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ru-RU" sz="2000" dirty="0">
                <a:solidFill>
                  <a:srgbClr val="E84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+1</a:t>
            </a:r>
            <a:endParaRPr lang="ru-RU" sz="2000" dirty="0"/>
          </a:p>
        </p:txBody>
      </p:sp>
      <p:sp>
        <p:nvSpPr>
          <p:cNvPr id="39" name="d3"/>
          <p:cNvSpPr txBox="1"/>
          <p:nvPr/>
        </p:nvSpPr>
        <p:spPr>
          <a:xfrm>
            <a:off x="3429000" y="1790700"/>
            <a:ext cx="8001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ru-RU" sz="2000" dirty="0">
                <a:solidFill>
                  <a:srgbClr val="F6B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×0,3</a:t>
            </a:r>
            <a:endParaRPr lang="ru-RU" sz="2000" dirty="0"/>
          </a:p>
        </p:txBody>
      </p:sp>
      <p:sp>
        <p:nvSpPr>
          <p:cNvPr id="40" name="d4"/>
          <p:cNvSpPr txBox="1"/>
          <p:nvPr/>
        </p:nvSpPr>
        <p:spPr>
          <a:xfrm>
            <a:off x="3429000" y="1790700"/>
            <a:ext cx="8001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ru-RU" sz="2000" dirty="0">
                <a:solidFill>
                  <a:srgbClr val="E84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+1</a:t>
            </a:r>
            <a:endParaRPr lang="ru-RU" sz="2000" dirty="0"/>
          </a:p>
        </p:txBody>
      </p:sp>
      <p:sp>
        <p:nvSpPr>
          <p:cNvPr id="41" name="v0"/>
          <p:cNvSpPr txBox="1"/>
          <p:nvPr/>
        </p:nvSpPr>
        <p:spPr>
          <a:xfrm>
            <a:off x="889000" y="2006600"/>
            <a:ext cx="3505200" cy="901700"/>
          </a:xfrm>
          <a:prstGeom prst="rect">
            <a:avLst/>
          </a:prstGeom>
          <a:noFill/>
          <a:ln/>
        </p:spPr>
        <p:txBody>
          <a:bodyPr wrap="none" lIns="0" tIns="0" rIns="0" bIns="76200" rtlCol="0" anchor="b"/>
          <a:lstStyle/>
          <a:p>
            <a:pPr algn="l" indent="0" marL="0">
              <a:buNone/>
            </a:pPr>
            <a:r>
              <a:rPr lang="ru-RU" sz="5900" b="1" spc="-180" kern="0" dirty="0">
                <a:solidFill>
                  <a:srgbClr val="F6BB2A"/>
                </a:solidFill>
                <a:effectLst>
                  <a:glow rad="152400">
                    <a:srgbClr val="F6BB2A">
                      <a:alpha val="30000"/>
                    </a:srgbClr>
                  </a:glow>
                </a:effectLst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r>
              <a:rPr lang="ru-RU" sz="1800" b="1" dirty="0">
                <a:solidFill>
                  <a:srgbClr val="E9DC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порция</a:t>
            </a:r>
            <a:endParaRPr lang="ru-RU" sz="1600" dirty="0"/>
          </a:p>
        </p:txBody>
      </p:sp>
      <p:sp>
        <p:nvSpPr>
          <p:cNvPr id="42" name="v1_0"/>
          <p:cNvSpPr txBox="1"/>
          <p:nvPr/>
        </p:nvSpPr>
        <p:spPr>
          <a:xfrm>
            <a:off x="889000" y="2006600"/>
            <a:ext cx="3505200" cy="901700"/>
          </a:xfrm>
          <a:prstGeom prst="rect">
            <a:avLst/>
          </a:prstGeom>
          <a:noFill/>
          <a:ln/>
        </p:spPr>
        <p:txBody>
          <a:bodyPr wrap="none" lIns="0" tIns="0" rIns="0" bIns="76200" rtlCol="0" anchor="b"/>
          <a:lstStyle/>
          <a:p>
            <a:pPr algn="l" indent="0" marL="0">
              <a:buNone/>
            </a:pPr>
            <a:r>
              <a:rPr lang="ru-RU" sz="5900" b="1" spc="-180" kern="0" dirty="0">
                <a:solidFill>
                  <a:srgbClr val="F6BB2A"/>
                </a:solidFill>
                <a:effectLst>
                  <a:glow rad="152400">
                    <a:srgbClr val="F6BB2A">
                      <a:alpha val="30000"/>
                    </a:srgbClr>
                  </a:glow>
                </a:effectLst>
                <a:latin typeface="Consolas" pitchFamily="34" charset="0"/>
                <a:ea typeface="Consolas" pitchFamily="34" charset="-122"/>
                <a:cs typeface="Consolas" pitchFamily="34" charset="-120"/>
              </a:rPr>
              <a:t>0,73</a:t>
            </a:r>
            <a:r>
              <a:rPr lang="ru-RU" sz="1800" b="1" dirty="0">
                <a:solidFill>
                  <a:srgbClr val="E9DC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порции</a:t>
            </a:r>
            <a:endParaRPr lang="ru-RU" sz="1600" dirty="0"/>
          </a:p>
        </p:txBody>
      </p:sp>
      <p:sp>
        <p:nvSpPr>
          <p:cNvPr id="43" name="v1_1"/>
          <p:cNvSpPr txBox="1"/>
          <p:nvPr/>
        </p:nvSpPr>
        <p:spPr>
          <a:xfrm>
            <a:off x="889000" y="2006600"/>
            <a:ext cx="3505200" cy="901700"/>
          </a:xfrm>
          <a:prstGeom prst="rect">
            <a:avLst/>
          </a:prstGeom>
          <a:noFill/>
          <a:ln/>
        </p:spPr>
        <p:txBody>
          <a:bodyPr wrap="none" lIns="0" tIns="0" rIns="0" bIns="76200" rtlCol="0" anchor="b"/>
          <a:lstStyle/>
          <a:p>
            <a:pPr algn="l" indent="0" marL="0">
              <a:buNone/>
            </a:pPr>
            <a:r>
              <a:rPr lang="ru-RU" sz="5900" b="1" spc="-180" kern="0" dirty="0">
                <a:solidFill>
                  <a:srgbClr val="F6BB2A"/>
                </a:solidFill>
                <a:effectLst>
                  <a:glow rad="152400">
                    <a:srgbClr val="F6BB2A">
                      <a:alpha val="30000"/>
                    </a:srgbClr>
                  </a:glow>
                </a:effectLst>
                <a:latin typeface="Consolas" pitchFamily="34" charset="0"/>
                <a:ea typeface="Consolas" pitchFamily="34" charset="-122"/>
                <a:cs typeface="Consolas" pitchFamily="34" charset="-120"/>
              </a:rPr>
              <a:t>0,49</a:t>
            </a:r>
            <a:r>
              <a:rPr lang="ru-RU" sz="1800" b="1" dirty="0">
                <a:solidFill>
                  <a:srgbClr val="E9DC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порции</a:t>
            </a:r>
            <a:endParaRPr lang="ru-RU" sz="1600" dirty="0"/>
          </a:p>
        </p:txBody>
      </p:sp>
      <p:sp>
        <p:nvSpPr>
          <p:cNvPr id="44" name="v1_2"/>
          <p:cNvSpPr txBox="1"/>
          <p:nvPr/>
        </p:nvSpPr>
        <p:spPr>
          <a:xfrm>
            <a:off x="889000" y="2006600"/>
            <a:ext cx="3505200" cy="901700"/>
          </a:xfrm>
          <a:prstGeom prst="rect">
            <a:avLst/>
          </a:prstGeom>
          <a:noFill/>
          <a:ln/>
        </p:spPr>
        <p:txBody>
          <a:bodyPr wrap="none" lIns="0" tIns="0" rIns="0" bIns="76200" rtlCol="0" anchor="b"/>
          <a:lstStyle/>
          <a:p>
            <a:pPr algn="l" indent="0" marL="0">
              <a:buNone/>
            </a:pPr>
            <a:r>
              <a:rPr lang="ru-RU" sz="5900" b="1" spc="-180" kern="0" dirty="0">
                <a:solidFill>
                  <a:srgbClr val="F6BB2A"/>
                </a:solidFill>
                <a:effectLst>
                  <a:glow rad="152400">
                    <a:srgbClr val="F6BB2A">
                      <a:alpha val="30000"/>
                    </a:srgbClr>
                  </a:glow>
                </a:effectLst>
                <a:latin typeface="Consolas" pitchFamily="34" charset="0"/>
                <a:ea typeface="Consolas" pitchFamily="34" charset="-122"/>
                <a:cs typeface="Consolas" pitchFamily="34" charset="-120"/>
              </a:rPr>
              <a:t>0,34</a:t>
            </a:r>
            <a:r>
              <a:rPr lang="ru-RU" sz="1800" b="1" dirty="0">
                <a:solidFill>
                  <a:srgbClr val="E9DC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порции</a:t>
            </a:r>
            <a:endParaRPr lang="ru-RU" sz="1600" dirty="0"/>
          </a:p>
        </p:txBody>
      </p:sp>
      <p:sp>
        <p:nvSpPr>
          <p:cNvPr id="45" name="v1"/>
          <p:cNvSpPr txBox="1"/>
          <p:nvPr/>
        </p:nvSpPr>
        <p:spPr>
          <a:xfrm>
            <a:off x="889000" y="2006600"/>
            <a:ext cx="3505200" cy="901700"/>
          </a:xfrm>
          <a:prstGeom prst="rect">
            <a:avLst/>
          </a:prstGeom>
          <a:noFill/>
          <a:ln/>
        </p:spPr>
        <p:txBody>
          <a:bodyPr wrap="none" lIns="0" tIns="0" rIns="0" bIns="76200" rtlCol="0" anchor="b"/>
          <a:lstStyle/>
          <a:p>
            <a:pPr algn="l" indent="0" marL="0">
              <a:buNone/>
            </a:pPr>
            <a:r>
              <a:rPr lang="ru-RU" sz="5900" b="1" spc="-180" kern="0" dirty="0">
                <a:solidFill>
                  <a:srgbClr val="F6BB2A"/>
                </a:solidFill>
                <a:effectLst>
                  <a:glow rad="152400">
                    <a:srgbClr val="F6BB2A">
                      <a:alpha val="30000"/>
                    </a:srgbClr>
                  </a:glow>
                </a:effectLst>
                <a:latin typeface="Consolas" pitchFamily="34" charset="0"/>
                <a:ea typeface="Consolas" pitchFamily="34" charset="-122"/>
                <a:cs typeface="Consolas" pitchFamily="34" charset="-120"/>
              </a:rPr>
              <a:t>0,30</a:t>
            </a:r>
            <a:r>
              <a:rPr lang="ru-RU" sz="1800" b="1" dirty="0">
                <a:solidFill>
                  <a:srgbClr val="E9DC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порции</a:t>
            </a:r>
            <a:endParaRPr lang="ru-RU" sz="1600" dirty="0"/>
          </a:p>
        </p:txBody>
      </p:sp>
      <p:sp>
        <p:nvSpPr>
          <p:cNvPr id="46" name="v2_0"/>
          <p:cNvSpPr txBox="1"/>
          <p:nvPr/>
        </p:nvSpPr>
        <p:spPr>
          <a:xfrm>
            <a:off x="889000" y="2006600"/>
            <a:ext cx="3505200" cy="901700"/>
          </a:xfrm>
          <a:prstGeom prst="rect">
            <a:avLst/>
          </a:prstGeom>
          <a:noFill/>
          <a:ln/>
        </p:spPr>
        <p:txBody>
          <a:bodyPr wrap="none" lIns="0" tIns="0" rIns="0" bIns="76200" rtlCol="0" anchor="b"/>
          <a:lstStyle/>
          <a:p>
            <a:pPr algn="l" indent="0" marL="0">
              <a:buNone/>
            </a:pPr>
            <a:r>
              <a:rPr lang="ru-RU" sz="5900" b="1" spc="-180" kern="0" dirty="0">
                <a:solidFill>
                  <a:srgbClr val="F6BB2A"/>
                </a:solidFill>
                <a:effectLst>
                  <a:glow rad="152400">
                    <a:srgbClr val="F6BB2A">
                      <a:alpha val="30000"/>
                    </a:srgbClr>
                  </a:glow>
                </a:effectLst>
                <a:latin typeface="Consolas" pitchFamily="34" charset="0"/>
                <a:ea typeface="Consolas" pitchFamily="34" charset="-122"/>
                <a:cs typeface="Consolas" pitchFamily="34" charset="-120"/>
              </a:rPr>
              <a:t>0,69</a:t>
            </a:r>
            <a:r>
              <a:rPr lang="ru-RU" sz="1800" b="1" dirty="0">
                <a:solidFill>
                  <a:srgbClr val="E9DC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порции</a:t>
            </a:r>
            <a:endParaRPr lang="ru-RU" sz="1600" dirty="0"/>
          </a:p>
        </p:txBody>
      </p:sp>
      <p:sp>
        <p:nvSpPr>
          <p:cNvPr id="47" name="v2_1"/>
          <p:cNvSpPr txBox="1"/>
          <p:nvPr/>
        </p:nvSpPr>
        <p:spPr>
          <a:xfrm>
            <a:off x="889000" y="2006600"/>
            <a:ext cx="3505200" cy="901700"/>
          </a:xfrm>
          <a:prstGeom prst="rect">
            <a:avLst/>
          </a:prstGeom>
          <a:noFill/>
          <a:ln/>
        </p:spPr>
        <p:txBody>
          <a:bodyPr wrap="none" lIns="0" tIns="0" rIns="0" bIns="76200" rtlCol="0" anchor="b"/>
          <a:lstStyle/>
          <a:p>
            <a:pPr algn="l" indent="0" marL="0">
              <a:buNone/>
            </a:pPr>
            <a:r>
              <a:rPr lang="ru-RU" sz="5900" b="1" spc="-180" kern="0" dirty="0">
                <a:solidFill>
                  <a:srgbClr val="F6BB2A"/>
                </a:solidFill>
                <a:effectLst>
                  <a:glow rad="152400">
                    <a:srgbClr val="F6BB2A">
                      <a:alpha val="30000"/>
                    </a:srgbClr>
                  </a:glow>
                </a:effectLst>
                <a:latin typeface="Consolas" pitchFamily="34" charset="0"/>
                <a:ea typeface="Consolas" pitchFamily="34" charset="-122"/>
                <a:cs typeface="Consolas" pitchFamily="34" charset="-120"/>
              </a:rPr>
              <a:t>1,03</a:t>
            </a:r>
            <a:r>
              <a:rPr lang="ru-RU" sz="1800" b="1" dirty="0">
                <a:solidFill>
                  <a:srgbClr val="E9DC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порции</a:t>
            </a:r>
            <a:endParaRPr lang="ru-RU" sz="1600" dirty="0"/>
          </a:p>
        </p:txBody>
      </p:sp>
      <p:sp>
        <p:nvSpPr>
          <p:cNvPr id="48" name="v2_2"/>
          <p:cNvSpPr txBox="1"/>
          <p:nvPr/>
        </p:nvSpPr>
        <p:spPr>
          <a:xfrm>
            <a:off x="889000" y="2006600"/>
            <a:ext cx="3505200" cy="901700"/>
          </a:xfrm>
          <a:prstGeom prst="rect">
            <a:avLst/>
          </a:prstGeom>
          <a:noFill/>
          <a:ln/>
        </p:spPr>
        <p:txBody>
          <a:bodyPr wrap="none" lIns="0" tIns="0" rIns="0" bIns="76200" rtlCol="0" anchor="b"/>
          <a:lstStyle/>
          <a:p>
            <a:pPr algn="l" indent="0" marL="0">
              <a:buNone/>
            </a:pPr>
            <a:r>
              <a:rPr lang="ru-RU" sz="5900" b="1" spc="-180" kern="0" dirty="0">
                <a:solidFill>
                  <a:srgbClr val="F6BB2A"/>
                </a:solidFill>
                <a:effectLst>
                  <a:glow rad="152400">
                    <a:srgbClr val="F6BB2A">
                      <a:alpha val="30000"/>
                    </a:srgbClr>
                  </a:glow>
                </a:effectLst>
                <a:latin typeface="Consolas" pitchFamily="34" charset="0"/>
                <a:ea typeface="Consolas" pitchFamily="34" charset="-122"/>
                <a:cs typeface="Consolas" pitchFamily="34" charset="-120"/>
              </a:rPr>
              <a:t>1,24</a:t>
            </a:r>
            <a:r>
              <a:rPr lang="ru-RU" sz="1800" b="1" dirty="0">
                <a:solidFill>
                  <a:srgbClr val="E9DC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порции</a:t>
            </a:r>
            <a:endParaRPr lang="ru-RU" sz="1600" dirty="0"/>
          </a:p>
        </p:txBody>
      </p:sp>
      <p:sp>
        <p:nvSpPr>
          <p:cNvPr id="49" name="v2"/>
          <p:cNvSpPr txBox="1"/>
          <p:nvPr/>
        </p:nvSpPr>
        <p:spPr>
          <a:xfrm>
            <a:off x="889000" y="2006600"/>
            <a:ext cx="3505200" cy="901700"/>
          </a:xfrm>
          <a:prstGeom prst="rect">
            <a:avLst/>
          </a:prstGeom>
          <a:noFill/>
          <a:ln/>
        </p:spPr>
        <p:txBody>
          <a:bodyPr wrap="none" lIns="0" tIns="0" rIns="0" bIns="76200" rtlCol="0" anchor="b"/>
          <a:lstStyle/>
          <a:p>
            <a:pPr algn="l" indent="0" marL="0">
              <a:buNone/>
            </a:pPr>
            <a:r>
              <a:rPr lang="ru-RU" sz="5900" b="1" spc="-180" kern="0" dirty="0">
                <a:solidFill>
                  <a:srgbClr val="F6BB2A"/>
                </a:solidFill>
                <a:effectLst>
                  <a:glow rad="152400">
                    <a:srgbClr val="F6BB2A">
                      <a:alpha val="30000"/>
                    </a:srgbClr>
                  </a:glow>
                </a:effectLst>
                <a:latin typeface="Consolas" pitchFamily="34" charset="0"/>
                <a:ea typeface="Consolas" pitchFamily="34" charset="-122"/>
                <a:cs typeface="Consolas" pitchFamily="34" charset="-120"/>
              </a:rPr>
              <a:t>1,30</a:t>
            </a:r>
            <a:r>
              <a:rPr lang="ru-RU" sz="1800" b="1" dirty="0">
                <a:solidFill>
                  <a:srgbClr val="E9DC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порции</a:t>
            </a:r>
            <a:endParaRPr lang="ru-RU" sz="1600" dirty="0"/>
          </a:p>
        </p:txBody>
      </p:sp>
      <p:sp>
        <p:nvSpPr>
          <p:cNvPr id="50" name="v3_0"/>
          <p:cNvSpPr txBox="1"/>
          <p:nvPr/>
        </p:nvSpPr>
        <p:spPr>
          <a:xfrm>
            <a:off x="889000" y="2006600"/>
            <a:ext cx="3505200" cy="901700"/>
          </a:xfrm>
          <a:prstGeom prst="rect">
            <a:avLst/>
          </a:prstGeom>
          <a:noFill/>
          <a:ln/>
        </p:spPr>
        <p:txBody>
          <a:bodyPr wrap="none" lIns="0" tIns="0" rIns="0" bIns="76200" rtlCol="0" anchor="b"/>
          <a:lstStyle/>
          <a:p>
            <a:pPr algn="l" indent="0" marL="0">
              <a:buNone/>
            </a:pPr>
            <a:r>
              <a:rPr lang="ru-RU" sz="5900" b="1" spc="-180" kern="0" dirty="0">
                <a:solidFill>
                  <a:srgbClr val="F6BB2A"/>
                </a:solidFill>
                <a:effectLst>
                  <a:glow rad="152400">
                    <a:srgbClr val="F6BB2A">
                      <a:alpha val="30000"/>
                    </a:srgbClr>
                  </a:glow>
                </a:effectLst>
                <a:latin typeface="Consolas" pitchFamily="34" charset="0"/>
                <a:ea typeface="Consolas" pitchFamily="34" charset="-122"/>
                <a:cs typeface="Consolas" pitchFamily="34" charset="-120"/>
              </a:rPr>
              <a:t>0,95</a:t>
            </a:r>
            <a:r>
              <a:rPr lang="ru-RU" sz="1800" b="1" dirty="0">
                <a:solidFill>
                  <a:srgbClr val="E9DC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порции</a:t>
            </a:r>
            <a:endParaRPr lang="ru-RU" sz="1600" dirty="0"/>
          </a:p>
        </p:txBody>
      </p:sp>
      <p:sp>
        <p:nvSpPr>
          <p:cNvPr id="51" name="v3_1"/>
          <p:cNvSpPr txBox="1"/>
          <p:nvPr/>
        </p:nvSpPr>
        <p:spPr>
          <a:xfrm>
            <a:off x="889000" y="2006600"/>
            <a:ext cx="3505200" cy="901700"/>
          </a:xfrm>
          <a:prstGeom prst="rect">
            <a:avLst/>
          </a:prstGeom>
          <a:noFill/>
          <a:ln/>
        </p:spPr>
        <p:txBody>
          <a:bodyPr wrap="none" lIns="0" tIns="0" rIns="0" bIns="76200" rtlCol="0" anchor="b"/>
          <a:lstStyle/>
          <a:p>
            <a:pPr algn="l" indent="0" marL="0">
              <a:buNone/>
            </a:pPr>
            <a:r>
              <a:rPr lang="ru-RU" sz="5900" b="1" spc="-180" kern="0" dirty="0">
                <a:solidFill>
                  <a:srgbClr val="F6BB2A"/>
                </a:solidFill>
                <a:effectLst>
                  <a:glow rad="152400">
                    <a:srgbClr val="F6BB2A">
                      <a:alpha val="30000"/>
                    </a:srgbClr>
                  </a:glow>
                </a:effectLst>
                <a:latin typeface="Consolas" pitchFamily="34" charset="0"/>
                <a:ea typeface="Consolas" pitchFamily="34" charset="-122"/>
                <a:cs typeface="Consolas" pitchFamily="34" charset="-120"/>
              </a:rPr>
              <a:t>0,64</a:t>
            </a:r>
            <a:r>
              <a:rPr lang="ru-RU" sz="1800" b="1" dirty="0">
                <a:solidFill>
                  <a:srgbClr val="E9DC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порции</a:t>
            </a:r>
            <a:endParaRPr lang="ru-RU" sz="1600" dirty="0"/>
          </a:p>
        </p:txBody>
      </p:sp>
      <p:sp>
        <p:nvSpPr>
          <p:cNvPr id="52" name="v3_2"/>
          <p:cNvSpPr txBox="1"/>
          <p:nvPr/>
        </p:nvSpPr>
        <p:spPr>
          <a:xfrm>
            <a:off x="889000" y="2006600"/>
            <a:ext cx="3505200" cy="901700"/>
          </a:xfrm>
          <a:prstGeom prst="rect">
            <a:avLst/>
          </a:prstGeom>
          <a:noFill/>
          <a:ln/>
        </p:spPr>
        <p:txBody>
          <a:bodyPr wrap="none" lIns="0" tIns="0" rIns="0" bIns="76200" rtlCol="0" anchor="b"/>
          <a:lstStyle/>
          <a:p>
            <a:pPr algn="l" indent="0" marL="0">
              <a:buNone/>
            </a:pPr>
            <a:r>
              <a:rPr lang="ru-RU" sz="5900" b="1" spc="-180" kern="0" dirty="0">
                <a:solidFill>
                  <a:srgbClr val="F6BB2A"/>
                </a:solidFill>
                <a:effectLst>
                  <a:glow rad="152400">
                    <a:srgbClr val="F6BB2A">
                      <a:alpha val="30000"/>
                    </a:srgbClr>
                  </a:glow>
                </a:effectLst>
                <a:latin typeface="Consolas" pitchFamily="34" charset="0"/>
                <a:ea typeface="Consolas" pitchFamily="34" charset="-122"/>
                <a:cs typeface="Consolas" pitchFamily="34" charset="-120"/>
              </a:rPr>
              <a:t>0,45</a:t>
            </a:r>
            <a:r>
              <a:rPr lang="ru-RU" sz="1800" b="1" dirty="0">
                <a:solidFill>
                  <a:srgbClr val="E9DC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порции</a:t>
            </a:r>
            <a:endParaRPr lang="ru-RU" sz="1600" dirty="0"/>
          </a:p>
        </p:txBody>
      </p:sp>
      <p:sp>
        <p:nvSpPr>
          <p:cNvPr id="53" name="v3"/>
          <p:cNvSpPr txBox="1"/>
          <p:nvPr/>
        </p:nvSpPr>
        <p:spPr>
          <a:xfrm>
            <a:off x="889000" y="2006600"/>
            <a:ext cx="3505200" cy="901700"/>
          </a:xfrm>
          <a:prstGeom prst="rect">
            <a:avLst/>
          </a:prstGeom>
          <a:noFill/>
          <a:ln/>
        </p:spPr>
        <p:txBody>
          <a:bodyPr wrap="none" lIns="0" tIns="0" rIns="0" bIns="76200" rtlCol="0" anchor="b"/>
          <a:lstStyle/>
          <a:p>
            <a:pPr algn="l" indent="0" marL="0">
              <a:buNone/>
            </a:pPr>
            <a:r>
              <a:rPr lang="ru-RU" sz="5900" b="1" spc="-180" kern="0" dirty="0">
                <a:solidFill>
                  <a:srgbClr val="F6BB2A"/>
                </a:solidFill>
                <a:effectLst>
                  <a:glow rad="152400">
                    <a:srgbClr val="F6BB2A">
                      <a:alpha val="30000"/>
                    </a:srgbClr>
                  </a:glow>
                </a:effectLst>
                <a:latin typeface="Consolas" pitchFamily="34" charset="0"/>
                <a:ea typeface="Consolas" pitchFamily="34" charset="-122"/>
                <a:cs typeface="Consolas" pitchFamily="34" charset="-120"/>
              </a:rPr>
              <a:t>0,39</a:t>
            </a:r>
            <a:r>
              <a:rPr lang="ru-RU" sz="1800" b="1" dirty="0">
                <a:solidFill>
                  <a:srgbClr val="E9DC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порции</a:t>
            </a:r>
            <a:endParaRPr lang="ru-RU" sz="1600" dirty="0"/>
          </a:p>
        </p:txBody>
      </p:sp>
      <p:sp>
        <p:nvSpPr>
          <p:cNvPr id="54" name="v4_0"/>
          <p:cNvSpPr txBox="1"/>
          <p:nvPr/>
        </p:nvSpPr>
        <p:spPr>
          <a:xfrm>
            <a:off x="889000" y="2006600"/>
            <a:ext cx="3505200" cy="901700"/>
          </a:xfrm>
          <a:prstGeom prst="rect">
            <a:avLst/>
          </a:prstGeom>
          <a:noFill/>
          <a:ln/>
        </p:spPr>
        <p:txBody>
          <a:bodyPr wrap="none" lIns="0" tIns="0" rIns="0" bIns="76200" rtlCol="0" anchor="b"/>
          <a:lstStyle/>
          <a:p>
            <a:pPr algn="l" indent="0" marL="0">
              <a:buNone/>
            </a:pPr>
            <a:r>
              <a:rPr lang="ru-RU" sz="5900" b="1" spc="-180" kern="0" dirty="0">
                <a:solidFill>
                  <a:srgbClr val="F6BB2A"/>
                </a:solidFill>
                <a:effectLst>
                  <a:glow rad="152400">
                    <a:srgbClr val="F6BB2A">
                      <a:alpha val="30000"/>
                    </a:srgbClr>
                  </a:glow>
                </a:effectLst>
                <a:latin typeface="Consolas" pitchFamily="34" charset="0"/>
                <a:ea typeface="Consolas" pitchFamily="34" charset="-122"/>
                <a:cs typeface="Consolas" pitchFamily="34" charset="-120"/>
              </a:rPr>
              <a:t>0,78</a:t>
            </a:r>
            <a:r>
              <a:rPr lang="ru-RU" sz="1800" b="1" dirty="0">
                <a:solidFill>
                  <a:srgbClr val="E9DC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порции</a:t>
            </a:r>
            <a:endParaRPr lang="ru-RU" sz="1600" dirty="0"/>
          </a:p>
        </p:txBody>
      </p:sp>
      <p:sp>
        <p:nvSpPr>
          <p:cNvPr id="55" name="v4_1"/>
          <p:cNvSpPr txBox="1"/>
          <p:nvPr/>
        </p:nvSpPr>
        <p:spPr>
          <a:xfrm>
            <a:off x="889000" y="2006600"/>
            <a:ext cx="3505200" cy="901700"/>
          </a:xfrm>
          <a:prstGeom prst="rect">
            <a:avLst/>
          </a:prstGeom>
          <a:noFill/>
          <a:ln/>
        </p:spPr>
        <p:txBody>
          <a:bodyPr wrap="none" lIns="0" tIns="0" rIns="0" bIns="76200" rtlCol="0" anchor="b"/>
          <a:lstStyle/>
          <a:p>
            <a:pPr algn="l" indent="0" marL="0">
              <a:buNone/>
            </a:pPr>
            <a:r>
              <a:rPr lang="ru-RU" sz="5900" b="1" spc="-180" kern="0" dirty="0">
                <a:solidFill>
                  <a:srgbClr val="F6BB2A"/>
                </a:solidFill>
                <a:effectLst>
                  <a:glow rad="152400">
                    <a:srgbClr val="F6BB2A">
                      <a:alpha val="30000"/>
                    </a:srgbClr>
                  </a:glow>
                </a:effectLst>
                <a:latin typeface="Consolas" pitchFamily="34" charset="0"/>
                <a:ea typeface="Consolas" pitchFamily="34" charset="-122"/>
                <a:cs typeface="Consolas" pitchFamily="34" charset="-120"/>
              </a:rPr>
              <a:t>1,12</a:t>
            </a:r>
            <a:r>
              <a:rPr lang="ru-RU" sz="1800" b="1" dirty="0">
                <a:solidFill>
                  <a:srgbClr val="E9DC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порции</a:t>
            </a:r>
            <a:endParaRPr lang="ru-RU" sz="1600" dirty="0"/>
          </a:p>
        </p:txBody>
      </p:sp>
      <p:sp>
        <p:nvSpPr>
          <p:cNvPr id="56" name="v4_2"/>
          <p:cNvSpPr txBox="1"/>
          <p:nvPr/>
        </p:nvSpPr>
        <p:spPr>
          <a:xfrm>
            <a:off x="889000" y="2006600"/>
            <a:ext cx="3505200" cy="901700"/>
          </a:xfrm>
          <a:prstGeom prst="rect">
            <a:avLst/>
          </a:prstGeom>
          <a:noFill/>
          <a:ln/>
        </p:spPr>
        <p:txBody>
          <a:bodyPr wrap="none" lIns="0" tIns="0" rIns="0" bIns="76200" rtlCol="0" anchor="b"/>
          <a:lstStyle/>
          <a:p>
            <a:pPr algn="l" indent="0" marL="0">
              <a:buNone/>
            </a:pPr>
            <a:r>
              <a:rPr lang="ru-RU" sz="5900" b="1" spc="-180" kern="0" dirty="0">
                <a:solidFill>
                  <a:srgbClr val="F6BB2A"/>
                </a:solidFill>
                <a:effectLst>
                  <a:glow rad="152400">
                    <a:srgbClr val="F6BB2A">
                      <a:alpha val="30000"/>
                    </a:srgbClr>
                  </a:glow>
                </a:effectLst>
                <a:latin typeface="Consolas" pitchFamily="34" charset="0"/>
                <a:ea typeface="Consolas" pitchFamily="34" charset="-122"/>
                <a:cs typeface="Consolas" pitchFamily="34" charset="-120"/>
              </a:rPr>
              <a:t>1,33</a:t>
            </a:r>
            <a:r>
              <a:rPr lang="ru-RU" sz="1800" b="1" dirty="0">
                <a:solidFill>
                  <a:srgbClr val="E9DC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порции</a:t>
            </a:r>
            <a:endParaRPr lang="ru-RU" sz="1600" dirty="0"/>
          </a:p>
        </p:txBody>
      </p:sp>
      <p:sp>
        <p:nvSpPr>
          <p:cNvPr id="57" name="v4"/>
          <p:cNvSpPr txBox="1"/>
          <p:nvPr/>
        </p:nvSpPr>
        <p:spPr>
          <a:xfrm>
            <a:off x="889000" y="2006600"/>
            <a:ext cx="3505200" cy="901700"/>
          </a:xfrm>
          <a:prstGeom prst="rect">
            <a:avLst/>
          </a:prstGeom>
          <a:noFill/>
          <a:ln/>
        </p:spPr>
        <p:txBody>
          <a:bodyPr wrap="none" lIns="0" tIns="0" rIns="0" bIns="76200" rtlCol="0" anchor="b"/>
          <a:lstStyle/>
          <a:p>
            <a:pPr algn="l" indent="0" marL="0">
              <a:buNone/>
            </a:pPr>
            <a:r>
              <a:rPr lang="ru-RU" sz="5900" b="1" spc="-180" kern="0" dirty="0">
                <a:solidFill>
                  <a:srgbClr val="F6BB2A"/>
                </a:solidFill>
                <a:effectLst>
                  <a:glow rad="152400">
                    <a:srgbClr val="F6BB2A">
                      <a:alpha val="30000"/>
                    </a:srgbClr>
                  </a:glow>
                </a:effectLst>
                <a:latin typeface="Consolas" pitchFamily="34" charset="0"/>
                <a:ea typeface="Consolas" pitchFamily="34" charset="-122"/>
                <a:cs typeface="Consolas" pitchFamily="34" charset="-120"/>
              </a:rPr>
              <a:t>1,39</a:t>
            </a:r>
            <a:r>
              <a:rPr lang="ru-RU" sz="1800" b="1" dirty="0">
                <a:solidFill>
                  <a:srgbClr val="E9DC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порции</a:t>
            </a:r>
            <a:endParaRPr lang="ru-RU" sz="1600" dirty="0"/>
          </a:p>
        </p:txBody>
      </p:sp>
      <p:sp>
        <p:nvSpPr>
          <p:cNvPr id="58" name="track"/>
          <p:cNvSpPr/>
          <p:nvPr/>
        </p:nvSpPr>
        <p:spPr>
          <a:xfrm>
            <a:off x="914400" y="2933700"/>
            <a:ext cx="3314700" cy="165100"/>
          </a:xfrm>
          <a:prstGeom prst="roundRect">
            <a:avLst>
              <a:gd name="adj" fmla="val 50000"/>
            </a:avLst>
          </a:prstGeom>
          <a:solidFill>
            <a:srgbClr val="17181B"/>
          </a:solidFill>
          <a:ln w="12700">
            <a:solidFill>
              <a:srgbClr val="3A3E45"/>
            </a:solidFill>
            <a:prstDash val="solid"/>
          </a:ln>
        </p:spPr>
      </p:sp>
      <p:sp>
        <p:nvSpPr>
          <p:cNvPr id="59" name="f0"/>
          <p:cNvSpPr/>
          <p:nvPr/>
        </p:nvSpPr>
        <p:spPr>
          <a:xfrm>
            <a:off x="914400" y="2933700"/>
            <a:ext cx="1657350" cy="165100"/>
          </a:xfrm>
          <a:prstGeom prst="roundRect">
            <a:avLst>
              <a:gd name="adj" fmla="val 50000"/>
            </a:avLst>
          </a:prstGeom>
          <a:solidFill>
            <a:srgbClr val="F6BB2A"/>
          </a:solidFill>
          <a:ln/>
        </p:spPr>
      </p:sp>
      <p:sp>
        <p:nvSpPr>
          <p:cNvPr id="60" name="f1"/>
          <p:cNvSpPr/>
          <p:nvPr/>
        </p:nvSpPr>
        <p:spPr>
          <a:xfrm>
            <a:off x="914400" y="2933700"/>
            <a:ext cx="497205" cy="165100"/>
          </a:xfrm>
          <a:prstGeom prst="roundRect">
            <a:avLst>
              <a:gd name="adj" fmla="val 50000"/>
            </a:avLst>
          </a:prstGeom>
          <a:solidFill>
            <a:srgbClr val="F6BB2A"/>
          </a:solidFill>
          <a:ln/>
        </p:spPr>
      </p:sp>
      <p:sp>
        <p:nvSpPr>
          <p:cNvPr id="61" name="f2"/>
          <p:cNvSpPr/>
          <p:nvPr/>
        </p:nvSpPr>
        <p:spPr>
          <a:xfrm>
            <a:off x="914400" y="2933700"/>
            <a:ext cx="2154555" cy="165100"/>
          </a:xfrm>
          <a:prstGeom prst="roundRect">
            <a:avLst>
              <a:gd name="adj" fmla="val 50000"/>
            </a:avLst>
          </a:prstGeom>
          <a:solidFill>
            <a:srgbClr val="F6BB2A"/>
          </a:solidFill>
          <a:ln/>
        </p:spPr>
      </p:sp>
      <p:sp>
        <p:nvSpPr>
          <p:cNvPr id="62" name="f3"/>
          <p:cNvSpPr/>
          <p:nvPr/>
        </p:nvSpPr>
        <p:spPr>
          <a:xfrm>
            <a:off x="914400" y="2933700"/>
            <a:ext cx="646367" cy="165100"/>
          </a:xfrm>
          <a:prstGeom prst="roundRect">
            <a:avLst>
              <a:gd name="adj" fmla="val 50000"/>
            </a:avLst>
          </a:prstGeom>
          <a:solidFill>
            <a:srgbClr val="F6BB2A"/>
          </a:solidFill>
          <a:ln/>
        </p:spPr>
      </p:sp>
      <p:sp>
        <p:nvSpPr>
          <p:cNvPr id="63" name="f4"/>
          <p:cNvSpPr/>
          <p:nvPr/>
        </p:nvSpPr>
        <p:spPr>
          <a:xfrm>
            <a:off x="914400" y="2933700"/>
            <a:ext cx="2303716" cy="165100"/>
          </a:xfrm>
          <a:prstGeom prst="roundRect">
            <a:avLst>
              <a:gd name="adj" fmla="val 50000"/>
            </a:avLst>
          </a:prstGeom>
          <a:solidFill>
            <a:srgbClr val="F6BB2A"/>
          </a:solidFill>
          <a:ln/>
        </p:spPr>
      </p:sp>
      <p:sp>
        <p:nvSpPr>
          <p:cNvPr id="64" name="mark"/>
          <p:cNvSpPr/>
          <p:nvPr/>
        </p:nvSpPr>
        <p:spPr>
          <a:xfrm>
            <a:off x="2559050" y="2921000"/>
            <a:ext cx="25400" cy="190500"/>
          </a:xfrm>
          <a:prstGeom prst="rect">
            <a:avLst/>
          </a:prstGeom>
          <a:solidFill>
            <a:srgbClr val="F5EBD5">
              <a:alpha val="80000"/>
            </a:srgbClr>
          </a:solidFill>
          <a:ln/>
        </p:spPr>
      </p:sp>
      <p:sp>
        <p:nvSpPr>
          <p:cNvPr id="65" name="sc0"/>
          <p:cNvSpPr txBox="1"/>
          <p:nvPr/>
        </p:nvSpPr>
        <p:spPr>
          <a:xfrm>
            <a:off x="829310" y="3149600"/>
            <a:ext cx="254000" cy="1816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ru-RU" sz="1100" b="1" dirty="0">
                <a:solidFill>
                  <a:srgbClr val="A39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ru-RU" sz="1100" dirty="0"/>
          </a:p>
        </p:txBody>
      </p:sp>
      <p:sp>
        <p:nvSpPr>
          <p:cNvPr id="66" name="sc1"/>
          <p:cNvSpPr txBox="1"/>
          <p:nvPr/>
        </p:nvSpPr>
        <p:spPr>
          <a:xfrm>
            <a:off x="2444750" y="3149600"/>
            <a:ext cx="254000" cy="1816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ru-RU" sz="1100" b="1" dirty="0">
                <a:solidFill>
                  <a:srgbClr val="A39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ru-RU" sz="1100" dirty="0"/>
          </a:p>
        </p:txBody>
      </p:sp>
      <p:sp>
        <p:nvSpPr>
          <p:cNvPr id="67" name="sc2"/>
          <p:cNvSpPr txBox="1"/>
          <p:nvPr/>
        </p:nvSpPr>
        <p:spPr>
          <a:xfrm>
            <a:off x="4060190" y="3149600"/>
            <a:ext cx="254000" cy="1816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ru-RU" sz="1100" b="1" dirty="0">
                <a:solidFill>
                  <a:srgbClr val="A39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ru-RU" sz="1100" dirty="0"/>
          </a:p>
        </p:txBody>
      </p:sp>
      <p:sp>
        <p:nvSpPr>
          <p:cNvPr id="68" name="eatBtn"/>
          <p:cNvSpPr txBox="1"/>
          <p:nvPr/>
        </p:nvSpPr>
        <p:spPr>
          <a:xfrm>
            <a:off x="698500" y="3686810"/>
            <a:ext cx="3746500" cy="522605"/>
          </a:xfrm>
          <a:prstGeom prst="roundRect">
            <a:avLst>
              <a:gd name="adj" fmla="val 87485"/>
            </a:avLst>
          </a:prstGeom>
          <a:solidFill>
            <a:srgbClr val="F6BB2A"/>
          </a:solidFill>
          <a:ln/>
          <a:effectLst>
            <a:outerShdw sx="100000" sy="100000" kx="0" ky="0" algn="bl" rotWithShape="0" blurRad="101600" dist="57150" dir="5400000">
              <a:srgbClr val="CF9214">
                <a:alpha val="100000"/>
              </a:srgbClr>
            </a:outerShdw>
          </a:effectLst>
        </p:spPr>
        <p:txBody>
          <a:bodyPr wrap="none" lIns="454660" tIns="0" rIns="101600" bIns="0" rtlCol="0" anchor="ctr"/>
          <a:lstStyle/>
          <a:p>
            <a:pPr algn="l" indent="0" marL="0">
              <a:buNone/>
            </a:pPr>
            <a:r>
              <a:rPr lang="ru-RU" sz="1550" dirty="0">
                <a:solidFill>
                  <a:srgbClr val="1B181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СЪЕСТЬ 70%</a:t>
            </a:r>
            <a:endParaRPr lang="ru-RU" sz="1550" dirty="0"/>
          </a:p>
        </p:txBody>
      </p:sp>
      <p:sp>
        <p:nvSpPr>
          <p:cNvPr id="69" name="eatBtnKey"/>
          <p:cNvSpPr txBox="1"/>
          <p:nvPr/>
        </p:nvSpPr>
        <p:spPr>
          <a:xfrm>
            <a:off x="850900" y="3853815"/>
            <a:ext cx="200660" cy="200660"/>
          </a:xfrm>
          <a:prstGeom prst="roundRect">
            <a:avLst>
              <a:gd name="adj" fmla="val 227848"/>
            </a:avLst>
          </a:prstGeom>
          <a:solidFill>
            <a:srgbClr val="D4A124"/>
          </a:solidFill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ru-RU" sz="950" b="1" dirty="0">
                <a:solidFill>
                  <a:srgbClr val="1B18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ru-RU" sz="950" dirty="0"/>
          </a:p>
        </p:txBody>
      </p:sp>
      <p:sp>
        <p:nvSpPr>
          <p:cNvPr id="70" name="addBtn"/>
          <p:cNvSpPr txBox="1"/>
          <p:nvPr/>
        </p:nvSpPr>
        <p:spPr>
          <a:xfrm>
            <a:off x="698500" y="4374515"/>
            <a:ext cx="3746500" cy="522605"/>
          </a:xfrm>
          <a:prstGeom prst="roundRect">
            <a:avLst>
              <a:gd name="adj" fmla="val 87485"/>
            </a:avLst>
          </a:prstGeom>
          <a:solidFill>
            <a:srgbClr val="E8432D"/>
          </a:solidFill>
          <a:ln/>
          <a:effectLst>
            <a:outerShdw sx="100000" sy="100000" kx="0" ky="0" algn="bl" rotWithShape="0" blurRad="101600" dist="57150" dir="5400000">
              <a:srgbClr val="7D1A0D">
                <a:alpha val="100000"/>
              </a:srgbClr>
            </a:outerShdw>
          </a:effectLst>
        </p:spPr>
        <p:txBody>
          <a:bodyPr wrap="none" lIns="454660" tIns="0" rIns="101600" bIns="0" rtlCol="0" anchor="ctr"/>
          <a:lstStyle/>
          <a:p>
            <a:pPr algn="l" indent="0" marL="0">
              <a:buNone/>
            </a:pPr>
            <a:r>
              <a:rPr lang="ru-RU" sz="1550" dirty="0">
                <a:solidFill>
                  <a:srgbClr val="F5EBD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БАБУШКА ДОБАВЛЯЕТ</a:t>
            </a:r>
            <a:endParaRPr lang="ru-RU" sz="1550" dirty="0"/>
          </a:p>
        </p:txBody>
      </p:sp>
      <p:sp>
        <p:nvSpPr>
          <p:cNvPr id="71" name="addBtnKey"/>
          <p:cNvSpPr txBox="1"/>
          <p:nvPr/>
        </p:nvSpPr>
        <p:spPr>
          <a:xfrm>
            <a:off x="850900" y="4541520"/>
            <a:ext cx="200660" cy="200660"/>
          </a:xfrm>
          <a:prstGeom prst="roundRect">
            <a:avLst>
              <a:gd name="adj" fmla="val 227848"/>
            </a:avLst>
          </a:prstGeom>
          <a:solidFill>
            <a:srgbClr val="EC6553"/>
          </a:solidFill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ru-RU" sz="950" b="1" dirty="0">
                <a:solidFill>
                  <a:srgbClr val="F5EBD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ru-RU" sz="950" dirty="0"/>
          </a:p>
        </p:txBody>
      </p:sp>
      <p:sp>
        <p:nvSpPr>
          <p:cNvPr id="72" name="trailBadge"/>
          <p:cNvSpPr txBox="1"/>
          <p:nvPr/>
        </p:nvSpPr>
        <p:spPr>
          <a:xfrm>
            <a:off x="698500" y="5715000"/>
            <a:ext cx="1378585" cy="215900"/>
          </a:xfrm>
          <a:prstGeom prst="roundRect">
            <a:avLst>
              <a:gd name="adj" fmla="val 211765"/>
            </a:avLst>
          </a:prstGeom>
          <a:solidFill>
            <a:srgbClr val="F6BB2A"/>
          </a:solidFill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ru-RU" sz="1000" b="1" spc="150" kern="0" dirty="0">
                <a:solidFill>
                  <a:srgbClr val="1B18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МАТЕМАТИКА</a:t>
            </a:r>
            <a:endParaRPr lang="ru-RU" sz="1000" dirty="0"/>
          </a:p>
        </p:txBody>
      </p:sp>
      <p:sp>
        <p:nvSpPr>
          <p:cNvPr id="73" name="chip0"/>
          <p:cNvSpPr txBox="1"/>
          <p:nvPr/>
        </p:nvSpPr>
        <p:spPr>
          <a:xfrm>
            <a:off x="2242185" y="5657850"/>
            <a:ext cx="726440" cy="368300"/>
          </a:xfrm>
          <a:prstGeom prst="roundRect">
            <a:avLst>
              <a:gd name="adj" fmla="val 24138"/>
            </a:avLst>
          </a:prstGeom>
          <a:solidFill>
            <a:srgbClr val="F5EBD5"/>
          </a:solidFill>
          <a:ln/>
          <a:effectLst>
            <a:outerShdw sx="100000" sy="100000" kx="0" ky="0" algn="bl" rotWithShape="0" blurRad="101600" dist="38100" dir="5400000">
              <a:srgbClr val="D8C79F">
                <a:alpha val="100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ru-RU" sz="1800" b="1" dirty="0">
                <a:solidFill>
                  <a:srgbClr val="1B18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1,00</a:t>
            </a:r>
            <a:endParaRPr lang="ru-RU" sz="1800" dirty="0"/>
          </a:p>
        </p:txBody>
      </p:sp>
      <p:sp>
        <p:nvSpPr>
          <p:cNvPr id="74" name="chipG0"/>
          <p:cNvSpPr txBox="1"/>
          <p:nvPr/>
        </p:nvSpPr>
        <p:spPr>
          <a:xfrm>
            <a:off x="2242185" y="5657850"/>
            <a:ext cx="726440" cy="368300"/>
          </a:xfrm>
          <a:prstGeom prst="roundRect">
            <a:avLst>
              <a:gd name="adj" fmla="val 24138"/>
            </a:avLst>
          </a:prstGeom>
          <a:solidFill>
            <a:srgbClr val="F6BB2A"/>
          </a:solidFill>
          <a:ln/>
          <a:effectLst>
            <a:outerShdw sx="100000" sy="100000" kx="0" ky="0" algn="bl" rotWithShape="0" blurRad="101600" dist="38100" dir="5400000">
              <a:srgbClr val="CF9214">
                <a:alpha val="100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ru-RU" sz="1800" b="1" dirty="0">
                <a:solidFill>
                  <a:srgbClr val="1B18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1,00</a:t>
            </a:r>
            <a:endParaRPr lang="ru-RU" sz="1800" dirty="0"/>
          </a:p>
        </p:txBody>
      </p:sp>
      <p:sp>
        <p:nvSpPr>
          <p:cNvPr id="75" name="chip1"/>
          <p:cNvSpPr txBox="1"/>
          <p:nvPr/>
        </p:nvSpPr>
        <p:spPr>
          <a:xfrm>
            <a:off x="3476625" y="5657850"/>
            <a:ext cx="726440" cy="368300"/>
          </a:xfrm>
          <a:prstGeom prst="roundRect">
            <a:avLst>
              <a:gd name="adj" fmla="val 24138"/>
            </a:avLst>
          </a:prstGeom>
          <a:solidFill>
            <a:srgbClr val="F5EBD5"/>
          </a:solidFill>
          <a:ln/>
          <a:effectLst>
            <a:outerShdw sx="100000" sy="100000" kx="0" ky="0" algn="bl" rotWithShape="0" blurRad="101600" dist="38100" dir="5400000">
              <a:srgbClr val="D8C79F">
                <a:alpha val="100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ru-RU" sz="1800" b="1" dirty="0">
                <a:solidFill>
                  <a:srgbClr val="1B18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0,30</a:t>
            </a:r>
            <a:endParaRPr lang="ru-RU" sz="1800" dirty="0"/>
          </a:p>
        </p:txBody>
      </p:sp>
      <p:sp>
        <p:nvSpPr>
          <p:cNvPr id="76" name="chipG1"/>
          <p:cNvSpPr txBox="1"/>
          <p:nvPr/>
        </p:nvSpPr>
        <p:spPr>
          <a:xfrm>
            <a:off x="3476625" y="5657850"/>
            <a:ext cx="726440" cy="368300"/>
          </a:xfrm>
          <a:prstGeom prst="roundRect">
            <a:avLst>
              <a:gd name="adj" fmla="val 24138"/>
            </a:avLst>
          </a:prstGeom>
          <a:solidFill>
            <a:srgbClr val="F6BB2A"/>
          </a:solidFill>
          <a:ln/>
          <a:effectLst>
            <a:outerShdw sx="100000" sy="100000" kx="0" ky="0" algn="bl" rotWithShape="0" blurRad="101600" dist="38100" dir="5400000">
              <a:srgbClr val="CF9214">
                <a:alpha val="100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ru-RU" sz="1800" b="1" dirty="0">
                <a:solidFill>
                  <a:srgbClr val="1B18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0,30</a:t>
            </a:r>
            <a:endParaRPr lang="ru-RU" sz="1800" dirty="0"/>
          </a:p>
        </p:txBody>
      </p:sp>
      <p:sp>
        <p:nvSpPr>
          <p:cNvPr id="77" name="chip2"/>
          <p:cNvSpPr txBox="1"/>
          <p:nvPr/>
        </p:nvSpPr>
        <p:spPr>
          <a:xfrm>
            <a:off x="4711065" y="5657850"/>
            <a:ext cx="726440" cy="368300"/>
          </a:xfrm>
          <a:prstGeom prst="roundRect">
            <a:avLst>
              <a:gd name="adj" fmla="val 24138"/>
            </a:avLst>
          </a:prstGeom>
          <a:solidFill>
            <a:srgbClr val="F5EBD5"/>
          </a:solidFill>
          <a:ln/>
          <a:effectLst>
            <a:outerShdw sx="100000" sy="100000" kx="0" ky="0" algn="bl" rotWithShape="0" blurRad="101600" dist="38100" dir="5400000">
              <a:srgbClr val="D8C79F">
                <a:alpha val="100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ru-RU" sz="1800" b="1" dirty="0">
                <a:solidFill>
                  <a:srgbClr val="1B18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1,30</a:t>
            </a:r>
            <a:endParaRPr lang="ru-RU" sz="1800" dirty="0"/>
          </a:p>
        </p:txBody>
      </p:sp>
      <p:sp>
        <p:nvSpPr>
          <p:cNvPr id="78" name="chipG2"/>
          <p:cNvSpPr txBox="1"/>
          <p:nvPr/>
        </p:nvSpPr>
        <p:spPr>
          <a:xfrm>
            <a:off x="4711065" y="5657850"/>
            <a:ext cx="726440" cy="368300"/>
          </a:xfrm>
          <a:prstGeom prst="roundRect">
            <a:avLst>
              <a:gd name="adj" fmla="val 24138"/>
            </a:avLst>
          </a:prstGeom>
          <a:solidFill>
            <a:srgbClr val="F6BB2A"/>
          </a:solidFill>
          <a:ln/>
          <a:effectLst>
            <a:outerShdw sx="100000" sy="100000" kx="0" ky="0" algn="bl" rotWithShape="0" blurRad="101600" dist="38100" dir="5400000">
              <a:srgbClr val="CF9214">
                <a:alpha val="100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ru-RU" sz="1800" b="1" dirty="0">
                <a:solidFill>
                  <a:srgbClr val="1B18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1,30</a:t>
            </a:r>
            <a:endParaRPr lang="ru-RU" sz="1800" dirty="0"/>
          </a:p>
        </p:txBody>
      </p:sp>
      <p:sp>
        <p:nvSpPr>
          <p:cNvPr id="79" name="chip3"/>
          <p:cNvSpPr txBox="1"/>
          <p:nvPr/>
        </p:nvSpPr>
        <p:spPr>
          <a:xfrm>
            <a:off x="5945505" y="5657850"/>
            <a:ext cx="726440" cy="368300"/>
          </a:xfrm>
          <a:prstGeom prst="roundRect">
            <a:avLst>
              <a:gd name="adj" fmla="val 24138"/>
            </a:avLst>
          </a:prstGeom>
          <a:solidFill>
            <a:srgbClr val="F5EBD5"/>
          </a:solidFill>
          <a:ln/>
          <a:effectLst>
            <a:outerShdw sx="100000" sy="100000" kx="0" ky="0" algn="bl" rotWithShape="0" blurRad="101600" dist="38100" dir="5400000">
              <a:srgbClr val="D8C79F">
                <a:alpha val="100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ru-RU" sz="1800" b="1" dirty="0">
                <a:solidFill>
                  <a:srgbClr val="1B18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0,39</a:t>
            </a:r>
            <a:endParaRPr lang="ru-RU" sz="1800" dirty="0"/>
          </a:p>
        </p:txBody>
      </p:sp>
      <p:sp>
        <p:nvSpPr>
          <p:cNvPr id="80" name="chipG3"/>
          <p:cNvSpPr txBox="1"/>
          <p:nvPr/>
        </p:nvSpPr>
        <p:spPr>
          <a:xfrm>
            <a:off x="5945505" y="5657850"/>
            <a:ext cx="726440" cy="368300"/>
          </a:xfrm>
          <a:prstGeom prst="roundRect">
            <a:avLst>
              <a:gd name="adj" fmla="val 24138"/>
            </a:avLst>
          </a:prstGeom>
          <a:solidFill>
            <a:srgbClr val="F6BB2A"/>
          </a:solidFill>
          <a:ln/>
          <a:effectLst>
            <a:outerShdw sx="100000" sy="100000" kx="0" ky="0" algn="bl" rotWithShape="0" blurRad="101600" dist="38100" dir="5400000">
              <a:srgbClr val="CF9214">
                <a:alpha val="100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ru-RU" sz="1800" b="1" dirty="0">
                <a:solidFill>
                  <a:srgbClr val="1B18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0,39</a:t>
            </a:r>
            <a:endParaRPr lang="ru-RU" sz="1800" dirty="0"/>
          </a:p>
        </p:txBody>
      </p:sp>
      <p:sp>
        <p:nvSpPr>
          <p:cNvPr id="81" name="chipG4"/>
          <p:cNvSpPr txBox="1"/>
          <p:nvPr/>
        </p:nvSpPr>
        <p:spPr>
          <a:xfrm>
            <a:off x="7179945" y="5657850"/>
            <a:ext cx="726440" cy="368300"/>
          </a:xfrm>
          <a:prstGeom prst="roundRect">
            <a:avLst>
              <a:gd name="adj" fmla="val 24138"/>
            </a:avLst>
          </a:prstGeom>
          <a:solidFill>
            <a:srgbClr val="F6BB2A"/>
          </a:solidFill>
          <a:ln/>
          <a:effectLst>
            <a:outerShdw sx="100000" sy="100000" kx="0" ky="0" algn="bl" rotWithShape="0" blurRad="101600" dist="38100" dir="5400000">
              <a:srgbClr val="CF9214">
                <a:alpha val="100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ru-RU" sz="1800" b="1" dirty="0">
                <a:solidFill>
                  <a:srgbClr val="1B18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1,39</a:t>
            </a:r>
            <a:endParaRPr lang="ru-RU" sz="1800" dirty="0"/>
          </a:p>
        </p:txBody>
      </p:sp>
      <p:pic>
        <p:nvPicPr>
          <p:cNvPr id="82" name="ar1" descr="ar1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2994025" y="5822950"/>
            <a:ext cx="457200" cy="203200"/>
          </a:xfrm>
          <a:prstGeom prst="rect">
            <a:avLst/>
          </a:prstGeom>
        </p:spPr>
      </p:pic>
      <p:sp>
        <p:nvSpPr>
          <p:cNvPr id="83" name="op1"/>
          <p:cNvSpPr txBox="1"/>
          <p:nvPr/>
        </p:nvSpPr>
        <p:spPr>
          <a:xfrm>
            <a:off x="2930525" y="5607050"/>
            <a:ext cx="584200" cy="1968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ru-RU" sz="1350" dirty="0">
                <a:solidFill>
                  <a:srgbClr val="F6B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×0,3</a:t>
            </a:r>
            <a:endParaRPr lang="ru-RU" sz="1350" dirty="0"/>
          </a:p>
        </p:txBody>
      </p:sp>
      <p:pic>
        <p:nvPicPr>
          <p:cNvPr id="84" name="ar2" descr="ar2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4228465" y="5822950"/>
            <a:ext cx="457200" cy="203200"/>
          </a:xfrm>
          <a:prstGeom prst="rect">
            <a:avLst/>
          </a:prstGeom>
        </p:spPr>
      </p:pic>
      <p:sp>
        <p:nvSpPr>
          <p:cNvPr id="85" name="op2"/>
          <p:cNvSpPr txBox="1"/>
          <p:nvPr/>
        </p:nvSpPr>
        <p:spPr>
          <a:xfrm>
            <a:off x="4164965" y="5607050"/>
            <a:ext cx="584200" cy="1968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ru-RU" sz="1350" dirty="0">
                <a:solidFill>
                  <a:srgbClr val="E84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+1</a:t>
            </a:r>
            <a:endParaRPr lang="ru-RU" sz="1350" dirty="0"/>
          </a:p>
        </p:txBody>
      </p:sp>
      <p:pic>
        <p:nvPicPr>
          <p:cNvPr id="86" name="ar3" descr="ar3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5462905" y="5822950"/>
            <a:ext cx="457200" cy="203200"/>
          </a:xfrm>
          <a:prstGeom prst="rect">
            <a:avLst/>
          </a:prstGeom>
        </p:spPr>
      </p:pic>
      <p:sp>
        <p:nvSpPr>
          <p:cNvPr id="87" name="op3"/>
          <p:cNvSpPr txBox="1"/>
          <p:nvPr/>
        </p:nvSpPr>
        <p:spPr>
          <a:xfrm>
            <a:off x="5399405" y="5607050"/>
            <a:ext cx="584200" cy="1968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ru-RU" sz="1350" dirty="0">
                <a:solidFill>
                  <a:srgbClr val="F6B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×0,3</a:t>
            </a:r>
            <a:endParaRPr lang="ru-RU" sz="1350" dirty="0"/>
          </a:p>
        </p:txBody>
      </p:sp>
      <p:pic>
        <p:nvPicPr>
          <p:cNvPr id="88" name="ar4" descr="ar4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6697345" y="5822950"/>
            <a:ext cx="457200" cy="203200"/>
          </a:xfrm>
          <a:prstGeom prst="rect">
            <a:avLst/>
          </a:prstGeom>
        </p:spPr>
      </p:pic>
      <p:sp>
        <p:nvSpPr>
          <p:cNvPr id="89" name="op4"/>
          <p:cNvSpPr txBox="1"/>
          <p:nvPr/>
        </p:nvSpPr>
        <p:spPr>
          <a:xfrm>
            <a:off x="6633845" y="5607050"/>
            <a:ext cx="584200" cy="1968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ru-RU" sz="1350" dirty="0">
                <a:solidFill>
                  <a:srgbClr val="E84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+1</a:t>
            </a:r>
            <a:endParaRPr lang="ru-RU" sz="1350" dirty="0"/>
          </a:p>
        </p:txBody>
      </p:sp>
      <p:pic>
        <p:nvPicPr>
          <p:cNvPr id="90" name="ar5" descr="ar5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7931785" y="5822950"/>
            <a:ext cx="457200" cy="203200"/>
          </a:xfrm>
          <a:prstGeom prst="rect">
            <a:avLst/>
          </a:prstGeom>
        </p:spPr>
      </p:pic>
      <p:pic>
        <p:nvPicPr>
          <p:cNvPr id="91" name="endChip" descr="endChip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8223885" y="5467350"/>
            <a:ext cx="876300" cy="749300"/>
          </a:xfrm>
          <a:prstGeom prst="rect">
            <a:avLst/>
          </a:prstGeom>
        </p:spPr>
      </p:pic>
      <p:sp>
        <p:nvSpPr>
          <p:cNvPr id="92" name="capRing"/>
          <p:cNvSpPr/>
          <p:nvPr/>
        </p:nvSpPr>
        <p:spPr>
          <a:xfrm rot="-150000">
            <a:off x="6140450" y="1498600"/>
            <a:ext cx="5403850" cy="1003300"/>
          </a:xfrm>
          <a:prstGeom prst="roundRect">
            <a:avLst>
              <a:gd name="adj" fmla="val 17722"/>
            </a:avLst>
          </a:prstGeom>
          <a:solidFill>
            <a:srgbClr val="17181B"/>
          </a:solidFill>
          <a:ln w="25400">
            <a:solidFill>
              <a:srgbClr val="E8432D"/>
            </a:solidFill>
            <a:prstDash val="solid"/>
          </a:ln>
          <a:effectLst>
            <a:outerShdw sx="100000" sy="100000" kx="0" ky="0" algn="bl" rotWithShape="0" blurRad="279400" dist="165100" dir="5400000">
              <a:srgbClr val="000000">
                <a:alpha val="50000"/>
              </a:srgbClr>
            </a:outerShdw>
          </a:effectLst>
        </p:spPr>
      </p:sp>
      <p:sp>
        <p:nvSpPr>
          <p:cNvPr id="93" name="cap"/>
          <p:cNvSpPr txBox="1"/>
          <p:nvPr/>
        </p:nvSpPr>
        <p:spPr>
          <a:xfrm rot="-150000">
            <a:off x="6191250" y="1549400"/>
            <a:ext cx="5302250" cy="901700"/>
          </a:xfrm>
          <a:prstGeom prst="roundRect">
            <a:avLst>
              <a:gd name="adj" fmla="val 14085"/>
            </a:avLst>
          </a:prstGeom>
          <a:solidFill>
            <a:srgbClr val="F5EBD5"/>
          </a:solidFill>
          <a:ln w="38100">
            <a:solidFill>
              <a:srgbClr val="17181B"/>
            </a:solidFill>
          </a:ln>
        </p:spPr>
        <p:txBody>
          <a:bodyPr wrap="none" lIns="203200" tIns="114300" rIns="152400" bIns="127000" rtlCol="0" anchor="ctr"/>
          <a:lstStyle/>
          <a:p>
            <a:pPr algn="l" indent="0" marL="0">
              <a:lnSpc>
                <a:spcPct val="82000"/>
              </a:lnSpc>
              <a:buNone/>
            </a:pPr>
            <a:r>
              <a:rPr lang="ru-RU" sz="2400" dirty="0">
                <a:solidFill>
                  <a:srgbClr val="1B181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Вы думали, что скоро</a:t>
            </a:r>
            <a:endParaRPr lang="ru-RU" sz="2400" dirty="0"/>
          </a:p>
          <a:p>
            <a:pPr algn="l" indent="0" marL="0">
              <a:lnSpc>
                <a:spcPct val="82000"/>
              </a:lnSpc>
              <a:buNone/>
            </a:pPr>
            <a:r>
              <a:rPr lang="ru-RU" sz="2400" dirty="0">
                <a:solidFill>
                  <a:srgbClr val="E8432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пойдёте домой?</a:t>
            </a:r>
            <a:endParaRPr lang="ru-RU" sz="2400" dirty="0"/>
          </a:p>
        </p:txBody>
      </p:sp>
      <p:sp>
        <p:nvSpPr>
          <p:cNvPr id="95" name="Text 5"/>
          <p:cNvSpPr/>
          <p:nvPr>
            <p:ph idx="106" type="body" hasCustomPrompt="1"/>
          </p:nvPr>
        </p:nvSpPr>
        <p:spPr>
          <a:xfrm>
            <a:off x="698500" y="622300"/>
            <a:ext cx="88900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ru-RU" sz="1100" dirty="0"/>
          </a:p>
        </p:txBody>
      </p:sp>
      <p:sp>
        <p:nvSpPr>
          <p:cNvPr id="9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95000" y="6553200"/>
            <a:ext cx="6985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F5EBD5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b="1" lang="ru-RU"/>
              <a:t>4</a:t>
            </a:fld>
            <a:endParaRPr lang="ru-RU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42" presetClass="entr" presetSubtype="0" fill="hold" grpId="0" nodeType="withEffect">
                                  <p:stCondLst>
                                    <p:cond delay="27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8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" dur="8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8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8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" dur="8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8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42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8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" dur="8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8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42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8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1" dur="8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8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8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6" dur="8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8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42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8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1" dur="8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8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42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8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6" dur="8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8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42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8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1" dur="8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8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8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6" dur="8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8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42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8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1" dur="8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8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8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42" presetClass="entr" presetSubtype="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8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9" dur="8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8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42" presetClass="entr" presetSubtype="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8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4" dur="8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8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53" presetClass="entr" presetSubtype="16" fill="hold" grpId="0" nodeType="withEffect">
                                  <p:stCondLst>
                                    <p:cond delay="51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8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w*1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8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h*1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53" presetClass="entr" presetSubtype="16" fill="hold" grpId="0" nodeType="withEffect">
                                  <p:stCondLst>
                                    <p:cond delay="53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8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w*1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8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h*1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5" dur="4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53" presetClass="entr" presetSubtype="16" fill="hold" grpId="0" nodeType="withEffect">
                                  <p:stCondLst>
                                    <p:cond delay="53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8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w*1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8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h*1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0" dur="4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grpId="0" nodeType="withEffect">
                                  <p:stCondLst>
                                    <p:cond delay="57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8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0" presetClass="path" presetSubtype="0" fill="hold" grpId="1" nodeType="withEffect">
                                  <p:stCondLst>
                                    <p:cond delay="570"/>
                                  </p:stCondLst>
                                  <p:childTnLst>
                                    <p:animMotion origin="layout" path="M 0.0417 0 L 0 0 E" pathEditMode="relative">
                                      <p:cBhvr>
                                        <p:cTn id="85" dur="800" fill="hold" decel="500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1" presetID="53" presetClass="entr" presetSubtype="16" fill="hold" grpId="0" nodeType="withEffect">
                                  <p:stCondLst>
                                    <p:cond delay="62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8" dur="8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w*1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9" dur="8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h*1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0" dur="4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53" presetClass="entr" presetSubtype="16" fill="hold" grpId="0" nodeType="withEffect">
                                  <p:stCondLst>
                                    <p:cond delay="62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3" dur="8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w*1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4" dur="8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h*1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5" dur="4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8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9" dur="8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0" dur="8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6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8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4" dur="8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5" dur="8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9" presetID="10" presetClass="entr" presetSubtype="0" fill="hold" grpId="0" nodeType="withEffect">
                                  <p:stCondLst>
                                    <p:cond delay="85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8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10" presetClass="entr" presetSubtype="0" fill="hold" grpId="0" nodeType="withEffect">
                                  <p:stCondLst>
                                    <p:cond delay="85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8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208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26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15" dur="150" fill="hold" autoRev="1"/>
                                        <p:tgtEl>
                                          <p:spTgt spid="68"/>
                                        </p:tgtEl>
                                      </p:cBhvr>
                                      <p:by x="96000" y="96000"/>
                                    </p:animScale>
                                  </p:childTnLst>
                                  <p:subTnLst>
                                    <p:audio>
                                      <p:cMediaNode vol="80000">
                                        <p:cTn id="116" display="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ndTgt r:embed="rId900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20" presetID="26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18" dur="150" fill="hold" autoRev="1"/>
                                        <p:tgtEl>
                                          <p:spTgt spid="69"/>
                                        </p:tgtEl>
                                      </p:cBhvr>
                                      <p:by x="90000" y="90000"/>
                                    </p:animScale>
                                  </p:childTnLst>
                                  <p:subTnLst>
                                    <p:audio>
                                      <p:cMediaNode vol="80000">
                                        <p:cTn id="119" display="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ndTgt r:embed="rId901" name="sw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2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2" dur="2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3" dur="2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4" dur="2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" presetID="0" presetClass="pat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208 0.0278 E" pathEditMode="relative">
                                      <p:cBhvr>
                                        <p:cTn id="126" dur="950" fill="hold" accel="50000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0" presetID="10" presetClass="exit" presetSubtype="0" fill="hold" grpId="1" nodeType="withEffect">
                                  <p:stCondLst>
                                    <p:cond delay="12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8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5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" presetID="10" presetClass="entr" presetSubtype="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6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5" presetID="1" presetClass="entr" presetSubtype="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8" presetID="10" presetClass="exit" presetSubtype="0" fill="hold" grpId="1" nodeType="withEffect">
                                  <p:stCondLst>
                                    <p:cond delay="12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6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3" presetID="53" presetClass="entr" presetSubtype="16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0" dur="24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1" dur="24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2" dur="24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8" presetID="53" presetClass="entr" presetSubtype="16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5" dur="4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w*1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6" dur="4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h*1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7" dur="225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0" presetID="0" presetClass="path" presetSubtype="0" fill="hold" grpId="1" nodeType="withEffect">
                                  <p:stCondLst>
                                    <p:cond delay="120"/>
                                  </p:stCondLst>
                                  <p:childTnLst>
                                    <p:animMotion origin="layout" path="M 0 0.037 L 0 -0.0648 E" pathEditMode="relative">
                                      <p:cBhvr>
                                        <p:cTn id="149" dur="1300" fill="hold" decel="600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2" presetID="1" presetClass="entr" presetSubtype="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5" presetID="10" presetClass="exit" presetSubtype="0" fill="hold" grpId="1" nodeType="withEffect">
                                  <p:stCondLst>
                                    <p:cond delay="12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3" dur="3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8" presetID="10" presetClass="entr" presetSubtype="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35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1" presetID="10" presetClass="entr" presetSubtype="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0" dur="35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6" presetID="53" presetClass="entr" presetSubtype="16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3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4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5" dur="25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8" presetID="0" presetClass="path" presetSubtype="0" fill="hold" grpId="1" nodeType="withEffect">
                                  <p:stCondLst>
                                    <p:cond delay="120"/>
                                  </p:stCondLst>
                                  <p:childTnLst>
                                    <p:animMotion origin="layout" path="M -0.0156 0 L 0 0 E" pathEditMode="relative">
                                      <p:cBhvr>
                                        <p:cTn id="167" dur="500" fill="hold" decel="50000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0" presetID="1" presetClass="exit" presetSubtype="0" fill="hold" grpId="1" nodeType="withEffect">
                                  <p:stCondLst>
                                    <p:cond delay="218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2" presetID="1" presetClass="entr" presetSubtype="0" fill="hold" grpId="0" nodeType="withEffect">
                                  <p:stCondLst>
                                    <p:cond delay="218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5" presetID="10" presetClass="exit" presetSubtype="0" fill="hold" grpId="1" nodeType="withEffect">
                                  <p:stCondLst>
                                    <p:cond delay="26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3" dur="2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8" presetID="10" presetClass="entr" presetSubtype="0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7" dur="2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1" presetID="26" presetClass="emph" presetSubtype="0" fill="hold" grpId="1" nodeType="withEffect">
                                  <p:stCondLst>
                                    <p:cond delay="260"/>
                                  </p:stCondLst>
                                  <p:childTnLst>
                                    <p:animScale>
                                      <p:cBhvr>
                                        <p:cTn id="179" dur="175" fill="hold" autoRev="1" repeatCount="2000"/>
                                        <p:tgtEl>
                                          <p:spTgt spid="7"/>
                                        </p:tgtEl>
                                      </p:cBhvr>
                                      <p:by x="103000" y="103000"/>
                                    </p:animScale>
                                  </p:childTnLst>
                                  <p:subTnLst>
                                    <p:audio>
                                      <p:cMediaNode vol="80000">
                                        <p:cTn id="180" display="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ndTgt r:embed="rId902" name="gulp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83" presetID="1" presetClass="exit" presetSubtype="0" fill="hold" grpId="1" nodeType="withEffect">
                                  <p:stCondLst>
                                    <p:cond delay="347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5" presetID="1" presetClass="entr" presetSubtype="0" fill="hold" grpId="0" nodeType="withEffect">
                                  <p:stCondLst>
                                    <p:cond delay="347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8" presetID="10" presetClass="exit" presetSubtype="0" fill="hold" grpId="2" nodeType="withEffect">
                                  <p:stCondLst>
                                    <p:cond delay="4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6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34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0" presetID="1" presetClass="exit" presetSubtype="0" fill="hold" grpId="1" nodeType="withEffect">
                                  <p:stCondLst>
                                    <p:cond delay="51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2" presetID="1" presetClass="entr" presetSubtype="0" fill="hold" grpId="0" nodeType="withEffect">
                                  <p:stCondLst>
                                    <p:cond delay="51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5" presetID="26" presetClass="emph" presetSubtype="0" fill="hold" grpId="2" nodeType="withEffect">
                                  <p:stCondLst>
                                    <p:cond delay="560"/>
                                  </p:stCondLst>
                                  <p:childTnLst>
                                    <p:animScale>
                                      <p:cBhvr>
                                        <p:cTn id="193" dur="50" fill="hold" autoRev="1"/>
                                        <p:tgtEl>
                                          <p:spTgt spid="7"/>
                                        </p:tgtEl>
                                      </p:cBhvr>
                                      <p:by x="101000" y="101000"/>
                                    </p:animScale>
                                  </p:childTnLst>
                                  <p:subTnLst>
                                    <p:audio>
                                      <p:cMediaNode vol="80000">
                                        <p:cTn id="194" display="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ndTgt r:embed="rId902" name="gulp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97" presetID="1" presetClass="exit" presetSubtype="0" fill="hold" grpId="1" nodeType="withEffect">
                                  <p:stCondLst>
                                    <p:cond delay="77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9" presetID="1" presetClass="entr" presetSubtype="0" fill="hold" grpId="0" nodeType="withEffect">
                                  <p:stCondLst>
                                    <p:cond delay="77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1" presetID="26" presetClass="emph" presetSubtype="0" fill="hold" grpId="1" nodeType="withEffect">
                                  <p:stCondLst>
                                    <p:cond delay="770"/>
                                  </p:stCondLst>
                                  <p:childTnLst>
                                    <p:animScale>
                                      <p:cBhvr>
                                        <p:cTn id="200" dur="225" fill="hold" autoRev="1"/>
                                        <p:tgtEl>
                                          <p:spTgt spid="45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  <p:par>
                                <p:cTn id="204" presetID="10" presetClass="exit" presetSubtype="0" fill="hold" grpId="2" nodeType="withEffect">
                                  <p:stCondLst>
                                    <p:cond delay="1095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2" dur="325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324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7" presetID="10" presetClass="exit" presetSubtype="0" fill="hold" grpId="1" nodeType="withEffect">
                                  <p:stCondLst>
                                    <p:cond delay="132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5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9" fill="hold">
                      <p:stCondLst>
                        <p:cond delay="indefinite"/>
                      </p:stCondLst>
                      <p:childTnLst>
                        <p:par>
                          <p:cTn id="333" fill="hold">
                            <p:stCondLst>
                              <p:cond delay="0"/>
                            </p:stCondLst>
                            <p:childTnLst>
                              <p:par>
                                <p:cTn id="212" presetID="26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210" dur="150" fill="hold" autoRev="1"/>
                                        <p:tgtEl>
                                          <p:spTgt spid="70"/>
                                        </p:tgtEl>
                                      </p:cBhvr>
                                      <p:by x="96000" y="96000"/>
                                    </p:animScale>
                                  </p:childTnLst>
                                  <p:subTnLst>
                                    <p:audio>
                                      <p:cMediaNode vol="80000">
                                        <p:cTn id="211" display="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ndTgt r:embed="rId900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214" presetID="26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213" dur="150" fill="hold" autoRev="1"/>
                                        <p:tgtEl>
                                          <p:spTgt spid="71"/>
                                        </p:tgtEl>
                                      </p:cBhvr>
                                      <p:by x="90000" y="90000"/>
                                    </p:animScale>
                                  </p:childTnLst>
                                </p:cTn>
                              </p:par>
                              <p:par>
                                <p:cTn id="216" presetID="0" presetClass="pat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53 -0.0722 L -0.0953 -0.0593 L 0 0 E" pathEditMode="relative">
                                      <p:cBhvr>
                                        <p:cTn id="215" dur="950" fill="hold" accel="20000" decel="200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9" presetID="8" presetClass="emph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Rot by="-5400000">
                                      <p:cBhvr>
                                        <p:cTn id="217" dur="33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 vol="80000">
                                        <p:cTn id="218" display="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ndTgt r:embed="rId903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221" presetID="0" presetClass="pat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53 -0.0722 L -0.0953 -0.0593 L 0 0 E" pathEditMode="relative">
                                      <p:cBhvr>
                                        <p:cTn id="220" dur="950" fill="hold" accel="20000" decel="200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23" presetID="8" presetClass="emph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Rot by="-5400000">
                                      <p:cBhvr>
                                        <p:cTn id="222" dur="33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25" presetID="32" presetClass="emph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Rot by="300000">
                                      <p:cBhvr>
                                        <p:cTn id="224" dur="225" fill="hold" autoRev="1" repeatCount="20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7" dur="2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3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0" dur="4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1" dur="4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2" dur="225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5" presetID="8" presetClass="emph" presetSubtype="0" fill="hold" grpId="3" nodeType="withEffect">
                                  <p:stCondLst>
                                    <p:cond delay="330"/>
                                  </p:stCondLst>
                                  <p:childTnLst>
                                    <p:animRot by="-1800000">
                                      <p:cBhvr>
                                        <p:cTn id="234" dur="145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37" presetID="8" presetClass="emph" presetSubtype="0" fill="hold" grpId="3" nodeType="withEffect">
                                  <p:stCondLst>
                                    <p:cond delay="330"/>
                                  </p:stCondLst>
                                  <p:childTnLst>
                                    <p:animRot by="-1800000">
                                      <p:cBhvr>
                                        <p:cTn id="236" dur="145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39" presetID="1" presetClass="exit" presetSubtype="0" fill="hold" grpId="4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2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1" presetID="8" presetClass="emph" presetSubtype="0" fill="hold" grpId="4" nodeType="withEffect">
                                  <p:stCondLst>
                                    <p:cond delay="475"/>
                                  </p:stCondLst>
                                  <p:childTnLst>
                                    <p:animRot by="7200000">
                                      <p:cBhvr>
                                        <p:cTn id="240" dur="475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43" presetID="8" presetClass="emph" presetSubtype="0" fill="hold" grpId="5" nodeType="withEffect">
                                  <p:stCondLst>
                                    <p:cond delay="475"/>
                                  </p:stCondLst>
                                  <p:childTnLst>
                                    <p:animRot by="7200000">
                                      <p:cBhvr>
                                        <p:cTn id="242" dur="475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46" presetID="10" presetClass="exit" presetSubtype="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4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5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9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8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2" presetID="26" presetClass="emph" presetSubtype="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Scale>
                                      <p:cBhvr>
                                        <p:cTn id="250" dur="300" fill="hold" autoRev="1"/>
                                        <p:tgtEl>
                                          <p:spTgt spid="17"/>
                                        </p:tgtEl>
                                      </p:cBhvr>
                                      <p:by x="108000" y="108000"/>
                                    </p:animScale>
                                  </p:childTnLst>
                                  <p:subTnLst>
                                    <p:audio>
                                      <p:cMediaNode vol="80000">
                                        <p:cTn id="251" display="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ndTgt r:embed="rId904" name="plop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257" presetID="5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4" dur="25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5" dur="25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6" dur="2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9" presetID="0" presetClass="path" presetSubtype="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0 0 L 0 0.037 E" pathEditMode="relative">
                                      <p:cBhvr>
                                        <p:cTn id="258" dur="900" fill="hold" accel="50000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62" presetID="10" presetClass="exit" presetSubtype="0" fill="hold" grpId="3" nodeType="withEffect">
                                  <p:stCondLst>
                                    <p:cond delay="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0" dur="2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1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4" dur="2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7" presetID="0" presetClass="emph" presetSubtype="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0 0 L 0.003 0 E" pathEditMode="relative">
                                      <p:cBhvr>
                                        <p:cTn id="266" dur="75" fill="hold" autoRev="1" repeatCount="30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70" presetID="2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69" dur="7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5" presetID="5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2" dur="24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3" dur="24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4" dur="24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0" presetID="5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7" dur="4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w*1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8" dur="4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h*1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9" dur="225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2" presetID="0" presetClass="path" presetSubtype="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0 0.037 L 0 -0.0648 E" pathEditMode="relative">
                                      <p:cBhvr>
                                        <p:cTn id="281" dur="1300" fill="hold" decel="600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84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7" presetID="10" presetClass="exit" presetSubtype="0" fill="hold" grpId="2" nodeType="withEffect">
                                  <p:stCondLst>
                                    <p:cond delay="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5" dur="3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0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9" dur="35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3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2" dur="35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8" presetID="5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5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6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7" dur="25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0" presetID="0" presetClass="path" presetSubtype="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-0.0156 0 L 0 0 E" pathEditMode="relative">
                                      <p:cBhvr>
                                        <p:cTn id="299" dur="500" fill="hold" decel="50000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02" presetID="1" presetClass="exit" presetSubtype="0" fill="hold" grpId="2" nodeType="withEffect">
                                  <p:stCondLst>
                                    <p:cond delay="598"/>
                                  </p:stCondLst>
                                  <p:childTnLst>
                                    <p:set>
                                      <p:cBhvr>
                                        <p:cTn id="3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4" presetID="1" presetClass="entr" presetSubtype="0" fill="hold" grpId="0" nodeType="withEffect">
                                  <p:stCondLst>
                                    <p:cond delay="598"/>
                                  </p:stCondLst>
                                  <p:childTnLst>
                                    <p:set>
                                      <p:cBhvr>
                                        <p:cTn id="3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6" presetID="1" presetClass="exit" presetSubtype="0" fill="hold" grpId="1" nodeType="withEffect">
                                  <p:stCondLst>
                                    <p:cond delay="727"/>
                                  </p:stCondLst>
                                  <p:childTnLst>
                                    <p:set>
                                      <p:cBhvr>
                                        <p:cTn id="3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8" presetID="1" presetClass="entr" presetSubtype="0" fill="hold" grpId="0" nodeType="withEffect">
                                  <p:stCondLst>
                                    <p:cond delay="727"/>
                                  </p:stCondLst>
                                  <p:childTnLst>
                                    <p:set>
                                      <p:cBhvr>
                                        <p:cTn id="3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1" presetID="10" presetClass="entr" presetSubtype="0" fill="hold" grpId="6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3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0" dur="17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4" presetID="10" presetClass="exit" presetSubtype="0" fill="hold" grpId="2" nodeType="withEffect">
                                  <p:stCondLst>
                                    <p:cond delay="8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2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3" dur="1" fill="hold">
                                          <p:stCondLst>
                                            <p:cond delay="34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6" presetID="1" presetClass="exit" presetSubtype="0" fill="hold" grpId="1" nodeType="withEffect">
                                  <p:stCondLst>
                                    <p:cond delay="890"/>
                                  </p:stCondLst>
                                  <p:childTnLst>
                                    <p:set>
                                      <p:cBhvr>
                                        <p:cTn id="3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8" presetID="1" presetClass="entr" presetSubtype="0" fill="hold" grpId="0" nodeType="withEffect">
                                  <p:stCondLst>
                                    <p:cond delay="890"/>
                                  </p:stCondLst>
                                  <p:childTnLst>
                                    <p:set>
                                      <p:cBhvr>
                                        <p:cTn id="3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0" presetID="1" presetClass="exit" presetSubtype="0" fill="hold" grpId="1" nodeType="withEffect">
                                  <p:stCondLst>
                                    <p:cond delay="1150"/>
                                  </p:stCondLst>
                                  <p:childTnLst>
                                    <p:set>
                                      <p:cBhvr>
                                        <p:cTn id="3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2" presetID="1" presetClass="entr" presetSubtype="0" fill="hold" grpId="0" nodeType="withEffect">
                                  <p:stCondLst>
                                    <p:cond delay="1150"/>
                                  </p:stCondLst>
                                  <p:childTnLst>
                                    <p:set>
                                      <p:cBhvr>
                                        <p:cTn id="3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4" presetID="26" presetClass="emph" presetSubtype="0" fill="hold" grpId="1" nodeType="withEffect">
                                  <p:stCondLst>
                                    <p:cond delay="1150"/>
                                  </p:stCondLst>
                                  <p:childTnLst>
                                    <p:animScale>
                                      <p:cBhvr>
                                        <p:cTn id="323" dur="225" fill="hold" autoRev="1"/>
                                        <p:tgtEl>
                                          <p:spTgt spid="49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  <p:par>
                                <p:cTn id="326" presetID="1" presetClass="exit" presetSubtype="0" fill="hold" grpId="1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9" presetID="10" presetClass="exit" presetSubtype="0" fill="hold" grpId="2" nodeType="withEffect">
                                  <p:stCondLst>
                                    <p:cond delay="1475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7" dur="325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8" dur="1" fill="hold">
                                          <p:stCondLst>
                                            <p:cond delay="324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2" presetID="10" presetClass="exit" presetSubtype="0" fill="hold" grpId="1" nodeType="withEffect">
                                  <p:stCondLst>
                                    <p:cond delay="17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0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1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4" fill="hold">
                      <p:stCondLst>
                        <p:cond delay="indefinite"/>
                      </p:stCondLst>
                      <p:childTnLst>
                        <p:par>
                          <p:cTn id="434" fill="hold">
                            <p:stCondLst>
                              <p:cond delay="0"/>
                            </p:stCondLst>
                            <p:childTnLst>
                              <p:par>
                                <p:cTn id="337" presetID="26" presetClass="emph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335" dur="150" fill="hold" autoRev="1"/>
                                        <p:tgtEl>
                                          <p:spTgt spid="68"/>
                                        </p:tgtEl>
                                      </p:cBhvr>
                                      <p:by x="96000" y="96000"/>
                                    </p:animScale>
                                  </p:childTnLst>
                                  <p:subTnLst>
                                    <p:audio>
                                      <p:cMediaNode vol="80000">
                                        <p:cTn id="336" display="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ndTgt r:embed="rId900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340" presetID="26" presetClass="emph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338" dur="150" fill="hold" autoRev="1"/>
                                        <p:tgtEl>
                                          <p:spTgt spid="69"/>
                                        </p:tgtEl>
                                      </p:cBhvr>
                                      <p:by x="90000" y="90000"/>
                                    </p:animScale>
                                  </p:childTnLst>
                                  <p:subTnLst>
                                    <p:audio>
                                      <p:cMediaNode vol="80000">
                                        <p:cTn id="339" display="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ndTgt r:embed="rId901" name="sw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34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2" dur="25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3" dur="25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4" dur="2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7" presetID="0" presetClass="pat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208 0.0278 E" pathEditMode="relative">
                                      <p:cBhvr>
                                        <p:cTn id="346" dur="950" fill="hold" accel="500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50" presetID="10" presetClass="exit" presetSubtype="0" fill="hold" grpId="2" nodeType="withEffect">
                                  <p:stCondLst>
                                    <p:cond delay="12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48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9" dur="1" fill="hold">
                                          <p:stCondLst>
                                            <p:cond delay="5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3" presetID="10" presetClass="entr" presetSubtype="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3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2" dur="6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5" presetID="1" presetClass="entr" presetSubtype="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3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8" presetID="10" presetClass="exit" presetSubtype="0" fill="hold" grpId="1" nodeType="withEffect">
                                  <p:stCondLst>
                                    <p:cond delay="12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6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3" presetID="53" presetClass="entr" presetSubtype="16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3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0" dur="24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1" dur="24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2" dur="24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8" presetID="53" presetClass="entr" presetSubtype="16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3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5" dur="4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w*1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6" dur="4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h*1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7" dur="225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0" presetID="0" presetClass="path" presetSubtype="0" fill="hold" grpId="1" nodeType="withEffect">
                                  <p:stCondLst>
                                    <p:cond delay="120"/>
                                  </p:stCondLst>
                                  <p:childTnLst>
                                    <p:animMotion origin="layout" path="M 0 0.037 L 0 -0.0648 E" pathEditMode="relative">
                                      <p:cBhvr>
                                        <p:cTn id="369" dur="1300" fill="hold" decel="600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72" presetID="1" presetClass="entr" presetSubtype="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3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5" presetID="10" presetClass="exit" presetSubtype="0" fill="hold" grpId="2" nodeType="withEffect">
                                  <p:stCondLst>
                                    <p:cond delay="12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73" dur="3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8" presetID="10" presetClass="entr" presetSubtype="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3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7" dur="35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1" presetID="10" presetClass="entr" presetSubtype="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3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0" dur="35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6" presetID="53" presetClass="entr" presetSubtype="16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3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3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4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5" dur="25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8" presetID="0" presetClass="path" presetSubtype="0" fill="hold" grpId="1" nodeType="withEffect">
                                  <p:stCondLst>
                                    <p:cond delay="120"/>
                                  </p:stCondLst>
                                  <p:childTnLst>
                                    <p:animMotion origin="layout" path="M -0.0156 0 L 0 0 E" pathEditMode="relative">
                                      <p:cBhvr>
                                        <p:cTn id="387" dur="500" fill="hold" decel="50000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90" presetID="1" presetClass="exit" presetSubtype="0" fill="hold" grpId="2" nodeType="withEffect">
                                  <p:stCondLst>
                                    <p:cond delay="218"/>
                                  </p:stCondLst>
                                  <p:childTnLst>
                                    <p:set>
                                      <p:cBhvr>
                                        <p:cTn id="3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2" presetID="1" presetClass="entr" presetSubtype="0" fill="hold" grpId="0" nodeType="withEffect">
                                  <p:stCondLst>
                                    <p:cond delay="218"/>
                                  </p:stCondLst>
                                  <p:childTnLst>
                                    <p:set>
                                      <p:cBhvr>
                                        <p:cTn id="3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5" presetID="10" presetClass="exit" presetSubtype="0" fill="hold" grpId="2" nodeType="withEffect">
                                  <p:stCondLst>
                                    <p:cond delay="26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93" dur="2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4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8" presetID="10" presetClass="entr" presetSubtype="0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3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7" dur="2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1" presetID="26" presetClass="emph" presetSubtype="0" fill="hold" grpId="1" nodeType="withEffect">
                                  <p:stCondLst>
                                    <p:cond delay="260"/>
                                  </p:stCondLst>
                                  <p:childTnLst>
                                    <p:animScale>
                                      <p:cBhvr>
                                        <p:cTn id="399" dur="175" fill="hold" autoRev="1" repeatCount="2000"/>
                                        <p:tgtEl>
                                          <p:spTgt spid="9"/>
                                        </p:tgtEl>
                                      </p:cBhvr>
                                      <p:by x="103000" y="103000"/>
                                    </p:animScale>
                                  </p:childTnLst>
                                  <p:subTnLst>
                                    <p:audio>
                                      <p:cMediaNode vol="80000">
                                        <p:cTn id="400" display="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ndTgt r:embed="rId902" name="gulp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404" presetID="10" presetClass="exit" presetSubtype="0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02" dur="2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3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7" presetID="10" presetClass="exit" presetSubtype="0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05" dur="2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6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9" presetID="1" presetClass="exit" presetSubtype="0" fill="hold" grpId="1" nodeType="withEffect">
                                  <p:stCondLst>
                                    <p:cond delay="347"/>
                                  </p:stCondLst>
                                  <p:childTnLst>
                                    <p:set>
                                      <p:cBhvr>
                                        <p:cTn id="4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1" presetID="1" presetClass="entr" presetSubtype="0" fill="hold" grpId="0" nodeType="withEffect">
                                  <p:stCondLst>
                                    <p:cond delay="347"/>
                                  </p:stCondLst>
                                  <p:childTnLst>
                                    <p:set>
                                      <p:cBhvr>
                                        <p:cTn id="4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4" presetID="10" presetClass="exit" presetSubtype="0" fill="hold" grpId="2" nodeType="withEffect">
                                  <p:stCondLst>
                                    <p:cond delay="4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2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3" dur="1" fill="hold">
                                          <p:stCondLst>
                                            <p:cond delay="34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6" presetID="1" presetClass="exit" presetSubtype="0" fill="hold" grpId="1" nodeType="withEffect">
                                  <p:stCondLst>
                                    <p:cond delay="510"/>
                                  </p:stCondLst>
                                  <p:childTnLst>
                                    <p:set>
                                      <p:cBhvr>
                                        <p:cTn id="4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8" presetID="1" presetClass="entr" presetSubtype="0" fill="hold" grpId="0" nodeType="withEffect">
                                  <p:stCondLst>
                                    <p:cond delay="510"/>
                                  </p:stCondLst>
                                  <p:childTnLst>
                                    <p:set>
                                      <p:cBhvr>
                                        <p:cTn id="4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1" presetID="26" presetClass="emph" presetSubtype="0" fill="hold" grpId="2" nodeType="withEffect">
                                  <p:stCondLst>
                                    <p:cond delay="560"/>
                                  </p:stCondLst>
                                  <p:childTnLst>
                                    <p:animScale>
                                      <p:cBhvr>
                                        <p:cTn id="419" dur="50" fill="hold" autoRev="1"/>
                                        <p:tgtEl>
                                          <p:spTgt spid="9"/>
                                        </p:tgtEl>
                                      </p:cBhvr>
                                      <p:by x="101000" y="101000"/>
                                    </p:animScale>
                                  </p:childTnLst>
                                  <p:subTnLst>
                                    <p:audio>
                                      <p:cMediaNode vol="80000">
                                        <p:cTn id="420" display="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ndTgt r:embed="rId902" name="gulp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423" presetID="1" presetClass="exit" presetSubtype="0" fill="hold" grpId="1" nodeType="withEffect">
                                  <p:stCondLst>
                                    <p:cond delay="770"/>
                                  </p:stCondLst>
                                  <p:childTnLst>
                                    <p:set>
                                      <p:cBhvr>
                                        <p:cTn id="4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5" presetID="1" presetClass="entr" presetSubtype="0" fill="hold" grpId="0" nodeType="withEffect">
                                  <p:stCondLst>
                                    <p:cond delay="770"/>
                                  </p:stCondLst>
                                  <p:childTnLst>
                                    <p:set>
                                      <p:cBhvr>
                                        <p:cTn id="4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7" presetID="26" presetClass="emph" presetSubtype="0" fill="hold" grpId="1" nodeType="withEffect">
                                  <p:stCondLst>
                                    <p:cond delay="770"/>
                                  </p:stCondLst>
                                  <p:childTnLst>
                                    <p:animScale>
                                      <p:cBhvr>
                                        <p:cTn id="426" dur="225" fill="hold" autoRev="1"/>
                                        <p:tgtEl>
                                          <p:spTgt spid="53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  <p:par>
                                <p:cTn id="430" presetID="10" presetClass="exit" presetSubtype="0" fill="hold" grpId="2" nodeType="withEffect">
                                  <p:stCondLst>
                                    <p:cond delay="1095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28" dur="325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9" dur="1" fill="hold">
                                          <p:stCondLst>
                                            <p:cond delay="324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3" presetID="10" presetClass="exit" presetSubtype="0" fill="hold" grpId="1" nodeType="withEffect">
                                  <p:stCondLst>
                                    <p:cond delay="132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1" dur="4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2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5" fill="hold">
                      <p:stCondLst>
                        <p:cond delay="indefinite"/>
                      </p:stCondLst>
                      <p:childTnLst>
                        <p:par>
                          <p:cTn id="559" fill="hold">
                            <p:stCondLst>
                              <p:cond delay="0"/>
                            </p:stCondLst>
                            <p:childTnLst>
                              <p:par>
                                <p:cTn id="438" presetID="26" presetClass="emph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436" dur="150" fill="hold" autoRev="1"/>
                                        <p:tgtEl>
                                          <p:spTgt spid="70"/>
                                        </p:tgtEl>
                                      </p:cBhvr>
                                      <p:by x="96000" y="96000"/>
                                    </p:animScale>
                                  </p:childTnLst>
                                  <p:subTnLst>
                                    <p:audio>
                                      <p:cMediaNode vol="80000">
                                        <p:cTn id="437" display="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ndTgt r:embed="rId900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440" presetID="26" presetClass="emph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439" dur="150" fill="hold" autoRev="1"/>
                                        <p:tgtEl>
                                          <p:spTgt spid="71"/>
                                        </p:tgtEl>
                                      </p:cBhvr>
                                      <p:by x="90000" y="90000"/>
                                    </p:animScale>
                                  </p:childTnLst>
                                </p:cTn>
                              </p:par>
                              <p:par>
                                <p:cTn id="442" presetID="0" presetClass="path" presetSubtype="0" fill="hold" grpId="5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53 -0.0722 L -0.0953 -0.0593 L 0 0 E" pathEditMode="relative">
                                      <p:cBhvr>
                                        <p:cTn id="441" dur="950" fill="hold" accel="20000" decel="200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45" presetID="8" presetClass="emph" presetSubtype="0" fill="hold" grpId="6" nodeType="withEffect">
                                  <p:stCondLst>
                                    <p:cond delay="0"/>
                                  </p:stCondLst>
                                  <p:childTnLst>
                                    <p:animRot by="-5400000">
                                      <p:cBhvr>
                                        <p:cTn id="443" dur="33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 vol="80000">
                                        <p:cTn id="444" display="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ndTgt r:embed="rId903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447" presetID="0" presetClass="path" presetSubtype="0" fill="hold" grpId="7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53 -0.0722 L -0.0953 -0.0593 L 0 0 E" pathEditMode="relative">
                                      <p:cBhvr>
                                        <p:cTn id="446" dur="950" fill="hold" accel="20000" decel="200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49" presetID="8" presetClass="emph" presetSubtype="0" fill="hold" grpId="8" nodeType="withEffect">
                                  <p:stCondLst>
                                    <p:cond delay="0"/>
                                  </p:stCondLst>
                                  <p:childTnLst>
                                    <p:animRot by="-5400000">
                                      <p:cBhvr>
                                        <p:cTn id="448" dur="33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451" presetID="32" presetClass="emph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Rot by="300000">
                                      <p:cBhvr>
                                        <p:cTn id="450" dur="225" fill="hold" autoRev="1" repeatCount="20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4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3" dur="2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6" dur="4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7" dur="4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8" dur="225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1" presetID="8" presetClass="emph" presetSubtype="0" fill="hold" grpId="7" nodeType="withEffect">
                                  <p:stCondLst>
                                    <p:cond delay="330"/>
                                  </p:stCondLst>
                                  <p:childTnLst>
                                    <p:animRot by="-1800000">
                                      <p:cBhvr>
                                        <p:cTn id="460" dur="145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463" presetID="8" presetClass="emph" presetSubtype="0" fill="hold" grpId="9" nodeType="withEffect">
                                  <p:stCondLst>
                                    <p:cond delay="330"/>
                                  </p:stCondLst>
                                  <p:childTnLst>
                                    <p:animRot by="-1800000">
                                      <p:cBhvr>
                                        <p:cTn id="462" dur="145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465" presetID="1" presetClass="exit" presetSubtype="0" fill="hold" grpId="1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4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7" presetID="8" presetClass="emph" presetSubtype="0" fill="hold" grpId="8" nodeType="withEffect">
                                  <p:stCondLst>
                                    <p:cond delay="475"/>
                                  </p:stCondLst>
                                  <p:childTnLst>
                                    <p:animRot by="7200000">
                                      <p:cBhvr>
                                        <p:cTn id="466" dur="475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469" presetID="8" presetClass="emph" presetSubtype="0" fill="hold" grpId="11" nodeType="withEffect">
                                  <p:stCondLst>
                                    <p:cond delay="475"/>
                                  </p:stCondLst>
                                  <p:childTnLst>
                                    <p:animRot by="7200000">
                                      <p:cBhvr>
                                        <p:cTn id="468" dur="475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472" presetID="10" presetClass="exit" presetSubtype="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70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1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4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8" presetID="26" presetClass="emph" presetSubtype="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Scale>
                                      <p:cBhvr>
                                        <p:cTn id="476" dur="300" fill="hold" autoRev="1"/>
                                        <p:tgtEl>
                                          <p:spTgt spid="19"/>
                                        </p:tgtEl>
                                      </p:cBhvr>
                                      <p:by x="108000" y="108000"/>
                                    </p:animScale>
                                  </p:childTnLst>
                                  <p:subTnLst>
                                    <p:audio>
                                      <p:cMediaNode vol="80000">
                                        <p:cTn id="477" display="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ndTgt r:embed="rId904" name="plop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483" presetID="5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0" dur="2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1" dur="2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2" dur="2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5" presetID="0" presetClass="path" presetSubtype="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0 0 L 0 0.037 E" pathEditMode="relative">
                                      <p:cBhvr>
                                        <p:cTn id="484" dur="900" fill="hold" accel="500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88" presetID="10" presetClass="exit" presetSubtype="0" fill="hold" grpId="3" nodeType="withEffect">
                                  <p:stCondLst>
                                    <p:cond delay="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86" dur="2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7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1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0" dur="2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3" presetID="0" presetClass="emph" presetSubtype="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0 0 L 0.003 0 E" pathEditMode="relative">
                                      <p:cBhvr>
                                        <p:cTn id="492" dur="75" fill="hold" autoRev="1" repeatCount="30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96" presetID="2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95" dur="7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1" presetID="5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8" dur="24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9" dur="24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0" dur="24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6" presetID="5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3" dur="4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w*1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4" dur="4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h*1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5" dur="225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8" presetID="0" presetClass="path" presetSubtype="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0 0.037 L 0 -0.0648 E" pathEditMode="relative">
                                      <p:cBhvr>
                                        <p:cTn id="507" dur="1300" fill="hold" decel="600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10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3" presetID="10" presetClass="exit" presetSubtype="0" fill="hold" grpId="2" nodeType="withEffect">
                                  <p:stCondLst>
                                    <p:cond delay="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11" dur="3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1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6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5" dur="35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9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8" dur="35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4" presetID="5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1" dur="5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2" dur="5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3" dur="25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6" presetID="0" presetClass="path" presetSubtype="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-0.0156 0 L 0 0 E" pathEditMode="relative">
                                      <p:cBhvr>
                                        <p:cTn id="525" dur="500" fill="hold" decel="50000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28" presetID="1" presetClass="exit" presetSubtype="0" fill="hold" grpId="2" nodeType="withEffect">
                                  <p:stCondLst>
                                    <p:cond delay="598"/>
                                  </p:stCondLst>
                                  <p:childTnLst>
                                    <p:set>
                                      <p:cBhvr>
                                        <p:cTn id="5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0" presetID="1" presetClass="entr" presetSubtype="0" fill="hold" grpId="0" nodeType="withEffect">
                                  <p:stCondLst>
                                    <p:cond delay="598"/>
                                  </p:stCondLst>
                                  <p:childTnLst>
                                    <p:set>
                                      <p:cBhvr>
                                        <p:cTn id="5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2" presetID="1" presetClass="exit" presetSubtype="0" fill="hold" grpId="1" nodeType="withEffect">
                                  <p:stCondLst>
                                    <p:cond delay="727"/>
                                  </p:stCondLst>
                                  <p:childTnLst>
                                    <p:set>
                                      <p:cBhvr>
                                        <p:cTn id="5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4" presetID="1" presetClass="entr" presetSubtype="0" fill="hold" grpId="0" nodeType="withEffect">
                                  <p:stCondLst>
                                    <p:cond delay="727"/>
                                  </p:stCondLst>
                                  <p:childTnLst>
                                    <p:set>
                                      <p:cBhvr>
                                        <p:cTn id="5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7" presetID="10" presetClass="entr" presetSubtype="0" fill="hold" grpId="12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5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6" dur="17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0" presetID="10" presetClass="exit" presetSubtype="0" fill="hold" grpId="2" nodeType="withEffect">
                                  <p:stCondLst>
                                    <p:cond delay="8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38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9" dur="1" fill="hold">
                                          <p:stCondLst>
                                            <p:cond delay="34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2" presetID="1" presetClass="exit" presetSubtype="0" fill="hold" grpId="1" nodeType="withEffect">
                                  <p:stCondLst>
                                    <p:cond delay="890"/>
                                  </p:stCondLst>
                                  <p:childTnLst>
                                    <p:set>
                                      <p:cBhvr>
                                        <p:cTn id="5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4" presetID="1" presetClass="entr" presetSubtype="0" fill="hold" grpId="0" nodeType="withEffect">
                                  <p:stCondLst>
                                    <p:cond delay="890"/>
                                  </p:stCondLst>
                                  <p:childTnLst>
                                    <p:set>
                                      <p:cBhvr>
                                        <p:cTn id="5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6" presetID="1" presetClass="exit" presetSubtype="0" fill="hold" grpId="1" nodeType="withEffect">
                                  <p:stCondLst>
                                    <p:cond delay="1150"/>
                                  </p:stCondLst>
                                  <p:childTnLst>
                                    <p:set>
                                      <p:cBhvr>
                                        <p:cTn id="5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8" presetID="1" presetClass="entr" presetSubtype="0" fill="hold" grpId="0" nodeType="withEffect">
                                  <p:stCondLst>
                                    <p:cond delay="1150"/>
                                  </p:stCondLst>
                                  <p:childTnLst>
                                    <p:set>
                                      <p:cBhvr>
                                        <p:cTn id="5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0" presetID="26" presetClass="emph" presetSubtype="0" fill="hold" grpId="1" nodeType="withEffect">
                                  <p:stCondLst>
                                    <p:cond delay="1150"/>
                                  </p:stCondLst>
                                  <p:childTnLst>
                                    <p:animScale>
                                      <p:cBhvr>
                                        <p:cTn id="549" dur="225" fill="hold" autoRev="1"/>
                                        <p:tgtEl>
                                          <p:spTgt spid="57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  <p:par>
                                <p:cTn id="552" presetID="1" presetClass="exit" presetSubtype="0" fill="hold" grpId="1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5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5" presetID="10" presetClass="exit" presetSubtype="0" fill="hold" grpId="2" nodeType="withEffect">
                                  <p:stCondLst>
                                    <p:cond delay="1475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53" dur="325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4" dur="1" fill="hold">
                                          <p:stCondLst>
                                            <p:cond delay="324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8" presetID="10" presetClass="exit" presetSubtype="0" fill="hold" grpId="1" nodeType="withEffect">
                                  <p:stCondLst>
                                    <p:cond delay="17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56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7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0" fill="hold">
                      <p:stCondLst>
                        <p:cond delay="indefinite"/>
                      </p:stCondLst>
                      <p:childTnLst>
                        <p:par>
                          <p:cTn id="595" fill="hold">
                            <p:stCondLst>
                              <p:cond delay="0"/>
                            </p:stCondLst>
                            <p:childTnLst>
                              <p:par>
                                <p:cTn id="565" presetID="5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2" dur="6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2.2"/>
                                          </p:val>
                                        </p:tav>
                                        <p:tav tm="70000">
                                          <p:val>
                                            <p:strVal val="#ppt_w*0.94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3" dur="6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2.2"/>
                                          </p:val>
                                        </p:tav>
                                        <p:tav tm="70000">
                                          <p:val>
                                            <p:strVal val="#ppt_h*0.94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4" dur="27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1" presetID="53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7" dur="6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2.2"/>
                                          </p:val>
                                        </p:tav>
                                        <p:tav tm="70000">
                                          <p:val>
                                            <p:strVal val="#ppt_w*0.94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8" dur="6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2.2"/>
                                          </p:val>
                                        </p:tav>
                                        <p:tav tm="70000">
                                          <p:val>
                                            <p:strVal val="#ppt_h*0.94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9" dur="27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 vol="80000">
                                        <p:cTn id="570" display="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ndTgt r:embed="rId905" name="stamp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574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72" dur="2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3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7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75" dur="2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6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0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78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9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6" presetID="10" presetClass="entr" presetSubtype="0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5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5" dur="35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2" presetID="53" presetClass="entr" presetSubtype="16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5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8" dur="5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w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9" dur="5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h*1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0" dur="25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 vol="80000">
                                        <p:cTn id="591" display="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ndTgt r:embed="rId906" name="sparkl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594" presetID="0" presetClass="path" presetSubtype="0" fill="hold" grpId="1" nodeType="withEffect">
                                  <p:stCondLst>
                                    <p:cond delay="350"/>
                                  </p:stCondLst>
                                  <p:childTnLst>
                                    <p:animMotion origin="layout" path="M -0.0156 0 L 0 0 E" pathEditMode="relative">
                                      <p:cBhvr>
                                        <p:cTn id="593" dur="500" fill="hold" decel="50000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596" restart="whenNotActive" fill="hold" evtFilter="cancelBubble" nodeType="interactiveSeq">
                <p:stCondLst>
                  <p:cond evt="onClick" delay="0">
                    <p:tgtEl>
                      <p:spTgt spid="7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97" fill="hold">
                      <p:stCondLst>
                        <p:cond delay="0"/>
                      </p:stCondLst>
                      <p:childTnLst>
                        <p:par>
                          <p:cTn id="627" fill="hold">
                            <p:stCondLst>
                              <p:cond delay="0"/>
                            </p:stCondLst>
                            <p:childTnLst>
                              <p:par>
                                <p:cTn id="600" presetID="26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598" dur="150" fill="hold" autoRev="1"/>
                                        <p:tgtEl>
                                          <p:spTgt spid="72"/>
                                        </p:tgtEl>
                                      </p:cBhvr>
                                      <p:by x="108000" y="108000"/>
                                    </p:animScale>
                                  </p:childTnLst>
                                  <p:subTnLst>
                                    <p:audio>
                                      <p:cMediaNode vol="80000">
                                        <p:cTn id="599" display="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ndTgt r:embed="rId907" name="t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603" presetID="26" presetClass="emph" presetSubtype="0" fill="hold" grpId="2" nodeType="withEffect">
                                  <p:stCondLst>
                                    <p:cond delay="150"/>
                                  </p:stCondLst>
                                  <p:childTnLst>
                                    <p:animScale>
                                      <p:cBhvr>
                                        <p:cTn id="601" dur="150" fill="hold" autoRev="1"/>
                                        <p:tgtEl>
                                          <p:spTgt spid="74"/>
                                        </p:tgtEl>
                                      </p:cBhvr>
                                      <p:by x="112000" y="112000"/>
                                    </p:animScale>
                                  </p:childTnLst>
                                  <p:subTnLst>
                                    <p:audio>
                                      <p:cMediaNode vol="80000">
                                        <p:cTn id="602" display="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ndTgt r:embed="rId907" name="t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605" presetID="26" presetClass="emph" presetSubtype="0" fill="hold" grpId="1" nodeType="withEffect">
                                  <p:stCondLst>
                                    <p:cond delay="150"/>
                                  </p:stCondLst>
                                  <p:childTnLst>
                                    <p:animScale>
                                      <p:cBhvr>
                                        <p:cTn id="604" dur="150" fill="hold" autoRev="1"/>
                                        <p:tgtEl>
                                          <p:spTgt spid="73"/>
                                        </p:tgtEl>
                                      </p:cBhvr>
                                      <p:by x="112000" y="112000"/>
                                    </p:animScale>
                                  </p:childTnLst>
                                </p:cTn>
                              </p:par>
                              <p:par>
                                <p:cTn id="608" presetID="26" presetClass="emph" presetSubtype="0" fill="hold" grpId="3" nodeType="withEffect">
                                  <p:stCondLst>
                                    <p:cond delay="310"/>
                                  </p:stCondLst>
                                  <p:childTnLst>
                                    <p:animScale>
                                      <p:cBhvr>
                                        <p:cTn id="606" dur="150" fill="hold" autoRev="1"/>
                                        <p:tgtEl>
                                          <p:spTgt spid="76"/>
                                        </p:tgtEl>
                                      </p:cBhvr>
                                      <p:by x="112000" y="112000"/>
                                    </p:animScale>
                                  </p:childTnLst>
                                  <p:subTnLst>
                                    <p:audio>
                                      <p:cMediaNode vol="80000">
                                        <p:cTn id="607" display="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ndTgt r:embed="rId907" name="t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610" presetID="26" presetClass="emph" presetSubtype="0" fill="hold" grpId="1" nodeType="withEffect">
                                  <p:stCondLst>
                                    <p:cond delay="310"/>
                                  </p:stCondLst>
                                  <p:childTnLst>
                                    <p:animScale>
                                      <p:cBhvr>
                                        <p:cTn id="609" dur="150" fill="hold" autoRev="1"/>
                                        <p:tgtEl>
                                          <p:spTgt spid="75"/>
                                        </p:tgtEl>
                                      </p:cBhvr>
                                      <p:by x="112000" y="112000"/>
                                    </p:animScale>
                                  </p:childTnLst>
                                </p:cTn>
                              </p:par>
                              <p:par>
                                <p:cTn id="613" presetID="26" presetClass="emph" presetSubtype="0" fill="hold" grpId="3" nodeType="withEffect">
                                  <p:stCondLst>
                                    <p:cond delay="470"/>
                                  </p:stCondLst>
                                  <p:childTnLst>
                                    <p:animScale>
                                      <p:cBhvr>
                                        <p:cTn id="611" dur="150" fill="hold" autoRev="1"/>
                                        <p:tgtEl>
                                          <p:spTgt spid="78"/>
                                        </p:tgtEl>
                                      </p:cBhvr>
                                      <p:by x="112000" y="112000"/>
                                    </p:animScale>
                                  </p:childTnLst>
                                  <p:subTnLst>
                                    <p:audio>
                                      <p:cMediaNode vol="80000">
                                        <p:cTn id="612" display="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ndTgt r:embed="rId907" name="t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615" presetID="26" presetClass="emph" presetSubtype="0" fill="hold" grpId="1" nodeType="withEffect">
                                  <p:stCondLst>
                                    <p:cond delay="470"/>
                                  </p:stCondLst>
                                  <p:childTnLst>
                                    <p:animScale>
                                      <p:cBhvr>
                                        <p:cTn id="614" dur="150" fill="hold" autoRev="1"/>
                                        <p:tgtEl>
                                          <p:spTgt spid="77"/>
                                        </p:tgtEl>
                                      </p:cBhvr>
                                      <p:by x="112000" y="112000"/>
                                    </p:animScale>
                                  </p:childTnLst>
                                </p:cTn>
                              </p:par>
                              <p:par>
                                <p:cTn id="618" presetID="26" presetClass="emph" presetSubtype="0" fill="hold" grpId="3" nodeType="withEffect">
                                  <p:stCondLst>
                                    <p:cond delay="630"/>
                                  </p:stCondLst>
                                  <p:childTnLst>
                                    <p:animScale>
                                      <p:cBhvr>
                                        <p:cTn id="616" dur="150" fill="hold" autoRev="1"/>
                                        <p:tgtEl>
                                          <p:spTgt spid="80"/>
                                        </p:tgtEl>
                                      </p:cBhvr>
                                      <p:by x="112000" y="112000"/>
                                    </p:animScale>
                                  </p:childTnLst>
                                  <p:subTnLst>
                                    <p:audio>
                                      <p:cMediaNode vol="80000">
                                        <p:cTn id="617" display="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ndTgt r:embed="rId907" name="t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620" presetID="26" presetClass="emph" presetSubtype="0" fill="hold" grpId="1" nodeType="withEffect">
                                  <p:stCondLst>
                                    <p:cond delay="630"/>
                                  </p:stCondLst>
                                  <p:childTnLst>
                                    <p:animScale>
                                      <p:cBhvr>
                                        <p:cTn id="619" dur="150" fill="hold" autoRev="1"/>
                                        <p:tgtEl>
                                          <p:spTgt spid="79"/>
                                        </p:tgtEl>
                                      </p:cBhvr>
                                      <p:by x="112000" y="112000"/>
                                    </p:animScale>
                                  </p:childTnLst>
                                </p:cTn>
                              </p:par>
                              <p:par>
                                <p:cTn id="623" presetID="26" presetClass="emph" presetSubtype="0" fill="hold" grpId="2" nodeType="withEffect">
                                  <p:stCondLst>
                                    <p:cond delay="790"/>
                                  </p:stCondLst>
                                  <p:childTnLst>
                                    <p:animScale>
                                      <p:cBhvr>
                                        <p:cTn id="621" dur="150" fill="hold" autoRev="1"/>
                                        <p:tgtEl>
                                          <p:spTgt spid="81"/>
                                        </p:tgtEl>
                                      </p:cBhvr>
                                      <p:by x="112000" y="112000"/>
                                    </p:animScale>
                                  </p:childTnLst>
                                  <p:subTnLst>
                                    <p:audio>
                                      <p:cMediaNode vol="80000">
                                        <p:cTn id="622" display="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ndTgt r:embed="rId907" name="t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626" presetID="26" presetClass="emph" presetSubtype="0" fill="hold" grpId="2" nodeType="withEffect">
                                  <p:stCondLst>
                                    <p:cond delay="950"/>
                                  </p:stCondLst>
                                  <p:childTnLst>
                                    <p:animScale>
                                      <p:cBhvr>
                                        <p:cTn id="624" dur="150" fill="hold" autoRev="1"/>
                                        <p:tgtEl>
                                          <p:spTgt spid="91"/>
                                        </p:tgtEl>
                                      </p:cBhvr>
                                      <p:by x="112000" y="112000"/>
                                    </p:animScale>
                                  </p:childTnLst>
                                  <p:subTnLst>
                                    <p:audio>
                                      <p:cMediaNode vol="80000">
                                        <p:cTn id="625" display="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ndTgt r:embed="rId908" name="din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2"/>
                  </p:tgtEl>
                </p:cond>
              </p:nextCondLst>
            </p:seq>
          </p:childTnLst>
        </p:cTn>
      </p:par>
    </p:tnLst>
    <p:bldLst>
      <p:bldP spid="35" grpId="0" animBg="1"/>
      <p:bldP spid="36" grpId="0" animBg="1"/>
      <p:bldP spid="41" grpId="0" animBg="1"/>
      <p:bldP spid="58" grpId="0" animBg="1"/>
      <p:bldP spid="59" grpId="0" animBg="1"/>
      <p:bldP spid="64" grpId="0" animBg="1"/>
      <p:bldP spid="65" grpId="0" animBg="1"/>
      <p:bldP spid="66" grpId="0" animBg="1"/>
      <p:bldP spid="67" grpId="0" animBg="1"/>
      <p:bldP spid="68" grpId="0" animBg="1"/>
      <p:bldP spid="69" grpId="0" animBg="1"/>
      <p:bldP spid="70" grpId="0" animBg="1"/>
      <p:bldP spid="71" grpId="0" animBg="1"/>
      <p:bldP spid="72" grpId="0" animBg="1"/>
      <p:bldP spid="74" grpId="0" animBg="1"/>
      <p:bldP spid="68" grpId="1" animBg="1"/>
      <p:bldP spid="69" grpId="1" animBg="1"/>
      <p:bldP spid="60" grpId="0" animBg="1"/>
      <p:bldP spid="59" grpId="1" animBg="1"/>
      <p:bldP spid="37" grpId="0" animBg="1"/>
      <p:bldP spid="23" grpId="0" animBg="1"/>
      <p:bldP spid="23" grpId="1" animBg="1"/>
      <p:bldP spid="73" grpId="0" animBg="1"/>
      <p:bldP spid="74" grpId="1" animBg="1"/>
      <p:bldP spid="83" grpId="0" animBg="1"/>
      <p:bldP spid="76" grpId="0" animBg="1"/>
      <p:bldP spid="76" grpId="1" animBg="1"/>
      <p:bldP spid="41" grpId="1" animBg="1"/>
      <p:bldP spid="42" grpId="0" animBg="1"/>
      <p:bldP spid="42" grpId="1" animBg="1"/>
      <p:bldP spid="43" grpId="0" animBg="1"/>
      <p:bldP spid="43" grpId="1" animBg="1"/>
      <p:bldP spid="44" grpId="0" animBg="1"/>
      <p:bldP spid="44" grpId="1" animBg="1"/>
      <p:bldP spid="45" grpId="0" animBg="1"/>
      <p:bldP spid="45" grpId="1" animBg="1"/>
      <p:bldP spid="23" grpId="2" animBg="1"/>
      <p:bldP spid="37" grpId="1" animBg="1"/>
      <p:bldP spid="70" grpId="1" animBg="1"/>
      <p:bldP spid="71" grpId="1" animBg="1"/>
      <p:bldP spid="27" grpId="0" animBg="1"/>
      <p:bldP spid="28" grpId="0" animBg="1"/>
      <p:bldP spid="61" grpId="0" animBg="1"/>
      <p:bldP spid="38" grpId="0" animBg="1"/>
      <p:bldP spid="24" grpId="0" animBg="1"/>
      <p:bldP spid="24" grpId="1" animBg="1"/>
      <p:bldP spid="75" grpId="0" animBg="1"/>
      <p:bldP spid="76" grpId="2" animBg="1"/>
      <p:bldP spid="85" grpId="0" animBg="1"/>
      <p:bldP spid="78" grpId="0" animBg="1"/>
      <p:bldP spid="78" grpId="1" animBg="1"/>
      <p:bldP spid="45" grpId="2" animBg="1"/>
      <p:bldP spid="46" grpId="0" animBg="1"/>
      <p:bldP spid="46" grpId="1" animBg="1"/>
      <p:bldP spid="47" grpId="0" animBg="1"/>
      <p:bldP spid="47" grpId="1" animBg="1"/>
      <p:bldP spid="48" grpId="0" animBg="1"/>
      <p:bldP spid="48" grpId="1" animBg="1"/>
      <p:bldP spid="49" grpId="0" animBg="1"/>
      <p:bldP spid="49" grpId="1" animBg="1"/>
      <p:bldP spid="60" grpId="1" animBg="1"/>
      <p:bldP spid="24" grpId="2" animBg="1"/>
      <p:bldP spid="38" grpId="1" animBg="1"/>
      <p:bldP spid="68" grpId="2" animBg="1"/>
      <p:bldP spid="69" grpId="2" animBg="1"/>
      <p:bldP spid="62" grpId="0" animBg="1"/>
      <p:bldP spid="61" grpId="1" animBg="1"/>
      <p:bldP spid="39" grpId="0" animBg="1"/>
      <p:bldP spid="25" grpId="0" animBg="1"/>
      <p:bldP spid="25" grpId="1" animBg="1"/>
      <p:bldP spid="77" grpId="0" animBg="1"/>
      <p:bldP spid="78" grpId="2" animBg="1"/>
      <p:bldP spid="87" grpId="0" animBg="1"/>
      <p:bldP spid="80" grpId="0" animBg="1"/>
      <p:bldP spid="80" grpId="1" animBg="1"/>
      <p:bldP spid="49" grpId="2" animBg="1"/>
      <p:bldP spid="50" grpId="0" animBg="1"/>
      <p:bldP spid="27" grpId="1" animBg="1"/>
      <p:bldP spid="28" grpId="1" animBg="1"/>
      <p:bldP spid="50" grpId="1" animBg="1"/>
      <p:bldP spid="51" grpId="0" animBg="1"/>
      <p:bldP spid="51" grpId="1" animBg="1"/>
      <p:bldP spid="52" grpId="0" animBg="1"/>
      <p:bldP spid="52" grpId="1" animBg="1"/>
      <p:bldP spid="53" grpId="0" animBg="1"/>
      <p:bldP spid="53" grpId="1" animBg="1"/>
      <p:bldP spid="25" grpId="2" animBg="1"/>
      <p:bldP spid="39" grpId="1" animBg="1"/>
      <p:bldP spid="70" grpId="2" animBg="1"/>
      <p:bldP spid="71" grpId="2" animBg="1"/>
      <p:bldP spid="29" grpId="0" animBg="1"/>
      <p:bldP spid="30" grpId="0" animBg="1"/>
      <p:bldP spid="63" grpId="0" animBg="1"/>
      <p:bldP spid="40" grpId="0" animBg="1"/>
      <p:bldP spid="26" grpId="0" animBg="1"/>
      <p:bldP spid="26" grpId="1" animBg="1"/>
      <p:bldP spid="79" grpId="0" animBg="1"/>
      <p:bldP spid="80" grpId="2" animBg="1"/>
      <p:bldP spid="89" grpId="0" animBg="1"/>
      <p:bldP spid="81" grpId="0" animBg="1"/>
      <p:bldP spid="81" grpId="1" animBg="1"/>
      <p:bldP spid="53" grpId="2" animBg="1"/>
      <p:bldP spid="54" grpId="0" animBg="1"/>
      <p:bldP spid="54" grpId="1" animBg="1"/>
      <p:bldP spid="55" grpId="0" animBg="1"/>
      <p:bldP spid="55" grpId="1" animBg="1"/>
      <p:bldP spid="56" grpId="0" animBg="1"/>
      <p:bldP spid="56" grpId="1" animBg="1"/>
      <p:bldP spid="57" grpId="0" animBg="1"/>
      <p:bldP spid="57" grpId="1" animBg="1"/>
      <p:bldP spid="62" grpId="1" animBg="1"/>
      <p:bldP spid="26" grpId="2" animBg="1"/>
      <p:bldP spid="40" grpId="1" animBg="1"/>
      <p:bldP spid="92" grpId="0" animBg="1"/>
      <p:bldP spid="93" grpId="0" animBg="1"/>
      <p:bldP spid="29" grpId="1" animBg="1"/>
      <p:bldP spid="30" grpId="1" animBg="1"/>
      <p:bldP spid="72" grpId="1" animBg="1"/>
      <p:bldP spid="74" grpId="2" animBg="1"/>
      <p:bldP spid="73" grpId="1" animBg="1"/>
      <p:bldP spid="76" grpId="3" animBg="1"/>
      <p:bldP spid="75" grpId="1" animBg="1"/>
      <p:bldP spid="78" grpId="3" animBg="1"/>
      <p:bldP spid="77" grpId="1" animBg="1"/>
      <p:bldP spid="80" grpId="3" animBg="1"/>
      <p:bldP spid="79" grpId="1" animBg="1"/>
      <p:bldP spid="81" grpId="2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5"/>
          <p:cNvSpPr/>
          <p:nvPr>
            <p:ph idx="106" type="body" hasCustomPrompt="1"/>
          </p:nvPr>
        </p:nvSpPr>
        <p:spPr>
          <a:xfrm>
            <a:off x="698500" y="622300"/>
            <a:ext cx="88900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ru-RU" sz="1100" b="1" spc="350" kern="0" dirty="0">
                <a:solidFill>
                  <a:srgbClr val="F6B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ОСНОВНОЕ УРАВНЕНИЕ</a:t>
            </a:r>
            <a:endParaRPr lang="ru-RU" sz="1100" dirty="0"/>
          </a:p>
        </p:txBody>
      </p:sp>
      <p:sp>
        <p:nvSpPr>
          <p:cNvPr id="3" name="Text 5"/>
          <p:cNvSpPr/>
          <p:nvPr>
            <p:ph idx="107" type="title" hasCustomPrompt="1"/>
          </p:nvPr>
        </p:nvSpPr>
        <p:spPr>
          <a:xfrm>
            <a:off x="698500" y="863600"/>
            <a:ext cx="10795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ru-RU" sz="3200" dirty="0">
                <a:solidFill>
                  <a:srgbClr val="F5EBD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Формула узбекского гостеприимства</a:t>
            </a:r>
            <a:endParaRPr lang="ru-RU" sz="3200" dirty="0"/>
          </a:p>
        </p:txBody>
      </p:sp>
      <p:sp>
        <p:nvSpPr>
          <p:cNvPr id="4" name="Text 5"/>
          <p:cNvSpPr/>
          <p:nvPr>
            <p:ph idx="105" type="body" hasCustomPrompt="1"/>
          </p:nvPr>
        </p:nvSpPr>
        <p:spPr>
          <a:xfrm>
            <a:off x="1651000" y="6553200"/>
            <a:ext cx="4445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ru-RU" sz="950" b="1" spc="120" kern="0" dirty="0">
                <a:solidFill>
                  <a:srgbClr val="D8C7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МОДЕЛЬ</a:t>
            </a:r>
            <a:endParaRPr lang="ru-RU" sz="950" dirty="0"/>
          </a:p>
        </p:txBody>
      </p:sp>
      <p:sp>
        <p:nvSpPr>
          <p:cNvPr id="5" name="sldNum"/>
          <p:cNvSpPr txBox="1"/>
          <p:nvPr/>
        </p:nvSpPr>
        <p:spPr>
          <a:xfrm>
            <a:off x="10795000" y="6553200"/>
            <a:ext cx="6985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ru-RU" sz="1100" b="1" dirty="0">
                <a:solidFill>
                  <a:srgbClr val="F5EBD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ru-RU" sz="1100" dirty="0"/>
          </a:p>
        </p:txBody>
      </p:sp>
      <p:pic>
        <p:nvPicPr>
          <p:cNvPr id="6" name="frame" descr="fram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8000" y="1346200"/>
            <a:ext cx="11176000" cy="2730500"/>
          </a:xfrm>
          <a:prstGeom prst="rect">
            <a:avLst/>
          </a:prstGeom>
        </p:spPr>
      </p:pic>
      <p:pic>
        <p:nvPicPr>
          <p:cNvPr id="7" name="sheen" descr="Блик по рамке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8095" y="1587500"/>
            <a:ext cx="3556000" cy="1721485"/>
          </a:xfrm>
          <a:prstGeom prst="rect">
            <a:avLst/>
          </a:prstGeom>
        </p:spPr>
      </p:pic>
      <p:sp>
        <p:nvSpPr>
          <p:cNvPr id="8" name="eqno"/>
          <p:cNvSpPr txBox="1"/>
          <p:nvPr/>
        </p:nvSpPr>
        <p:spPr>
          <a:xfrm>
            <a:off x="10250170" y="2232660"/>
            <a:ext cx="610235" cy="4305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ru-RU" sz="2300" dirty="0">
                <a:solidFill>
                  <a:srgbClr val="A39D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(1)</a:t>
            </a:r>
            <a:endParaRPr lang="ru-RU" sz="2300" dirty="0"/>
          </a:p>
        </p:txBody>
      </p:sp>
      <p:sp>
        <p:nvSpPr>
          <p:cNvPr id="9" name="tLhs"/>
          <p:cNvSpPr txBox="1"/>
          <p:nvPr/>
        </p:nvSpPr>
        <p:spPr>
          <a:xfrm>
            <a:off x="1712595" y="1764030"/>
            <a:ext cx="2225040" cy="149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ru-RU" sz="8800" i="1" dirty="0">
                <a:solidFill>
                  <a:srgbClr val="F5EBD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</a:t>
            </a:r>
            <a:r>
              <a:rPr lang="ru-RU" sz="8800" i="1" baseline="-20000" dirty="0">
                <a:solidFill>
                  <a:srgbClr val="F5EBD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</a:t>
            </a:r>
            <a:r>
              <a:rPr lang="ru-RU" sz="8800" baseline="-20000" dirty="0">
                <a:solidFill>
                  <a:srgbClr val="F5EBD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+1</a:t>
            </a:r>
            <a:endParaRPr lang="ru-RU" sz="8800" dirty="0"/>
          </a:p>
        </p:txBody>
      </p:sp>
      <p:sp>
        <p:nvSpPr>
          <p:cNvPr id="10" name="tEq"/>
          <p:cNvSpPr txBox="1"/>
          <p:nvPr/>
        </p:nvSpPr>
        <p:spPr>
          <a:xfrm>
            <a:off x="3683635" y="1764030"/>
            <a:ext cx="1218565" cy="149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ru-RU" sz="8800" dirty="0">
                <a:solidFill>
                  <a:srgbClr val="D8C79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=</a:t>
            </a:r>
            <a:endParaRPr lang="ru-RU" sz="8800" dirty="0"/>
          </a:p>
        </p:txBody>
      </p:sp>
      <p:sp>
        <p:nvSpPr>
          <p:cNvPr id="11" name="hlBgCoef"/>
          <p:cNvSpPr/>
          <p:nvPr/>
        </p:nvSpPr>
        <p:spPr>
          <a:xfrm>
            <a:off x="4705960" y="1753337"/>
            <a:ext cx="1869491" cy="1351712"/>
          </a:xfrm>
          <a:prstGeom prst="roundRect">
            <a:avLst>
              <a:gd name="adj" fmla="val 8926"/>
            </a:avLst>
          </a:prstGeom>
          <a:solidFill>
            <a:srgbClr val="F6BB2A">
              <a:alpha val="10000"/>
            </a:srgbClr>
          </a:solidFill>
          <a:ln/>
        </p:spPr>
      </p:sp>
      <p:sp>
        <p:nvSpPr>
          <p:cNvPr id="12" name="tCoef"/>
          <p:cNvSpPr txBox="1"/>
          <p:nvPr/>
        </p:nvSpPr>
        <p:spPr>
          <a:xfrm>
            <a:off x="4648200" y="1764030"/>
            <a:ext cx="1985010" cy="149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ru-RU" sz="8800" dirty="0">
                <a:solidFill>
                  <a:srgbClr val="F5EBD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0,3</a:t>
            </a:r>
            <a:endParaRPr lang="ru-RU" sz="8800" dirty="0"/>
          </a:p>
        </p:txBody>
      </p:sp>
      <p:sp>
        <p:nvSpPr>
          <p:cNvPr id="13" name="hlCoef"/>
          <p:cNvSpPr txBox="1"/>
          <p:nvPr/>
        </p:nvSpPr>
        <p:spPr>
          <a:xfrm>
            <a:off x="4578960" y="1710817"/>
            <a:ext cx="2123491" cy="1618488"/>
          </a:xfrm>
          <a:prstGeom prst="rect">
            <a:avLst/>
          </a:prstGeom>
          <a:noFill/>
          <a:ln/>
          <a:effectLst>
            <a:outerShdw sx="100000" sy="100000" kx="0" ky="0" algn="bl" rotWithShape="0" blurRad="215900" dist="50800" dir="5400000">
              <a:srgbClr val="F6BB2A">
                <a:alpha val="70000"/>
              </a:srgbClr>
            </a:outerShdw>
          </a:effectLst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ru-RU" sz="9500" dirty="0">
                <a:solidFill>
                  <a:srgbClr val="F6B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0,3</a:t>
            </a:r>
            <a:endParaRPr lang="ru-RU" sz="9500" dirty="0"/>
          </a:p>
        </p:txBody>
      </p:sp>
      <p:sp>
        <p:nvSpPr>
          <p:cNvPr id="14" name="tDot"/>
          <p:cNvSpPr txBox="1"/>
          <p:nvPr/>
        </p:nvSpPr>
        <p:spPr>
          <a:xfrm>
            <a:off x="6379210" y="1764030"/>
            <a:ext cx="890905" cy="149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ru-RU" sz="8800" dirty="0">
                <a:solidFill>
                  <a:srgbClr val="D8C79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·</a:t>
            </a:r>
            <a:endParaRPr lang="ru-RU" sz="8800" dirty="0"/>
          </a:p>
        </p:txBody>
      </p:sp>
      <p:sp>
        <p:nvSpPr>
          <p:cNvPr id="15" name="hlBgPn"/>
          <p:cNvSpPr/>
          <p:nvPr/>
        </p:nvSpPr>
        <p:spPr>
          <a:xfrm>
            <a:off x="7093712" y="1753337"/>
            <a:ext cx="1333881" cy="1351712"/>
          </a:xfrm>
          <a:prstGeom prst="roundRect">
            <a:avLst>
              <a:gd name="adj" fmla="val 9045"/>
            </a:avLst>
          </a:prstGeom>
          <a:solidFill>
            <a:srgbClr val="F5EBD5">
              <a:alpha val="8000"/>
            </a:srgbClr>
          </a:solidFill>
          <a:ln/>
        </p:spPr>
      </p:sp>
      <p:sp>
        <p:nvSpPr>
          <p:cNvPr id="16" name="tPn"/>
          <p:cNvSpPr txBox="1"/>
          <p:nvPr/>
        </p:nvSpPr>
        <p:spPr>
          <a:xfrm>
            <a:off x="7016115" y="1764030"/>
            <a:ext cx="1489075" cy="149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ru-RU" sz="8800" i="1" dirty="0">
                <a:solidFill>
                  <a:srgbClr val="F5EBD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</a:t>
            </a:r>
            <a:r>
              <a:rPr lang="ru-RU" sz="8800" i="1" baseline="-20000" dirty="0">
                <a:solidFill>
                  <a:srgbClr val="F5EBD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</a:t>
            </a:r>
            <a:endParaRPr lang="ru-RU" sz="8800" dirty="0"/>
          </a:p>
        </p:txBody>
      </p:sp>
      <p:sp>
        <p:nvSpPr>
          <p:cNvPr id="17" name="hlPn"/>
          <p:cNvSpPr txBox="1"/>
          <p:nvPr/>
        </p:nvSpPr>
        <p:spPr>
          <a:xfrm>
            <a:off x="6966712" y="1710817"/>
            <a:ext cx="1587881" cy="1618488"/>
          </a:xfrm>
          <a:prstGeom prst="rect">
            <a:avLst/>
          </a:prstGeom>
          <a:noFill/>
          <a:ln/>
          <a:effectLst>
            <a:outerShdw sx="100000" sy="100000" kx="0" ky="0" algn="bl" rotWithShape="0" blurRad="215900" dist="50800" dir="5400000">
              <a:srgbClr val="FFFFFF">
                <a:alpha val="55000"/>
              </a:srgbClr>
            </a:outerShdw>
          </a:effectLst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ru-RU" sz="95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</a:t>
            </a:r>
            <a:r>
              <a:rPr lang="ru-RU" sz="9500" i="1" baseline="-200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</a:t>
            </a:r>
            <a:endParaRPr lang="ru-RU" sz="9500" dirty="0"/>
          </a:p>
        </p:txBody>
      </p:sp>
      <p:sp>
        <p:nvSpPr>
          <p:cNvPr id="18" name="tPlus"/>
          <p:cNvSpPr txBox="1"/>
          <p:nvPr/>
        </p:nvSpPr>
        <p:spPr>
          <a:xfrm>
            <a:off x="8251190" y="1764030"/>
            <a:ext cx="1218565" cy="149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ru-RU" sz="8800" dirty="0">
                <a:solidFill>
                  <a:srgbClr val="D8C79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</a:t>
            </a:r>
            <a:endParaRPr lang="ru-RU" sz="8800" dirty="0"/>
          </a:p>
        </p:txBody>
      </p:sp>
      <p:sp>
        <p:nvSpPr>
          <p:cNvPr id="19" name="hlBgOne"/>
          <p:cNvSpPr/>
          <p:nvPr/>
        </p:nvSpPr>
        <p:spPr>
          <a:xfrm>
            <a:off x="9309989" y="1753337"/>
            <a:ext cx="884682" cy="1351712"/>
          </a:xfrm>
          <a:prstGeom prst="roundRect">
            <a:avLst>
              <a:gd name="adj" fmla="val 13638"/>
            </a:avLst>
          </a:prstGeom>
          <a:solidFill>
            <a:srgbClr val="E8432D">
              <a:alpha val="10000"/>
            </a:srgbClr>
          </a:solidFill>
          <a:ln/>
        </p:spPr>
      </p:sp>
      <p:sp>
        <p:nvSpPr>
          <p:cNvPr id="20" name="tOne"/>
          <p:cNvSpPr txBox="1"/>
          <p:nvPr/>
        </p:nvSpPr>
        <p:spPr>
          <a:xfrm>
            <a:off x="9215755" y="1764030"/>
            <a:ext cx="1073150" cy="149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ru-RU" sz="8800" dirty="0">
                <a:solidFill>
                  <a:srgbClr val="F5EBD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ru-RU" sz="8800" dirty="0"/>
          </a:p>
        </p:txBody>
      </p:sp>
      <p:sp>
        <p:nvSpPr>
          <p:cNvPr id="21" name="hlOne"/>
          <p:cNvSpPr txBox="1"/>
          <p:nvPr/>
        </p:nvSpPr>
        <p:spPr>
          <a:xfrm>
            <a:off x="9182989" y="1710817"/>
            <a:ext cx="1138682" cy="1618488"/>
          </a:xfrm>
          <a:prstGeom prst="rect">
            <a:avLst/>
          </a:prstGeom>
          <a:noFill/>
          <a:ln/>
          <a:effectLst>
            <a:outerShdw sx="100000" sy="100000" kx="0" ky="0" algn="bl" rotWithShape="0" blurRad="215900" dist="50800" dir="5400000">
              <a:srgbClr val="E8432D">
                <a:alpha val="70000"/>
              </a:srgbClr>
            </a:outerShdw>
          </a:effectLst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ru-RU" sz="9500" dirty="0">
                <a:solidFill>
                  <a:srgbClr val="E84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ru-RU" sz="9500" dirty="0"/>
          </a:p>
        </p:txBody>
      </p:sp>
      <p:sp>
        <p:nvSpPr>
          <p:cNvPr id="22" name="hotCoef"/>
          <p:cNvSpPr/>
          <p:nvPr/>
        </p:nvSpPr>
        <p:spPr>
          <a:xfrm>
            <a:off x="4813300" y="1981200"/>
            <a:ext cx="1654810" cy="1054100"/>
          </a:xfrm>
          <a:prstGeom prst="rect">
            <a:avLst/>
          </a:prstGeom>
          <a:solidFill>
            <a:srgbClr val="17181B">
              <a:alpha val="0"/>
            </a:srgbClr>
          </a:solidFill>
          <a:ln/>
        </p:spPr>
      </p:sp>
      <p:sp>
        <p:nvSpPr>
          <p:cNvPr id="23" name="hotPn"/>
          <p:cNvSpPr/>
          <p:nvPr/>
        </p:nvSpPr>
        <p:spPr>
          <a:xfrm>
            <a:off x="7181215" y="1981200"/>
            <a:ext cx="1158875" cy="1054100"/>
          </a:xfrm>
          <a:prstGeom prst="rect">
            <a:avLst/>
          </a:prstGeom>
          <a:solidFill>
            <a:srgbClr val="17181B">
              <a:alpha val="0"/>
            </a:srgbClr>
          </a:solidFill>
          <a:ln/>
        </p:spPr>
      </p:sp>
      <p:sp>
        <p:nvSpPr>
          <p:cNvPr id="24" name="hotOne"/>
          <p:cNvSpPr/>
          <p:nvPr/>
        </p:nvSpPr>
        <p:spPr>
          <a:xfrm>
            <a:off x="9380855" y="1981200"/>
            <a:ext cx="742950" cy="1054100"/>
          </a:xfrm>
          <a:prstGeom prst="rect">
            <a:avLst/>
          </a:prstGeom>
          <a:solidFill>
            <a:srgbClr val="17181B">
              <a:alpha val="0"/>
            </a:srgbClr>
          </a:solidFill>
          <a:ln/>
        </p:spPr>
      </p:sp>
      <p:sp>
        <p:nvSpPr>
          <p:cNvPr id="25" name="eurekaRing"/>
          <p:cNvSpPr/>
          <p:nvPr/>
        </p:nvSpPr>
        <p:spPr>
          <a:xfrm rot="420000">
            <a:off x="9726930" y="1479550"/>
            <a:ext cx="1508125" cy="527050"/>
          </a:xfrm>
          <a:prstGeom prst="roundRect">
            <a:avLst>
              <a:gd name="adj" fmla="val 27711"/>
            </a:avLst>
          </a:prstGeom>
          <a:solidFill>
            <a:srgbClr val="D8C79F"/>
          </a:solidFill>
          <a:ln/>
          <a:effectLst>
            <a:outerShdw sx="100000" sy="100000" kx="0" ky="0" algn="bl" rotWithShape="0" blurRad="190500" dist="114300" dir="5400000">
              <a:srgbClr val="000000">
                <a:alpha val="40000"/>
              </a:srgbClr>
            </a:outerShdw>
          </a:effectLst>
        </p:spPr>
      </p:sp>
      <p:sp>
        <p:nvSpPr>
          <p:cNvPr id="26" name="eureka"/>
          <p:cNvSpPr txBox="1"/>
          <p:nvPr/>
        </p:nvSpPr>
        <p:spPr>
          <a:xfrm rot="420000">
            <a:off x="9765030" y="1517650"/>
            <a:ext cx="1431925" cy="450850"/>
          </a:xfrm>
          <a:prstGeom prst="roundRect">
            <a:avLst>
              <a:gd name="adj" fmla="val 23944"/>
            </a:avLst>
          </a:prstGeom>
          <a:solidFill>
            <a:srgbClr val="F6BB2A"/>
          </a:solidFill>
          <a:ln w="38100">
            <a:solidFill>
              <a:srgbClr val="17181B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ru-RU" sz="1500" dirty="0">
                <a:solidFill>
                  <a:srgbClr val="1B181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ЭВРИКА!</a:t>
            </a:r>
            <a:endParaRPr lang="ru-RU" sz="1500" dirty="0"/>
          </a:p>
        </p:txBody>
      </p:sp>
      <p:pic>
        <p:nvPicPr>
          <p:cNvPr id="27" name="wPn" descr="wP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45200" y="2952750"/>
            <a:ext cx="1758950" cy="920750"/>
          </a:xfrm>
          <a:prstGeom prst="rect">
            <a:avLst/>
          </a:prstGeom>
        </p:spPr>
      </p:pic>
      <p:pic>
        <p:nvPicPr>
          <p:cNvPr id="28" name="wCoef" descr="wCoef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55850" y="2952750"/>
            <a:ext cx="3327400" cy="920750"/>
          </a:xfrm>
          <a:prstGeom prst="rect">
            <a:avLst/>
          </a:prstGeom>
        </p:spPr>
      </p:pic>
      <p:pic>
        <p:nvPicPr>
          <p:cNvPr id="29" name="wOne" descr="wOne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96450" y="2952750"/>
            <a:ext cx="146050" cy="920750"/>
          </a:xfrm>
          <a:prstGeom prst="rect">
            <a:avLst/>
          </a:prstGeom>
        </p:spPr>
      </p:pic>
      <p:sp>
        <p:nvSpPr>
          <p:cNvPr id="30" name="cardCoef"/>
          <p:cNvSpPr/>
          <p:nvPr/>
        </p:nvSpPr>
        <p:spPr>
          <a:xfrm>
            <a:off x="685800" y="3898900"/>
            <a:ext cx="3437255" cy="1181100"/>
          </a:xfrm>
          <a:prstGeom prst="roundRect">
            <a:avLst>
              <a:gd name="adj" fmla="val 13978"/>
            </a:avLst>
          </a:prstGeom>
          <a:solidFill>
            <a:srgbClr val="F5EBD5"/>
          </a:solidFill>
          <a:ln w="25400">
            <a:solidFill>
              <a:srgbClr val="F6BB2A"/>
            </a:solidFill>
            <a:prstDash val="solid"/>
          </a:ln>
          <a:effectLst>
            <a:outerShdw sx="100000" sy="100000" kx="0" ky="0" algn="bl" rotWithShape="0" blurRad="317500" dist="165100" dir="5400000">
              <a:srgbClr val="000000">
                <a:alpha val="45000"/>
              </a:srgbClr>
            </a:outerShdw>
          </a:effectLst>
        </p:spPr>
      </p:sp>
      <p:pic>
        <p:nvPicPr>
          <p:cNvPr id="31" name="icoCoef" descr="icoCoef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0100" y="4013200"/>
            <a:ext cx="952500" cy="952500"/>
          </a:xfrm>
          <a:prstGeom prst="rect">
            <a:avLst/>
          </a:prstGeom>
        </p:spPr>
      </p:pic>
      <p:sp>
        <p:nvSpPr>
          <p:cNvPr id="32" name="symCoef"/>
          <p:cNvSpPr txBox="1"/>
          <p:nvPr/>
        </p:nvSpPr>
        <p:spPr>
          <a:xfrm>
            <a:off x="1892300" y="3977640"/>
            <a:ext cx="2154555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ru-RU" sz="3200" dirty="0">
                <a:solidFill>
                  <a:srgbClr val="CF92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0,3:</a:t>
            </a:r>
            <a:endParaRPr lang="ru-RU" sz="3200" dirty="0"/>
          </a:p>
        </p:txBody>
      </p:sp>
      <p:sp>
        <p:nvSpPr>
          <p:cNvPr id="33" name="txtCoef"/>
          <p:cNvSpPr txBox="1"/>
          <p:nvPr/>
        </p:nvSpPr>
        <p:spPr>
          <a:xfrm>
            <a:off x="1892300" y="4472940"/>
            <a:ext cx="2167255" cy="5156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7000"/>
              </a:lnSpc>
              <a:buNone/>
            </a:pPr>
            <a:r>
              <a:rPr lang="ru-RU" sz="1550" b="1" dirty="0">
                <a:solidFill>
                  <a:srgbClr val="1B18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доля, оставшаяся</a:t>
            </a:r>
            <a:endParaRPr lang="ru-RU" sz="1550" dirty="0"/>
          </a:p>
          <a:p>
            <a:pPr algn="l" indent="0" marL="0">
              <a:lnSpc>
                <a:spcPct val="97000"/>
              </a:lnSpc>
              <a:buNone/>
            </a:pPr>
            <a:r>
              <a:rPr lang="ru-RU" sz="1550" b="1" dirty="0">
                <a:solidFill>
                  <a:srgbClr val="1B18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после еды</a:t>
            </a:r>
            <a:endParaRPr lang="ru-RU" sz="1550" dirty="0"/>
          </a:p>
        </p:txBody>
      </p:sp>
      <p:sp>
        <p:nvSpPr>
          <p:cNvPr id="34" name="cardPn"/>
          <p:cNvSpPr/>
          <p:nvPr/>
        </p:nvSpPr>
        <p:spPr>
          <a:xfrm>
            <a:off x="4377055" y="3898900"/>
            <a:ext cx="3437255" cy="1181100"/>
          </a:xfrm>
          <a:prstGeom prst="roundRect">
            <a:avLst>
              <a:gd name="adj" fmla="val 13978"/>
            </a:avLst>
          </a:prstGeom>
          <a:solidFill>
            <a:srgbClr val="F5EBD5"/>
          </a:solidFill>
          <a:ln w="25400">
            <a:solidFill>
              <a:srgbClr val="D8C79F"/>
            </a:solidFill>
            <a:prstDash val="solid"/>
          </a:ln>
          <a:effectLst>
            <a:outerShdw sx="100000" sy="100000" kx="0" ky="0" algn="bl" rotWithShape="0" blurRad="317500" dist="165100" dir="5400000">
              <a:srgbClr val="000000">
                <a:alpha val="45000"/>
              </a:srgbClr>
            </a:outerShdw>
          </a:effectLst>
        </p:spPr>
      </p:sp>
      <p:pic>
        <p:nvPicPr>
          <p:cNvPr id="35" name="icoPn" descr="icoPn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91355" y="4013200"/>
            <a:ext cx="952500" cy="952500"/>
          </a:xfrm>
          <a:prstGeom prst="rect">
            <a:avLst/>
          </a:prstGeom>
        </p:spPr>
      </p:pic>
      <p:sp>
        <p:nvSpPr>
          <p:cNvPr id="36" name="symPn"/>
          <p:cNvSpPr txBox="1"/>
          <p:nvPr/>
        </p:nvSpPr>
        <p:spPr>
          <a:xfrm>
            <a:off x="5583555" y="3977640"/>
            <a:ext cx="2154555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ru-RU" sz="3200" i="1" dirty="0">
                <a:solidFill>
                  <a:srgbClr val="1B18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</a:t>
            </a:r>
            <a:r>
              <a:rPr lang="ru-RU" sz="3200" i="1" baseline="-20000" dirty="0">
                <a:solidFill>
                  <a:srgbClr val="1B18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</a:t>
            </a:r>
            <a:r>
              <a:rPr lang="ru-RU" sz="3200" dirty="0">
                <a:solidFill>
                  <a:srgbClr val="1B18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:</a:t>
            </a:r>
            <a:endParaRPr lang="ru-RU" sz="3200" dirty="0"/>
          </a:p>
        </p:txBody>
      </p:sp>
      <p:sp>
        <p:nvSpPr>
          <p:cNvPr id="37" name="txtPn"/>
          <p:cNvSpPr txBox="1"/>
          <p:nvPr/>
        </p:nvSpPr>
        <p:spPr>
          <a:xfrm>
            <a:off x="5583555" y="4472940"/>
            <a:ext cx="2167255" cy="5156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7000"/>
              </a:lnSpc>
              <a:buNone/>
            </a:pPr>
            <a:r>
              <a:rPr lang="ru-RU" sz="1550" b="1" dirty="0">
                <a:solidFill>
                  <a:srgbClr val="1B18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плов до очередного</a:t>
            </a:r>
            <a:endParaRPr lang="ru-RU" sz="1550" dirty="0"/>
          </a:p>
          <a:p>
            <a:pPr algn="l" indent="0" marL="0">
              <a:lnSpc>
                <a:spcPct val="97000"/>
              </a:lnSpc>
              <a:buNone/>
            </a:pPr>
            <a:r>
              <a:rPr lang="ru-RU" sz="1550" b="1" dirty="0">
                <a:solidFill>
                  <a:srgbClr val="1B18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приёма пищи</a:t>
            </a:r>
            <a:endParaRPr lang="ru-RU" sz="1550" dirty="0"/>
          </a:p>
        </p:txBody>
      </p:sp>
      <p:sp>
        <p:nvSpPr>
          <p:cNvPr id="38" name="cardOne"/>
          <p:cNvSpPr/>
          <p:nvPr/>
        </p:nvSpPr>
        <p:spPr>
          <a:xfrm>
            <a:off x="8068945" y="3898900"/>
            <a:ext cx="3437255" cy="1181100"/>
          </a:xfrm>
          <a:prstGeom prst="roundRect">
            <a:avLst>
              <a:gd name="adj" fmla="val 13978"/>
            </a:avLst>
          </a:prstGeom>
          <a:solidFill>
            <a:srgbClr val="F5EBD5"/>
          </a:solidFill>
          <a:ln w="25400">
            <a:solidFill>
              <a:srgbClr val="E8432D"/>
            </a:solidFill>
            <a:prstDash val="solid"/>
          </a:ln>
          <a:effectLst>
            <a:outerShdw sx="100000" sy="100000" kx="0" ky="0" algn="bl" rotWithShape="0" blurRad="317500" dist="165100" dir="5400000">
              <a:srgbClr val="000000">
                <a:alpha val="45000"/>
              </a:srgbClr>
            </a:outerShdw>
          </a:effectLst>
        </p:spPr>
      </p:sp>
      <p:sp>
        <p:nvSpPr>
          <p:cNvPr id="39" name="grain0"/>
          <p:cNvSpPr/>
          <p:nvPr/>
        </p:nvSpPr>
        <p:spPr>
          <a:xfrm>
            <a:off x="8621395" y="4403725"/>
            <a:ext cx="76200" cy="44450"/>
          </a:xfrm>
          <a:prstGeom prst="ellipse">
            <a:avLst/>
          </a:prstGeom>
          <a:solidFill>
            <a:srgbClr val="F5EBD5"/>
          </a:solidFill>
          <a:ln w="6350">
            <a:solidFill>
              <a:srgbClr val="D8C79F"/>
            </a:solidFill>
            <a:prstDash val="solid"/>
          </a:ln>
        </p:spPr>
      </p:sp>
      <p:sp>
        <p:nvSpPr>
          <p:cNvPr id="40" name="grain1"/>
          <p:cNvSpPr/>
          <p:nvPr/>
        </p:nvSpPr>
        <p:spPr>
          <a:xfrm rot="2820000">
            <a:off x="8602345" y="4406900"/>
            <a:ext cx="114300" cy="38100"/>
          </a:xfrm>
          <a:prstGeom prst="rect">
            <a:avLst/>
          </a:prstGeom>
          <a:solidFill>
            <a:srgbClr val="FF8A35"/>
          </a:solidFill>
          <a:ln/>
        </p:spPr>
      </p:sp>
      <p:sp>
        <p:nvSpPr>
          <p:cNvPr id="41" name="grain2"/>
          <p:cNvSpPr/>
          <p:nvPr/>
        </p:nvSpPr>
        <p:spPr>
          <a:xfrm rot="5640000">
            <a:off x="8621395" y="4403725"/>
            <a:ext cx="76200" cy="44450"/>
          </a:xfrm>
          <a:prstGeom prst="ellipse">
            <a:avLst/>
          </a:prstGeom>
          <a:solidFill>
            <a:srgbClr val="F5EBD5"/>
          </a:solidFill>
          <a:ln w="6350">
            <a:solidFill>
              <a:srgbClr val="D8C79F"/>
            </a:solidFill>
            <a:prstDash val="solid"/>
          </a:ln>
        </p:spPr>
      </p:sp>
      <p:sp>
        <p:nvSpPr>
          <p:cNvPr id="42" name="grain3"/>
          <p:cNvSpPr/>
          <p:nvPr/>
        </p:nvSpPr>
        <p:spPr>
          <a:xfrm rot="8460000">
            <a:off x="8621395" y="4403725"/>
            <a:ext cx="76200" cy="44450"/>
          </a:xfrm>
          <a:prstGeom prst="ellipse">
            <a:avLst/>
          </a:prstGeom>
          <a:solidFill>
            <a:srgbClr val="F5EBD5"/>
          </a:solidFill>
          <a:ln w="6350">
            <a:solidFill>
              <a:srgbClr val="D8C79F"/>
            </a:solidFill>
            <a:prstDash val="solid"/>
          </a:ln>
        </p:spPr>
      </p:sp>
      <p:sp>
        <p:nvSpPr>
          <p:cNvPr id="43" name="grain4"/>
          <p:cNvSpPr/>
          <p:nvPr/>
        </p:nvSpPr>
        <p:spPr>
          <a:xfrm rot="480000">
            <a:off x="8602345" y="4406900"/>
            <a:ext cx="114300" cy="38100"/>
          </a:xfrm>
          <a:prstGeom prst="rect">
            <a:avLst/>
          </a:prstGeom>
          <a:solidFill>
            <a:srgbClr val="FF8A35"/>
          </a:solidFill>
          <a:ln/>
        </p:spPr>
      </p:sp>
      <p:sp>
        <p:nvSpPr>
          <p:cNvPr id="44" name="grain5"/>
          <p:cNvSpPr/>
          <p:nvPr/>
        </p:nvSpPr>
        <p:spPr>
          <a:xfrm rot="3300000">
            <a:off x="8621395" y="4403725"/>
            <a:ext cx="76200" cy="44450"/>
          </a:xfrm>
          <a:prstGeom prst="ellipse">
            <a:avLst/>
          </a:prstGeom>
          <a:solidFill>
            <a:srgbClr val="F5EBD5"/>
          </a:solidFill>
          <a:ln w="6350">
            <a:solidFill>
              <a:srgbClr val="D8C79F"/>
            </a:solidFill>
            <a:prstDash val="solid"/>
          </a:ln>
        </p:spPr>
      </p:sp>
      <p:sp>
        <p:nvSpPr>
          <p:cNvPr id="45" name="grain6"/>
          <p:cNvSpPr/>
          <p:nvPr/>
        </p:nvSpPr>
        <p:spPr>
          <a:xfrm rot="6120000">
            <a:off x="8621395" y="4403725"/>
            <a:ext cx="76200" cy="44450"/>
          </a:xfrm>
          <a:prstGeom prst="ellipse">
            <a:avLst/>
          </a:prstGeom>
          <a:solidFill>
            <a:srgbClr val="F5EBD5"/>
          </a:solidFill>
          <a:ln w="6350">
            <a:solidFill>
              <a:srgbClr val="D8C79F"/>
            </a:solidFill>
            <a:prstDash val="solid"/>
          </a:ln>
        </p:spPr>
      </p:sp>
      <p:sp>
        <p:nvSpPr>
          <p:cNvPr id="46" name="grain7"/>
          <p:cNvSpPr/>
          <p:nvPr/>
        </p:nvSpPr>
        <p:spPr>
          <a:xfrm rot="8940000">
            <a:off x="8602345" y="4406900"/>
            <a:ext cx="114300" cy="38100"/>
          </a:xfrm>
          <a:prstGeom prst="rect">
            <a:avLst/>
          </a:prstGeom>
          <a:solidFill>
            <a:srgbClr val="FF8A35"/>
          </a:solidFill>
          <a:ln/>
        </p:spPr>
      </p:sp>
      <p:sp>
        <p:nvSpPr>
          <p:cNvPr id="47" name="grain8"/>
          <p:cNvSpPr/>
          <p:nvPr/>
        </p:nvSpPr>
        <p:spPr>
          <a:xfrm rot="960000">
            <a:off x="8621395" y="4403725"/>
            <a:ext cx="76200" cy="44450"/>
          </a:xfrm>
          <a:prstGeom prst="ellipse">
            <a:avLst/>
          </a:prstGeom>
          <a:solidFill>
            <a:srgbClr val="F5EBD5"/>
          </a:solidFill>
          <a:ln w="6350">
            <a:solidFill>
              <a:srgbClr val="D8C79F"/>
            </a:solidFill>
            <a:prstDash val="solid"/>
          </a:ln>
        </p:spPr>
      </p:sp>
      <p:sp>
        <p:nvSpPr>
          <p:cNvPr id="48" name="grain9"/>
          <p:cNvSpPr/>
          <p:nvPr/>
        </p:nvSpPr>
        <p:spPr>
          <a:xfrm rot="3780000">
            <a:off x="8602345" y="4406900"/>
            <a:ext cx="114300" cy="38100"/>
          </a:xfrm>
          <a:prstGeom prst="rect">
            <a:avLst/>
          </a:prstGeom>
          <a:solidFill>
            <a:srgbClr val="FF8A35"/>
          </a:solidFill>
          <a:ln/>
        </p:spPr>
      </p:sp>
      <p:sp>
        <p:nvSpPr>
          <p:cNvPr id="49" name="grain10"/>
          <p:cNvSpPr/>
          <p:nvPr/>
        </p:nvSpPr>
        <p:spPr>
          <a:xfrm rot="6600000">
            <a:off x="8621395" y="4403725"/>
            <a:ext cx="76200" cy="44450"/>
          </a:xfrm>
          <a:prstGeom prst="ellipse">
            <a:avLst/>
          </a:prstGeom>
          <a:solidFill>
            <a:srgbClr val="F5EBD5"/>
          </a:solidFill>
          <a:ln w="6350">
            <a:solidFill>
              <a:srgbClr val="D8C79F"/>
            </a:solidFill>
            <a:prstDash val="solid"/>
          </a:ln>
        </p:spPr>
      </p:sp>
      <p:sp>
        <p:nvSpPr>
          <p:cNvPr id="50" name="grain11"/>
          <p:cNvSpPr/>
          <p:nvPr/>
        </p:nvSpPr>
        <p:spPr>
          <a:xfrm rot="9420000">
            <a:off x="8621395" y="4403725"/>
            <a:ext cx="76200" cy="44450"/>
          </a:xfrm>
          <a:prstGeom prst="ellipse">
            <a:avLst/>
          </a:prstGeom>
          <a:solidFill>
            <a:srgbClr val="F5EBD5"/>
          </a:solidFill>
          <a:ln w="6350">
            <a:solidFill>
              <a:srgbClr val="D8C79F"/>
            </a:solidFill>
            <a:prstDash val="solid"/>
          </a:ln>
        </p:spPr>
      </p:sp>
      <p:pic>
        <p:nvPicPr>
          <p:cNvPr id="51" name="icoOne" descr="icoOne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83245" y="4013200"/>
            <a:ext cx="952500" cy="952500"/>
          </a:xfrm>
          <a:prstGeom prst="rect">
            <a:avLst/>
          </a:prstGeom>
        </p:spPr>
      </p:pic>
      <p:sp>
        <p:nvSpPr>
          <p:cNvPr id="52" name="symOne"/>
          <p:cNvSpPr txBox="1"/>
          <p:nvPr/>
        </p:nvSpPr>
        <p:spPr>
          <a:xfrm>
            <a:off x="9275445" y="3977640"/>
            <a:ext cx="2154555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ru-RU" sz="3200" dirty="0">
                <a:solidFill>
                  <a:srgbClr val="E84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+1:</a:t>
            </a:r>
            <a:endParaRPr lang="ru-RU" sz="3200" dirty="0"/>
          </a:p>
        </p:txBody>
      </p:sp>
      <p:sp>
        <p:nvSpPr>
          <p:cNvPr id="53" name="txtOne"/>
          <p:cNvSpPr txBox="1"/>
          <p:nvPr/>
        </p:nvSpPr>
        <p:spPr>
          <a:xfrm>
            <a:off x="9275445" y="4472940"/>
            <a:ext cx="2167255" cy="5156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7000"/>
              </a:lnSpc>
              <a:buNone/>
            </a:pPr>
            <a:r>
              <a:rPr lang="ru-RU" sz="1550" b="1" dirty="0">
                <a:solidFill>
                  <a:srgbClr val="1B18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новая порция</a:t>
            </a:r>
            <a:endParaRPr lang="ru-RU" sz="1550" dirty="0"/>
          </a:p>
          <a:p>
            <a:pPr algn="l" indent="0" marL="0">
              <a:lnSpc>
                <a:spcPct val="97000"/>
              </a:lnSpc>
              <a:buNone/>
            </a:pPr>
            <a:r>
              <a:rPr lang="ru-RU" sz="1550" b="1" dirty="0">
                <a:solidFill>
                  <a:srgbClr val="1B18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 бабушки</a:t>
            </a:r>
            <a:endParaRPr lang="ru-RU" sz="1550" dirty="0"/>
          </a:p>
        </p:txBody>
      </p:sp>
      <p:sp>
        <p:nvSpPr>
          <p:cNvPr id="54" name="moral1"/>
          <p:cNvSpPr txBox="1"/>
          <p:nvPr/>
        </p:nvSpPr>
        <p:spPr>
          <a:xfrm>
            <a:off x="698500" y="5519420"/>
            <a:ext cx="8382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ru-RU" sz="2000" i="1" dirty="0">
                <a:solidFill>
                  <a:srgbClr val="E9DCB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Для магистерской диссертации формула простая.</a:t>
            </a:r>
            <a:endParaRPr lang="ru-RU" sz="2000" dirty="0"/>
          </a:p>
        </p:txBody>
      </p:sp>
      <p:sp>
        <p:nvSpPr>
          <p:cNvPr id="55" name="moral2"/>
          <p:cNvSpPr txBox="1"/>
          <p:nvPr/>
        </p:nvSpPr>
        <p:spPr>
          <a:xfrm>
            <a:off x="698500" y="5824220"/>
            <a:ext cx="8509000" cy="387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ru-RU" sz="2200" dirty="0">
                <a:solidFill>
                  <a:srgbClr val="E8432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ДЛЯ ЖЕЛУДКА ПОСЛЕДСТВИЯ СЕРЬЁЗНЫЕ.</a:t>
            </a:r>
            <a:endParaRPr lang="ru-RU" sz="2200" dirty="0"/>
          </a:p>
        </p:txBody>
      </p:sp>
      <p:sp>
        <p:nvSpPr>
          <p:cNvPr id="56" name="b1"/>
          <p:cNvSpPr txBox="1"/>
          <p:nvPr/>
        </p:nvSpPr>
        <p:spPr>
          <a:xfrm>
            <a:off x="9276715" y="5648325"/>
            <a:ext cx="2216785" cy="215900"/>
          </a:xfrm>
          <a:prstGeom prst="roundRect">
            <a:avLst>
              <a:gd name="adj" fmla="val 211765"/>
            </a:avLst>
          </a:prstGeom>
          <a:solidFill>
            <a:srgbClr val="F6BB2A"/>
          </a:solidFill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ru-RU" sz="1000" b="1" spc="150" kern="0" dirty="0">
                <a:solidFill>
                  <a:srgbClr val="1B18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АРИФМЕТИКА ЧЕСТНАЯ</a:t>
            </a:r>
            <a:endParaRPr lang="ru-RU" sz="1000" dirty="0"/>
          </a:p>
        </p:txBody>
      </p:sp>
      <p:sp>
        <p:nvSpPr>
          <p:cNvPr id="57" name="b2"/>
          <p:cNvSpPr txBox="1"/>
          <p:nvPr/>
        </p:nvSpPr>
        <p:spPr>
          <a:xfrm>
            <a:off x="9524365" y="5959475"/>
            <a:ext cx="1969135" cy="215900"/>
          </a:xfrm>
          <a:prstGeom prst="roundRect">
            <a:avLst>
              <a:gd name="adj" fmla="val 211765"/>
            </a:avLst>
          </a:prstGeom>
          <a:solidFill>
            <a:srgbClr val="E8432D"/>
          </a:solidFill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ru-RU" sz="1000" b="1" spc="150" kern="0" dirty="0">
                <a:solidFill>
                  <a:srgbClr val="F5E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МОДЕЛЬ ШУТОЧНАЯ</a:t>
            </a:r>
            <a:endParaRPr lang="ru-RU" sz="10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 vol="80000">
                                        <p:cTn id="9" display="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ndTgt r:embed="rId900" name="drumroll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8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0" presetClass="path" presetSubtype="0" fill="hold" grpId="1" nodeType="withEffect">
                                  <p:stCondLst>
                                    <p:cond delay="350"/>
                                  </p:stCondLst>
                                  <p:childTnLst>
                                    <p:animMotion origin="layout" path="M 0 -0.0556 L 0 0.0044 L 0 0 E" pathEditMode="relative">
                                      <p:cBhvr>
                                        <p:cTn id="14" dur="700" fill="hold" decel="600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8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0" presetClass="path" presetSubtype="0" fill="hold" grpId="1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-0.0556 L 0 0.0044 L 0 0 E" pathEditMode="relative">
                                      <p:cBhvr>
                                        <p:cTn id="19" dur="700" fill="hold" decel="600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8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8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0" presetClass="path" presetSubtype="0" fill="hold" grpId="1" nodeType="withEffect">
                                  <p:stCondLst>
                                    <p:cond delay="850"/>
                                  </p:stCondLst>
                                  <p:childTnLst>
                                    <p:animMotion origin="layout" path="M 0 -0.0556 L 0 0.0044 L 0 0 E" pathEditMode="relative">
                                      <p:cBhvr>
                                        <p:cTn id="24" dur="700" fill="hold" decel="600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8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0" presetClass="path" presetSubtype="0" fill="hold" grpId="1" nodeType="withEffect">
                                  <p:stCondLst>
                                    <p:cond delay="1050"/>
                                  </p:stCondLst>
                                  <p:childTnLst>
                                    <p:animMotion origin="layout" path="M 0 -0.0556 L 0 0.0044 L 0 0 E" pathEditMode="relative">
                                      <p:cBhvr>
                                        <p:cTn id="29" dur="700" fill="hold" decel="600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8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0" presetClass="path" presetSubtype="0" fill="hold" grpId="1" nodeType="withEffect">
                                  <p:stCondLst>
                                    <p:cond delay="1250"/>
                                  </p:stCondLst>
                                  <p:childTnLst>
                                    <p:animMotion origin="layout" path="M 0 -0.0556 L 0 0.0044 L 0 0 E" pathEditMode="relative">
                                      <p:cBhvr>
                                        <p:cTn id="34" dur="700" fill="hold" decel="600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145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8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0" presetClass="path" presetSubtype="0" fill="hold" grpId="1" nodeType="withEffect">
                                  <p:stCondLst>
                                    <p:cond delay="1450"/>
                                  </p:stCondLst>
                                  <p:childTnLst>
                                    <p:animMotion origin="layout" path="M 0 -0.0556 L 0 0.0044 L 0 0 E" pathEditMode="relative">
                                      <p:cBhvr>
                                        <p:cTn id="39" dur="700" fill="hold" decel="600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165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8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0" presetClass="path" presetSubtype="0" fill="hold" grpId="1" nodeType="withEffect">
                                  <p:stCondLst>
                                    <p:cond delay="1650"/>
                                  </p:stCondLst>
                                  <p:childTnLst>
                                    <p:animMotion origin="layout" path="M 0 -0.0556 L 0 0.0044 L 0 0 E" pathEditMode="relative">
                                      <p:cBhvr>
                                        <p:cTn id="44" dur="700" fill="hold" decel="600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1" presetID="53" presetClass="entr" presetSubtype="16" fill="hold" grpId="0" nodeType="withEffect">
                                  <p:stCondLst>
                                    <p:cond delay="235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w*1.14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h*1.14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2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 vol="80000">
                                        <p:cTn id="50" display="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ndTgt r:embed="rId901" name="din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56" presetID="53" presetClass="entr" presetSubtype="16" fill="hold" grpId="0" nodeType="withEffect">
                                  <p:stCondLst>
                                    <p:cond delay="235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w*1.14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h*1.14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" dur="2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235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2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0" presetClass="path" presetSubtype="0" fill="hold" grpId="1" nodeType="withEffect">
                                  <p:stCondLst>
                                    <p:cond delay="2350"/>
                                  </p:stCondLst>
                                  <p:childTnLst>
                                    <p:animMotion origin="layout" path="M 0 0 L 0.5003 0 E" pathEditMode="relative">
                                      <p:cBhvr>
                                        <p:cTn id="60" dur="1300" fill="hold" decel="700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4" presetID="10" presetClass="exit" presetSubtype="0" fill="hold" grpId="2" nodeType="withEffect">
                                  <p:stCondLst>
                                    <p:cond delay="33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2" dur="3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34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xit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 vol="80000">
                                        <p:cTn id="69" display="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ndTgt r:embed="rId902" name="pop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22" presetClass="entr" presetSubtype="8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8" dur="4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42" presetClass="entr" presetSubtype="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42" presetClass="entr" presetSubtype="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4" presetID="42" presetClass="entr" presetSubtype="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9" presetID="42" presetClass="entr" presetSubtype="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1" presetID="26" presetClass="emph" presetSubtype="0" fill="hold" grpId="1" nodeType="withEffect">
                                  <p:stCondLst>
                                    <p:cond delay="640"/>
                                  </p:stCondLst>
                                  <p:childTnLst>
                                    <p:animScale>
                                      <p:cBhvr>
                                        <p:cTn id="100" dur="180" fill="hold" autoRev="1"/>
                                        <p:tgtEl>
                                          <p:spTgt spid="34"/>
                                        </p:tgtEl>
                                      </p:cBhvr>
                                      <p:by x="103000" y="103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0" presetClass="exit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4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 vol="80000">
                                        <p:cTn id="106" display="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ndTgt r:embed="rId903" name="coin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4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22" presetClass="entr" presetSubtype="8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4" dur="4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presetID="42" presetClass="entr" presetSubtype="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8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9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5" presetID="42" presetClass="entr" presetSubtype="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3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4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0" presetID="42" presetClass="entr" presetSubtype="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8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9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5" presetID="42" presetClass="entr" presetSubtype="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3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4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7" presetID="26" presetClass="emph" presetSubtype="0" fill="hold" grpId="1" nodeType="withEffect">
                                  <p:stCondLst>
                                    <p:cond delay="640"/>
                                  </p:stCondLst>
                                  <p:childTnLst>
                                    <p:animScale>
                                      <p:cBhvr>
                                        <p:cTn id="146" dur="180" fill="hold" autoRev="1"/>
                                        <p:tgtEl>
                                          <p:spTgt spid="30"/>
                                        </p:tgtEl>
                                      </p:cBhvr>
                                      <p:by x="103000" y="103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9" fill="hold">
                      <p:stCondLst>
                        <p:cond delay="indefinite"/>
                      </p:stCondLst>
                      <p:childTnLst>
                        <p:par>
                          <p:cTn id="280" fill="hold">
                            <p:stCondLst>
                              <p:cond delay="0"/>
                            </p:stCondLst>
                            <p:childTnLst>
                              <p:par>
                                <p:cTn id="153" presetID="10" presetClass="exit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0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 vol="80000">
                                        <p:cTn id="152" display="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ndTgt r:embed="rId904" name="plop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5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8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2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8" presetID="10" presetClass="entr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7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1" presetID="22" presetClass="entr" presetSubtype="1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0" dur="4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6" presetID="42" presetClass="entr" presetSubtype="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3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74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5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1" presetID="42" presetClass="entr" presetSubtype="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8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79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0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6" presetID="42" presetClass="entr" presetSubtype="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3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84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5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1" presetID="42" presetClass="entr" presetSubtype="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8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89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0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3" presetID="26" presetClass="emph" presetSubtype="0" fill="hold" grpId="1" nodeType="withEffect">
                                  <p:stCondLst>
                                    <p:cond delay="640"/>
                                  </p:stCondLst>
                                  <p:childTnLst>
                                    <p:animScale>
                                      <p:cBhvr>
                                        <p:cTn id="192" dur="180" fill="hold" autoRev="1"/>
                                        <p:tgtEl>
                                          <p:spTgt spid="38"/>
                                        </p:tgtEl>
                                      </p:cBhvr>
                                      <p:by x="103000" y="103000"/>
                                    </p:animScale>
                                  </p:childTnLst>
                                </p:cTn>
                              </p:par>
                              <p:par>
                                <p:cTn id="195" presetID="26" presetClass="emph" presetSubtype="0" fill="hold" grpId="1" nodeType="withEffect">
                                  <p:stCondLst>
                                    <p:cond delay="640"/>
                                  </p:stCondLst>
                                  <p:childTnLst>
                                    <p:animScale>
                                      <p:cBhvr>
                                        <p:cTn id="194" dur="200" fill="hold" autoRev="1"/>
                                        <p:tgtEl>
                                          <p:spTgt spid="51"/>
                                        </p:tgtEl>
                                      </p:cBhvr>
                                      <p:by x="106000" y="106000"/>
                                    </p:animScale>
                                  </p:childTnLst>
                                </p:cTn>
                              </p:par>
                              <p:par>
                                <p:cTn id="197" presetID="1" presetClass="entr" presetSubtype="0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9" presetID="0" presetClass="path" presetSubtype="0" fill="hold" grpId="1" nodeType="withEffect">
                                  <p:stCondLst>
                                    <p:cond delay="140"/>
                                  </p:stCondLst>
                                  <p:childTnLst>
                                    <p:animMotion origin="layout" path="M 0 0 C -0.031 -0.1111 -0.0664 -0.125 -0.0885 0.081 E" pathEditMode="relative">
                                      <p:cBhvr>
                                        <p:cTn id="198" dur="900" fill="hold" decel="20000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2" presetID="10" presetClass="exit" presetSubtype="0" fill="hold" grpId="2" nodeType="withEffect">
                                  <p:stCondLst>
                                    <p:cond delay="76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0" dur="28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279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4" presetID="1" presetClass="entr" presetSubtype="0" fill="hold" grpId="0" nodeType="withEffect">
                                  <p:stCondLst>
                                    <p:cond delay="165"/>
                                  </p:stCondLst>
                                  <p:childTnLs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6" presetID="0" presetClass="path" presetSubtype="0" fill="hold" grpId="1" nodeType="withEffect">
                                  <p:stCondLst>
                                    <p:cond delay="165"/>
                                  </p:stCondLst>
                                  <p:childTnLst>
                                    <p:animMotion origin="layout" path="M 0 0 C -0.0219 -0.1556 -0.0469 -0.175 -0.0625 0.0616 E" pathEditMode="relative">
                                      <p:cBhvr>
                                        <p:cTn id="205" dur="900" fill="hold" decel="20000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9" presetID="10" presetClass="exit" presetSubtype="0" fill="hold" grpId="2" nodeType="withEffect">
                                  <p:stCondLst>
                                    <p:cond delay="785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7" dur="28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279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1" presetID="1" presetClass="entr" presetSubtype="0" fill="hold" grpId="0" nodeType="withEffect">
                                  <p:stCondLst>
                                    <p:cond delay="19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3" presetID="0" presetClass="path" presetSubtype="0" fill="hold" grpId="1" nodeType="withEffect">
                                  <p:stCondLst>
                                    <p:cond delay="190"/>
                                  </p:stCondLst>
                                  <p:childTnLst>
                                    <p:animMotion origin="layout" path="M 0 0 C -0.0109 -0.1778 -0.0234 -0.2 -0.0313 0.0519 E" pathEditMode="relative">
                                      <p:cBhvr>
                                        <p:cTn id="212" dur="900" fill="hold" decel="20000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6" presetID="10" presetClass="exit" presetSubtype="0" fill="hold" grpId="2" nodeType="withEffect">
                                  <p:stCondLst>
                                    <p:cond delay="81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4" dur="28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5" dur="1" fill="hold">
                                          <p:stCondLst>
                                            <p:cond delay="279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8" presetID="1" presetClass="entr" presetSubtype="0" fill="hold" grpId="0" nodeType="withEffect">
                                  <p:stCondLst>
                                    <p:cond delay="215"/>
                                  </p:stCondLst>
                                  <p:childTnLst>
                                    <p:set>
                                      <p:cBhvr>
                                        <p:cTn id="2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0" presetID="0" presetClass="path" presetSubtype="0" fill="hold" grpId="1" nodeType="withEffect">
                                  <p:stCondLst>
                                    <p:cond delay="215"/>
                                  </p:stCondLst>
                                  <p:childTnLst>
                                    <p:animMotion origin="layout" path="M 0 0 C 0.0018 -0.1852 0.0039 -0.2083 0.0052 0.0486 E" pathEditMode="relative">
                                      <p:cBhvr>
                                        <p:cTn id="219" dur="900" fill="hold" decel="20000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23" presetID="10" presetClass="exit" presetSubtype="0" fill="hold" grpId="2" nodeType="withEffect">
                                  <p:stCondLst>
                                    <p:cond delay="835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1" dur="28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279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5" presetID="1" presetClass="entr" presetSubtype="0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7" presetID="0" presetClass="path" presetSubtype="0" fill="hold" grpId="1" nodeType="withEffect">
                                  <p:stCondLst>
                                    <p:cond delay="140"/>
                                  </p:stCondLst>
                                  <p:childTnLst>
                                    <p:animMotion origin="layout" path="M 0 0 C 0.0128 -0.163 0.0273 -0.1833 0.0365 0.0583 E" pathEditMode="relative">
                                      <p:cBhvr>
                                        <p:cTn id="226" dur="900" fill="hold" decel="20000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30" presetID="10" presetClass="exit" presetSubtype="0" fill="hold" grpId="2" nodeType="withEffect">
                                  <p:stCondLst>
                                    <p:cond delay="76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8" dur="28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9" dur="1" fill="hold">
                                          <p:stCondLst>
                                            <p:cond delay="279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2" presetID="1" presetClass="entr" presetSubtype="0" fill="hold" grpId="0" nodeType="withEffect">
                                  <p:stCondLst>
                                    <p:cond delay="165"/>
                                  </p:stCondLst>
                                  <p:childTnLst>
                                    <p:set>
                                      <p:cBhvr>
                                        <p:cTn id="2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4" presetID="0" presetClass="path" presetSubtype="0" fill="hold" grpId="1" nodeType="withEffect">
                                  <p:stCondLst>
                                    <p:cond delay="165"/>
                                  </p:stCondLst>
                                  <p:childTnLst>
                                    <p:animMotion origin="layout" path="M 0 0 C 0.0237 -0.1407 0.0508 -0.1583 0.0677 0.0681 E" pathEditMode="relative">
                                      <p:cBhvr>
                                        <p:cTn id="233" dur="900" fill="hold" decel="20000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37" presetID="10" presetClass="exit" presetSubtype="0" fill="hold" grpId="2" nodeType="withEffect">
                                  <p:stCondLst>
                                    <p:cond delay="785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5" dur="28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279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9" presetID="1" presetClass="entr" presetSubtype="0" fill="hold" grpId="0" nodeType="withEffect">
                                  <p:stCondLst>
                                    <p:cond delay="190"/>
                                  </p:stCondLst>
                                  <p:childTnLst>
                                    <p:set>
                                      <p:cBhvr>
                                        <p:cTn id="2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1" presetID="0" presetClass="path" presetSubtype="0" fill="hold" grpId="1" nodeType="withEffect">
                                  <p:stCondLst>
                                    <p:cond delay="190"/>
                                  </p:stCondLst>
                                  <p:childTnLst>
                                    <p:animMotion origin="layout" path="M 0 0 C 0.0337 -0.1037 0.0723 -0.1167 0.0964 0.0843 E" pathEditMode="relative">
                                      <p:cBhvr>
                                        <p:cTn id="240" dur="900" fill="hold" decel="20000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4" presetID="10" presetClass="exit" presetSubtype="0" fill="hold" grpId="2" nodeType="withEffect">
                                  <p:stCondLst>
                                    <p:cond delay="81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2" dur="28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3" dur="1" fill="hold">
                                          <p:stCondLst>
                                            <p:cond delay="279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6" presetID="1" presetClass="entr" presetSubtype="0" fill="hold" grpId="0" nodeType="withEffect">
                                  <p:stCondLst>
                                    <p:cond delay="215"/>
                                  </p:stCondLst>
                                  <p:childTnLst>
                                    <p:set>
                                      <p:cBhvr>
                                        <p:cTn id="2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8" presetID="0" presetClass="path" presetSubtype="0" fill="hold" grpId="1" nodeType="withEffect">
                                  <p:stCondLst>
                                    <p:cond delay="215"/>
                                  </p:stCondLst>
                                  <p:childTnLst>
                                    <p:animMotion origin="layout" path="M 0 0 C -0.0365 -0.0667 -0.0781 -0.075 -0.1042 0.1005 E" pathEditMode="relative">
                                      <p:cBhvr>
                                        <p:cTn id="247" dur="900" fill="hold" decel="20000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51" presetID="10" presetClass="exit" presetSubtype="0" fill="hold" grpId="2" nodeType="withEffect">
                                  <p:stCondLst>
                                    <p:cond delay="835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9" dur="28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0" dur="1" fill="hold">
                                          <p:stCondLst>
                                            <p:cond delay="279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3" presetID="1" presetClass="entr" presetSubtype="0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2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5" presetID="0" presetClass="path" presetSubtype="0" fill="hold" grpId="1" nodeType="withEffect">
                                  <p:stCondLst>
                                    <p:cond delay="140"/>
                                  </p:stCondLst>
                                  <p:childTnLst>
                                    <p:animMotion origin="layout" path="M 0 0 C 0.0392 -0.0593 0.084 -0.0667 0.112 0.1037 E" pathEditMode="relative">
                                      <p:cBhvr>
                                        <p:cTn id="254" dur="900" fill="hold" decel="20000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58" presetID="10" presetClass="exit" presetSubtype="0" fill="hold" grpId="2" nodeType="withEffect">
                                  <p:stCondLst>
                                    <p:cond delay="76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6" dur="28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7" dur="1" fill="hold">
                                          <p:stCondLst>
                                            <p:cond delay="279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0" presetID="1" presetClass="entr" presetSubtype="0" fill="hold" grpId="0" nodeType="withEffect">
                                  <p:stCondLst>
                                    <p:cond delay="165"/>
                                  </p:stCondLst>
                                  <p:childTnLst>
                                    <p:set>
                                      <p:cBhvr>
                                        <p:cTn id="2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2" presetID="0" presetClass="path" presetSubtype="0" fill="hold" grpId="1" nodeType="withEffect">
                                  <p:stCondLst>
                                    <p:cond delay="165"/>
                                  </p:stCondLst>
                                  <p:childTnLst>
                                    <p:animMotion origin="layout" path="M 0 0 C -0.0055 -0.1333 -0.0117 -0.15 -0.0156 0.0713 E" pathEditMode="relative">
                                      <p:cBhvr>
                                        <p:cTn id="261" dur="900" fill="hold" decel="20000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65" presetID="10" presetClass="exit" presetSubtype="0" fill="hold" grpId="2" nodeType="withEffect">
                                  <p:stCondLst>
                                    <p:cond delay="785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3" dur="28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4" dur="1" fill="hold">
                                          <p:stCondLst>
                                            <p:cond delay="279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7" presetID="1" presetClass="entr" presetSubtype="0" fill="hold" grpId="0" nodeType="withEffect">
                                  <p:stCondLst>
                                    <p:cond delay="190"/>
                                  </p:stCondLst>
                                  <p:childTnLst>
                                    <p:set>
                                      <p:cBhvr>
                                        <p:cTn id="2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9" presetID="0" presetClass="path" presetSubtype="0" fill="hold" grpId="1" nodeType="withEffect">
                                  <p:stCondLst>
                                    <p:cond delay="190"/>
                                  </p:stCondLst>
                                  <p:childTnLst>
                                    <p:animMotion origin="layout" path="M 0 0 C 0.0073 -0.1259 0.0156 -0.1417 0.0208 0.0745 E" pathEditMode="relative">
                                      <p:cBhvr>
                                        <p:cTn id="268" dur="900" fill="hold" decel="20000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72" presetID="10" presetClass="exit" presetSubtype="0" fill="hold" grpId="2" nodeType="withEffect">
                                  <p:stCondLst>
                                    <p:cond delay="81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0" dur="28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1" dur="1" fill="hold">
                                          <p:stCondLst>
                                            <p:cond delay="279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4" presetID="1" presetClass="entr" presetSubtype="0" fill="hold" grpId="0" nodeType="withEffect">
                                  <p:stCondLst>
                                    <p:cond delay="215"/>
                                  </p:stCondLst>
                                  <p:childTnLst>
                                    <p:set>
                                      <p:cBhvr>
                                        <p:cTn id="2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6" presetID="0" presetClass="path" presetSubtype="0" fill="hold" grpId="1" nodeType="withEffect">
                                  <p:stCondLst>
                                    <p:cond delay="215"/>
                                  </p:stCondLst>
                                  <p:childTnLst>
                                    <p:animMotion origin="layout" path="M 0 0 C 0.0273 -0.1778 0.0586 -0.2 0.0781 0.0519 E" pathEditMode="relative">
                                      <p:cBhvr>
                                        <p:cTn id="275" dur="900" fill="hold" decel="20000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79" presetID="10" presetClass="exit" presetSubtype="0" fill="hold" grpId="2" nodeType="withEffect">
                                  <p:stCondLst>
                                    <p:cond delay="835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7" dur="28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8" dur="1" fill="hold">
                                          <p:stCondLst>
                                            <p:cond delay="279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1" fill="hold">
                      <p:stCondLst>
                        <p:cond delay="indefinite"/>
                      </p:stCondLst>
                      <p:childTnLst>
                        <p:par>
                          <p:cTn id="323" fill="hold">
                            <p:stCondLst>
                              <p:cond delay="0"/>
                            </p:stCondLst>
                            <p:childTnLst>
                              <p:par>
                                <p:cTn id="284" presetID="10" presetClass="exit" presetSubtype="0" fill="hold" grpId="4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3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7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6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0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9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3" presetID="10" presetClass="exit" presetSubtype="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6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5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9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8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1" dur="55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02" dur="55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3" dur="55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 vol="80000">
                                        <p:cTn id="304" display="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ndTgt r:embed="rId905" name="stamp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3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7" dur="55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08" dur="55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9" dur="55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5" presetID="42" presetClass="entr" presetSubtype="0" fill="hold" grpId="0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3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2" dur="55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13" dur="55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4" dur="55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0" presetID="42" presetClass="entr" presetSubtype="0" fill="hold" grpId="0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3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7" dur="55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18" dur="55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9" dur="55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2" presetID="26" presetClass="emph" presetSubtype="0" fill="hold" grpId="1" nodeType="withEffect">
                                  <p:stCondLst>
                                    <p:cond delay="650"/>
                                  </p:stCondLst>
                                  <p:childTnLst>
                                    <p:animScale>
                                      <p:cBhvr>
                                        <p:cTn id="321" dur="200" fill="hold" autoRev="1"/>
                                        <p:tgtEl>
                                          <p:spTgt spid="55"/>
                                        </p:tgtEl>
                                      </p:cBhvr>
                                      <p:by x="104000" y="104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324" restart="whenNotActive" fill="hold" evtFilter="cancelBubble" nodeType="interactiveSeq">
                <p:stCondLst>
                  <p:cond evt="onClick" delay="0">
                    <p:tgtEl>
                      <p:spTgt spid="2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25" fill="hold">
                      <p:stCondLst>
                        <p:cond delay="0"/>
                      </p:stCondLst>
                      <p:childTnLst>
                        <p:par>
                          <p:cTn id="339" fill="hold">
                            <p:stCondLst>
                              <p:cond delay="0"/>
                            </p:stCondLst>
                            <p:childTnLst>
                              <p:par>
                                <p:cTn id="328" presetID="26" presetClass="emph" presetSubtype="0" fill="hold" grpId="5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326" dur="210" fill="hold" autoRev="1"/>
                                        <p:tgtEl>
                                          <p:spTgt spid="16"/>
                                        </p:tgtEl>
                                      </p:cBhvr>
                                      <p:by x="108000" y="108000"/>
                                    </p:animScale>
                                  </p:childTnLst>
                                  <p:subTnLst>
                                    <p:audio>
                                      <p:cMediaNode vol="80000">
                                        <p:cTn id="327" display="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ndTgt r:embed="rId906" name="t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330" presetID="26" presetClass="emph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329" dur="210" fill="hold" autoRev="1"/>
                                        <p:tgtEl>
                                          <p:spTgt spid="17"/>
                                        </p:tgtEl>
                                      </p:cBhvr>
                                      <p:by x="108000" y="108000"/>
                                    </p:animScale>
                                  </p:childTnLst>
                                </p:cTn>
                              </p:par>
                              <p:par>
                                <p:cTn id="332" presetID="26" presetClass="emph" presetSubtype="0" fill="hold" grpId="2" nodeType="withEffect">
                                  <p:stCondLst>
                                    <p:cond delay="60"/>
                                  </p:stCondLst>
                                  <p:childTnLst>
                                    <p:animScale>
                                      <p:cBhvr>
                                        <p:cTn id="331" dur="240" fill="hold" autoRev="1"/>
                                        <p:tgtEl>
                                          <p:spTgt spid="34"/>
                                        </p:tgtEl>
                                      </p:cBhvr>
                                      <p:by x="104000" y="104000"/>
                                    </p:animScale>
                                  </p:childTnLst>
                                </p:cTn>
                              </p:par>
                              <p:par>
                                <p:cTn id="334" presetID="26" presetClass="emph" presetSubtype="0" fill="hold" grpId="1" nodeType="withEffect">
                                  <p:stCondLst>
                                    <p:cond delay="60"/>
                                  </p:stCondLst>
                                  <p:childTnLst>
                                    <p:animScale>
                                      <p:cBhvr>
                                        <p:cTn id="333" dur="240" fill="hold" autoRev="1"/>
                                        <p:tgtEl>
                                          <p:spTgt spid="35"/>
                                        </p:tgtEl>
                                      </p:cBhvr>
                                      <p:by x="104000" y="104000"/>
                                    </p:animScale>
                                  </p:childTnLst>
                                </p:cTn>
                              </p:par>
                              <p:par>
                                <p:cTn id="336" presetID="26" presetClass="emph" presetSubtype="0" fill="hold" grpId="1" nodeType="withEffect">
                                  <p:stCondLst>
                                    <p:cond delay="60"/>
                                  </p:stCondLst>
                                  <p:childTnLst>
                                    <p:animScale>
                                      <p:cBhvr>
                                        <p:cTn id="335" dur="240" fill="hold" autoRev="1"/>
                                        <p:tgtEl>
                                          <p:spTgt spid="36"/>
                                        </p:tgtEl>
                                      </p:cBhvr>
                                      <p:by x="104000" y="104000"/>
                                    </p:animScale>
                                  </p:childTnLst>
                                </p:cTn>
                              </p:par>
                              <p:par>
                                <p:cTn id="338" presetID="26" presetClass="emph" presetSubtype="0" fill="hold" grpId="1" nodeType="withEffect">
                                  <p:stCondLst>
                                    <p:cond delay="60"/>
                                  </p:stCondLst>
                                  <p:childTnLst>
                                    <p:animScale>
                                      <p:cBhvr>
                                        <p:cTn id="337" dur="240" fill="hold" autoRev="1"/>
                                        <p:tgtEl>
                                          <p:spTgt spid="37"/>
                                        </p:tgtEl>
                                      </p:cBhvr>
                                      <p:by x="104000" y="104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3"/>
                  </p:tgtEl>
                </p:cond>
              </p:nextCondLst>
            </p:seq>
            <p:seq concurrent="1" nextAc="seek">
              <p:cTn id="340" restart="whenNotActive" fill="hold" evtFilter="cancelBubble" nodeType="interactiveSeq">
                <p:stCondLst>
                  <p:cond evt="onClick" delay="0">
                    <p:tgtEl>
                      <p:spTgt spid="2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41" fill="hold">
                      <p:stCondLst>
                        <p:cond delay="0"/>
                      </p:stCondLst>
                      <p:childTnLst>
                        <p:par>
                          <p:cTn id="355" fill="hold">
                            <p:stCondLst>
                              <p:cond delay="0"/>
                            </p:stCondLst>
                            <p:childTnLst>
                              <p:par>
                                <p:cTn id="344" presetID="26" presetClass="emph" presetSubtype="0" fill="hold" grpId="5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342" dur="210" fill="hold" autoRev="1"/>
                                        <p:tgtEl>
                                          <p:spTgt spid="12"/>
                                        </p:tgtEl>
                                      </p:cBhvr>
                                      <p:by x="108000" y="108000"/>
                                    </p:animScale>
                                  </p:childTnLst>
                                  <p:subTnLst>
                                    <p:audio>
                                      <p:cMediaNode vol="80000">
                                        <p:cTn id="343" display="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ndTgt r:embed="rId906" name="t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346" presetID="26" presetClass="emph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345" dur="210" fill="hold" autoRev="1"/>
                                        <p:tgtEl>
                                          <p:spTgt spid="13"/>
                                        </p:tgtEl>
                                      </p:cBhvr>
                                      <p:by x="108000" y="108000"/>
                                    </p:animScale>
                                  </p:childTnLst>
                                </p:cTn>
                              </p:par>
                              <p:par>
                                <p:cTn id="348" presetID="26" presetClass="emph" presetSubtype="0" fill="hold" grpId="2" nodeType="withEffect">
                                  <p:stCondLst>
                                    <p:cond delay="60"/>
                                  </p:stCondLst>
                                  <p:childTnLst>
                                    <p:animScale>
                                      <p:cBhvr>
                                        <p:cTn id="347" dur="240" fill="hold" autoRev="1"/>
                                        <p:tgtEl>
                                          <p:spTgt spid="30"/>
                                        </p:tgtEl>
                                      </p:cBhvr>
                                      <p:by x="104000" y="104000"/>
                                    </p:animScale>
                                  </p:childTnLst>
                                </p:cTn>
                              </p:par>
                              <p:par>
                                <p:cTn id="350" presetID="26" presetClass="emph" presetSubtype="0" fill="hold" grpId="1" nodeType="withEffect">
                                  <p:stCondLst>
                                    <p:cond delay="60"/>
                                  </p:stCondLst>
                                  <p:childTnLst>
                                    <p:animScale>
                                      <p:cBhvr>
                                        <p:cTn id="349" dur="240" fill="hold" autoRev="1"/>
                                        <p:tgtEl>
                                          <p:spTgt spid="31"/>
                                        </p:tgtEl>
                                      </p:cBhvr>
                                      <p:by x="104000" y="104000"/>
                                    </p:animScale>
                                  </p:childTnLst>
                                </p:cTn>
                              </p:par>
                              <p:par>
                                <p:cTn id="352" presetID="26" presetClass="emph" presetSubtype="0" fill="hold" grpId="1" nodeType="withEffect">
                                  <p:stCondLst>
                                    <p:cond delay="60"/>
                                  </p:stCondLst>
                                  <p:childTnLst>
                                    <p:animScale>
                                      <p:cBhvr>
                                        <p:cTn id="351" dur="240" fill="hold" autoRev="1"/>
                                        <p:tgtEl>
                                          <p:spTgt spid="32"/>
                                        </p:tgtEl>
                                      </p:cBhvr>
                                      <p:by x="104000" y="104000"/>
                                    </p:animScale>
                                  </p:childTnLst>
                                </p:cTn>
                              </p:par>
                              <p:par>
                                <p:cTn id="354" presetID="26" presetClass="emph" presetSubtype="0" fill="hold" grpId="1" nodeType="withEffect">
                                  <p:stCondLst>
                                    <p:cond delay="60"/>
                                  </p:stCondLst>
                                  <p:childTnLst>
                                    <p:animScale>
                                      <p:cBhvr>
                                        <p:cTn id="353" dur="240" fill="hold" autoRev="1"/>
                                        <p:tgtEl>
                                          <p:spTgt spid="33"/>
                                        </p:tgtEl>
                                      </p:cBhvr>
                                      <p:by x="104000" y="104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"/>
                  </p:tgtEl>
                </p:cond>
              </p:nextCondLst>
            </p:seq>
            <p:seq concurrent="1" nextAc="seek">
              <p:cTn id="356" restart="whenNotActive" fill="hold" evtFilter="cancelBubble" nodeType="interactiveSeq">
                <p:stCondLst>
                  <p:cond evt="onClick" delay="0">
                    <p:tgtEl>
                      <p:spTgt spid="2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57" fill="hold">
                      <p:stCondLst>
                        <p:cond delay="0"/>
                      </p:stCondLst>
                      <p:childTnLst>
                        <p:par>
                          <p:cTn id="371" fill="hold">
                            <p:stCondLst>
                              <p:cond delay="0"/>
                            </p:stCondLst>
                            <p:childTnLst>
                              <p:par>
                                <p:cTn id="360" presetID="26" presetClass="emph" presetSubtype="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358" dur="210" fill="hold" autoRev="1"/>
                                        <p:tgtEl>
                                          <p:spTgt spid="20"/>
                                        </p:tgtEl>
                                      </p:cBhvr>
                                      <p:by x="108000" y="108000"/>
                                    </p:animScale>
                                  </p:childTnLst>
                                  <p:subTnLst>
                                    <p:audio>
                                      <p:cMediaNode vol="80000">
                                        <p:cTn id="359" display="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ndTgt r:embed="rId906" name="t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362" presetID="26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361" dur="210" fill="hold" autoRev="1"/>
                                        <p:tgtEl>
                                          <p:spTgt spid="21"/>
                                        </p:tgtEl>
                                      </p:cBhvr>
                                      <p:by x="108000" y="108000"/>
                                    </p:animScale>
                                  </p:childTnLst>
                                </p:cTn>
                              </p:par>
                              <p:par>
                                <p:cTn id="364" presetID="26" presetClass="emph" presetSubtype="0" fill="hold" grpId="2" nodeType="withEffect">
                                  <p:stCondLst>
                                    <p:cond delay="60"/>
                                  </p:stCondLst>
                                  <p:childTnLst>
                                    <p:animScale>
                                      <p:cBhvr>
                                        <p:cTn id="363" dur="240" fill="hold" autoRev="1"/>
                                        <p:tgtEl>
                                          <p:spTgt spid="38"/>
                                        </p:tgtEl>
                                      </p:cBhvr>
                                      <p:by x="104000" y="104000"/>
                                    </p:animScale>
                                  </p:childTnLst>
                                </p:cTn>
                              </p:par>
                              <p:par>
                                <p:cTn id="366" presetID="26" presetClass="emph" presetSubtype="0" fill="hold" grpId="2" nodeType="withEffect">
                                  <p:stCondLst>
                                    <p:cond delay="60"/>
                                  </p:stCondLst>
                                  <p:childTnLst>
                                    <p:animScale>
                                      <p:cBhvr>
                                        <p:cTn id="365" dur="240" fill="hold" autoRev="1"/>
                                        <p:tgtEl>
                                          <p:spTgt spid="51"/>
                                        </p:tgtEl>
                                      </p:cBhvr>
                                      <p:by x="104000" y="104000"/>
                                    </p:animScale>
                                  </p:childTnLst>
                                </p:cTn>
                              </p:par>
                              <p:par>
                                <p:cTn id="368" presetID="26" presetClass="emph" presetSubtype="0" fill="hold" grpId="1" nodeType="withEffect">
                                  <p:stCondLst>
                                    <p:cond delay="60"/>
                                  </p:stCondLst>
                                  <p:childTnLst>
                                    <p:animScale>
                                      <p:cBhvr>
                                        <p:cTn id="367" dur="240" fill="hold" autoRev="1"/>
                                        <p:tgtEl>
                                          <p:spTgt spid="52"/>
                                        </p:tgtEl>
                                      </p:cBhvr>
                                      <p:by x="104000" y="104000"/>
                                    </p:animScale>
                                  </p:childTnLst>
                                </p:cTn>
                              </p:par>
                              <p:par>
                                <p:cTn id="370" presetID="26" presetClass="emph" presetSubtype="0" fill="hold" grpId="1" nodeType="withEffect">
                                  <p:stCondLst>
                                    <p:cond delay="60"/>
                                  </p:stCondLst>
                                  <p:childTnLst>
                                    <p:animScale>
                                      <p:cBhvr>
                                        <p:cTn id="369" dur="240" fill="hold" autoRev="1"/>
                                        <p:tgtEl>
                                          <p:spTgt spid="53"/>
                                        </p:tgtEl>
                                      </p:cBhvr>
                                      <p:by x="104000" y="104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4"/>
                  </p:tgtEl>
                </p:cond>
              </p:nextCondLst>
            </p:seq>
            <p:seq concurrent="1" nextAc="seek">
              <p:cTn id="372" restart="whenNotActive" fill="hold" evtFilter="cancelBubble" nodeType="interactiveSeq">
                <p:stCondLst>
                  <p:cond evt="onClick" delay="0">
                    <p:tgtEl>
                      <p:spTgt spid="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73" fill="hold">
                      <p:stCondLst>
                        <p:cond delay="0"/>
                      </p:stCondLst>
                      <p:childTnLst>
                        <p:par>
                          <p:cTn id="379" fill="hold">
                            <p:stCondLst>
                              <p:cond delay="0"/>
                            </p:stCondLst>
                            <p:childTnLst>
                              <p:par>
                                <p:cTn id="376" presetID="32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Rot by="360000">
                                      <p:cBhvr>
                                        <p:cTn id="374" dur="175" fill="hold" autoRev="1" repeatCount="20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 vol="80000">
                                        <p:cTn id="375" display="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ndTgt r:embed="rId901" name="din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378" presetID="32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Rot by="360000">
                                      <p:cBhvr>
                                        <p:cTn id="377" dur="175" fill="hold" autoRev="1" repeatCount="20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6"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9" grpId="1" animBg="1"/>
      <p:bldP spid="10" grpId="0" animBg="1"/>
      <p:bldP spid="10" grpId="1" animBg="1"/>
      <p:bldP spid="12" grpId="0" animBg="1"/>
      <p:bldP spid="12" grpId="1" animBg="1"/>
      <p:bldP spid="14" grpId="0" animBg="1"/>
      <p:bldP spid="14" grpId="1" animBg="1"/>
      <p:bldP spid="16" grpId="0" animBg="1"/>
      <p:bldP spid="16" grpId="1" animBg="1"/>
      <p:bldP spid="18" grpId="0" animBg="1"/>
      <p:bldP spid="18" grpId="1" animBg="1"/>
      <p:bldP spid="20" grpId="0" animBg="1"/>
      <p:bldP spid="20" grpId="1" animBg="1"/>
      <p:bldP spid="25" grpId="0" animBg="1"/>
      <p:bldP spid="26" grpId="0" animBg="1"/>
      <p:bldP spid="16" grpId="2" animBg="1"/>
      <p:bldP spid="15" grpId="0" animBg="1"/>
      <p:bldP spid="17" grpId="0" animBg="1"/>
      <p:bldP spid="34" grpId="0" animBg="1"/>
      <p:bldP spid="36" grpId="0" animBg="1"/>
      <p:bldP spid="37" grpId="0" animBg="1"/>
      <p:bldP spid="34" grpId="1" animBg="1"/>
      <p:bldP spid="12" grpId="2" animBg="1"/>
      <p:bldP spid="11" grpId="0" animBg="1"/>
      <p:bldP spid="13" grpId="0" animBg="1"/>
      <p:bldP spid="17" grpId="1" animBg="1"/>
      <p:bldP spid="15" grpId="1" animBg="1"/>
      <p:bldP spid="16" grpId="3" animBg="1"/>
      <p:bldP spid="30" grpId="0" animBg="1"/>
      <p:bldP spid="32" grpId="0" animBg="1"/>
      <p:bldP spid="33" grpId="0" animBg="1"/>
      <p:bldP spid="30" grpId="1" animBg="1"/>
      <p:bldP spid="20" grpId="2" animBg="1"/>
      <p:bldP spid="19" grpId="0" animBg="1"/>
      <p:bldP spid="21" grpId="0" animBg="1"/>
      <p:bldP spid="13" grpId="1" animBg="1"/>
      <p:bldP spid="11" grpId="1" animBg="1"/>
      <p:bldP spid="12" grpId="3" animBg="1"/>
      <p:bldP spid="38" grpId="0" animBg="1"/>
      <p:bldP spid="52" grpId="0" animBg="1"/>
      <p:bldP spid="53" grpId="0" animBg="1"/>
      <p:bldP spid="38" grpId="1" animBg="1"/>
      <p:bldP spid="39" grpId="0" animBg="1"/>
      <p:bldP spid="39" grpId="1" animBg="1"/>
      <p:bldP spid="39" grpId="2" animBg="1"/>
      <p:bldP spid="40" grpId="0" animBg="1"/>
      <p:bldP spid="40" grpId="1" animBg="1"/>
      <p:bldP spid="40" grpId="2" animBg="1"/>
      <p:bldP spid="41" grpId="0" animBg="1"/>
      <p:bldP spid="41" grpId="1" animBg="1"/>
      <p:bldP spid="41" grpId="2" animBg="1"/>
      <p:bldP spid="42" grpId="0" animBg="1"/>
      <p:bldP spid="42" grpId="1" animBg="1"/>
      <p:bldP spid="42" grpId="2" animBg="1"/>
      <p:bldP spid="43" grpId="0" animBg="1"/>
      <p:bldP spid="43" grpId="1" animBg="1"/>
      <p:bldP spid="43" grpId="2" animBg="1"/>
      <p:bldP spid="44" grpId="0" animBg="1"/>
      <p:bldP spid="44" grpId="1" animBg="1"/>
      <p:bldP spid="44" grpId="2" animBg="1"/>
      <p:bldP spid="45" grpId="0" animBg="1"/>
      <p:bldP spid="45" grpId="1" animBg="1"/>
      <p:bldP spid="45" grpId="2" animBg="1"/>
      <p:bldP spid="46" grpId="0" animBg="1"/>
      <p:bldP spid="46" grpId="1" animBg="1"/>
      <p:bldP spid="46" grpId="2" animBg="1"/>
      <p:bldP spid="47" grpId="0" animBg="1"/>
      <p:bldP spid="47" grpId="1" animBg="1"/>
      <p:bldP spid="47" grpId="2" animBg="1"/>
      <p:bldP spid="48" grpId="0" animBg="1"/>
      <p:bldP spid="48" grpId="1" animBg="1"/>
      <p:bldP spid="48" grpId="2" animBg="1"/>
      <p:bldP spid="49" grpId="0" animBg="1"/>
      <p:bldP spid="49" grpId="1" animBg="1"/>
      <p:bldP spid="49" grpId="2" animBg="1"/>
      <p:bldP spid="50" grpId="0" animBg="1"/>
      <p:bldP spid="50" grpId="1" animBg="1"/>
      <p:bldP spid="50" grpId="2" animBg="1"/>
      <p:bldP spid="16" grpId="4" animBg="1"/>
      <p:bldP spid="15" grpId="2" animBg="1"/>
      <p:bldP spid="17" grpId="2" animBg="1"/>
      <p:bldP spid="12" grpId="4" animBg="1"/>
      <p:bldP spid="11" grpId="2" animBg="1"/>
      <p:bldP spid="13" grpId="2" animBg="1"/>
      <p:bldP spid="54" grpId="0" animBg="1"/>
      <p:bldP spid="55" grpId="0" animBg="1"/>
      <p:bldP spid="56" grpId="0" animBg="1"/>
      <p:bldP spid="57" grpId="0" animBg="1"/>
      <p:bldP spid="55" grpId="1" animBg="1"/>
      <p:bldP spid="16" grpId="5" animBg="1"/>
      <p:bldP spid="17" grpId="3" animBg="1"/>
      <p:bldP spid="34" grpId="2" animBg="1"/>
      <p:bldP spid="36" grpId="1" animBg="1"/>
      <p:bldP spid="37" grpId="1" animBg="1"/>
      <p:bldP spid="12" grpId="5" animBg="1"/>
      <p:bldP spid="13" grpId="3" animBg="1"/>
      <p:bldP spid="30" grpId="2" animBg="1"/>
      <p:bldP spid="32" grpId="1" animBg="1"/>
      <p:bldP spid="33" grpId="1" animBg="1"/>
      <p:bldP spid="20" grpId="3" animBg="1"/>
      <p:bldP spid="21" grpId="1" animBg="1"/>
      <p:bldP spid="38" grpId="2" animBg="1"/>
      <p:bldP spid="52" grpId="1" animBg="1"/>
      <p:bldP spid="53" grpId="1" animBg="1"/>
      <p:bldP spid="26" grpId="1" animBg="1"/>
      <p:bldP spid="25" grpId="1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5"/>
          <p:cNvSpPr/>
          <p:nvPr>
            <p:ph idx="106" type="body" hasCustomPrompt="1"/>
          </p:nvPr>
        </p:nvSpPr>
        <p:spPr>
          <a:xfrm>
            <a:off x="698500" y="622300"/>
            <a:ext cx="88900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ru-RU" sz="1100" b="1" spc="350" kern="0" dirty="0">
                <a:solidFill>
                  <a:srgbClr val="F6B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ТЕОРЕМА 1</a:t>
            </a:r>
            <a:endParaRPr lang="ru-RU" sz="1100" dirty="0"/>
          </a:p>
        </p:txBody>
      </p:sp>
      <p:sp>
        <p:nvSpPr>
          <p:cNvPr id="3" name="Text 5"/>
          <p:cNvSpPr/>
          <p:nvPr>
            <p:ph idx="107" type="title" hasCustomPrompt="1"/>
          </p:nvPr>
        </p:nvSpPr>
        <p:spPr>
          <a:xfrm>
            <a:off x="698500" y="863600"/>
            <a:ext cx="10795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ru-RU" sz="3200" dirty="0">
                <a:solidFill>
                  <a:srgbClr val="F5EBD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Математика спасает тарелку!</a:t>
            </a:r>
            <a:endParaRPr lang="ru-RU" sz="3200" dirty="0"/>
          </a:p>
        </p:txBody>
      </p:sp>
      <p:sp>
        <p:nvSpPr>
          <p:cNvPr id="4" name="Text 5"/>
          <p:cNvSpPr/>
          <p:nvPr>
            <p:ph idx="105" type="body" hasCustomPrompt="1"/>
          </p:nvPr>
        </p:nvSpPr>
        <p:spPr>
          <a:xfrm>
            <a:off x="1651000" y="6553200"/>
            <a:ext cx="4445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ru-RU" sz="950" b="1" spc="120" kern="0" dirty="0">
                <a:solidFill>
                  <a:srgbClr val="D8C7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ТЕОРЕМА 1</a:t>
            </a:r>
            <a:endParaRPr lang="ru-RU" sz="950" dirty="0"/>
          </a:p>
        </p:txBody>
      </p:sp>
      <p:sp>
        <p:nvSpPr>
          <p:cNvPr id="5" name="sldNum"/>
          <p:cNvSpPr txBox="1"/>
          <p:nvPr/>
        </p:nvSpPr>
        <p:spPr>
          <a:xfrm>
            <a:off x="10795000" y="6553200"/>
            <a:ext cx="6985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ru-RU" sz="1100" b="1" dirty="0">
                <a:solidFill>
                  <a:srgbClr val="F5EBD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ru-RU" sz="1100" dirty="0"/>
          </a:p>
        </p:txBody>
      </p:sp>
      <p:graphicFrame>
        <p:nvGraphicFramePr>
          <p:cNvPr id="6" name="chartGrid" descr=""/>
          <p:cNvGraphicFramePr/>
          <p:nvPr/>
        </p:nvGraphicFramePr>
        <p:xfrm>
          <a:off x="1079500" y="2032000"/>
          <a:ext cx="6604000" cy="34925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limLine"/>
          <p:cNvSpPr/>
          <p:nvPr/>
        </p:nvSpPr>
        <p:spPr>
          <a:xfrm>
            <a:off x="1206500" y="2852964"/>
            <a:ext cx="6350000" cy="0"/>
          </a:xfrm>
          <a:prstGeom prst="line">
            <a:avLst/>
          </a:prstGeom>
          <a:ln w="25400">
            <a:solidFill>
              <a:srgbClr val="F6BB2A"/>
            </a:solidFill>
            <a:prstDash val="dash"/>
          </a:ln>
        </p:spPr>
      </p:sp>
      <p:sp>
        <p:nvSpPr>
          <p:cNvPr id="8" name="limLbl"/>
          <p:cNvSpPr txBox="1"/>
          <p:nvPr/>
        </p:nvSpPr>
        <p:spPr>
          <a:xfrm>
            <a:off x="5461000" y="2510064"/>
            <a:ext cx="2032000" cy="292100"/>
          </a:xfrm>
          <a:prstGeom prst="rect">
            <a:avLst/>
          </a:prstGeom>
          <a:noFill/>
          <a:ln/>
          <a:effectLst>
            <a:outerShdw sx="100000" sy="100000" kx="0" ky="0" algn="bl" rotWithShape="0" blurRad="76200" dist="50800" dir="5400000">
              <a:srgbClr val="17181B">
                <a:alpha val="100000"/>
              </a:srgbClr>
            </a:outerShdw>
          </a:effectLst>
        </p:spPr>
        <p:txBody>
          <a:bodyPr wrap="none" lIns="0" tIns="0" rIns="0" bIns="0" rtlCol="0" anchor="b"/>
          <a:lstStyle/>
          <a:p>
            <a:pPr algn="r" indent="0" marL="0">
              <a:buNone/>
            </a:pPr>
            <a:r>
              <a:rPr lang="ru-RU" sz="1500" b="1" dirty="0">
                <a:solidFill>
                  <a:srgbClr val="F6B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10/7 ≈ 1,43</a:t>
            </a:r>
            <a:endParaRPr lang="ru-RU" sz="1500" dirty="0"/>
          </a:p>
        </p:txBody>
      </p:sp>
      <p:sp>
        <p:nvSpPr>
          <p:cNvPr id="9" name="xAxis"/>
          <p:cNvSpPr/>
          <p:nvPr/>
        </p:nvSpPr>
        <p:spPr>
          <a:xfrm>
            <a:off x="1206500" y="5397500"/>
            <a:ext cx="6553200" cy="0"/>
          </a:xfrm>
          <a:prstGeom prst="line">
            <a:avLst/>
          </a:prstGeom>
          <a:noFill/>
          <a:ln w="25400">
            <a:solidFill>
              <a:srgbClr val="D8C79F"/>
            </a:solidFill>
            <a:prstDash val="solid"/>
            <a:tailEnd type="triangle"/>
          </a:ln>
        </p:spPr>
      </p:sp>
      <p:sp>
        <p:nvSpPr>
          <p:cNvPr id="10" name="yAxis"/>
          <p:cNvSpPr/>
          <p:nvPr/>
        </p:nvSpPr>
        <p:spPr>
          <a:xfrm>
            <a:off x="1206500" y="1955800"/>
            <a:ext cx="0" cy="3441700"/>
          </a:xfrm>
          <a:prstGeom prst="line">
            <a:avLst/>
          </a:prstGeom>
          <a:noFill/>
          <a:ln w="25400">
            <a:solidFill>
              <a:srgbClr val="D8C79F"/>
            </a:solidFill>
            <a:prstDash val="solid"/>
            <a:headEnd type="triangle"/>
          </a:ln>
        </p:spPr>
      </p:sp>
      <p:sp>
        <p:nvSpPr>
          <p:cNvPr id="11" name="yt8"/>
          <p:cNvSpPr txBox="1"/>
          <p:nvPr/>
        </p:nvSpPr>
        <p:spPr>
          <a:xfrm>
            <a:off x="520700" y="5270500"/>
            <a:ext cx="5715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ru-RU" sz="1200" b="1" dirty="0">
                <a:solidFill>
                  <a:srgbClr val="A39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0,8</a:t>
            </a:r>
            <a:endParaRPr lang="ru-RU" sz="1200" dirty="0"/>
          </a:p>
        </p:txBody>
      </p:sp>
      <p:sp>
        <p:nvSpPr>
          <p:cNvPr id="12" name="yt10"/>
          <p:cNvSpPr txBox="1"/>
          <p:nvPr/>
        </p:nvSpPr>
        <p:spPr>
          <a:xfrm>
            <a:off x="520700" y="4460875"/>
            <a:ext cx="5715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ru-RU" sz="1200" b="1" dirty="0">
                <a:solidFill>
                  <a:srgbClr val="A39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1,0</a:t>
            </a:r>
            <a:endParaRPr lang="ru-RU" sz="1200" dirty="0"/>
          </a:p>
        </p:txBody>
      </p:sp>
      <p:sp>
        <p:nvSpPr>
          <p:cNvPr id="13" name="yt12"/>
          <p:cNvSpPr txBox="1"/>
          <p:nvPr/>
        </p:nvSpPr>
        <p:spPr>
          <a:xfrm>
            <a:off x="520700" y="3651250"/>
            <a:ext cx="5715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ru-RU" sz="1200" b="1" dirty="0">
                <a:solidFill>
                  <a:srgbClr val="A39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1,2</a:t>
            </a:r>
            <a:endParaRPr lang="ru-RU" sz="1200" dirty="0"/>
          </a:p>
        </p:txBody>
      </p:sp>
      <p:sp>
        <p:nvSpPr>
          <p:cNvPr id="14" name="yt14"/>
          <p:cNvSpPr txBox="1"/>
          <p:nvPr/>
        </p:nvSpPr>
        <p:spPr>
          <a:xfrm>
            <a:off x="520700" y="2841625"/>
            <a:ext cx="5715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ru-RU" sz="1200" b="1" dirty="0">
                <a:solidFill>
                  <a:srgbClr val="A39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1,4</a:t>
            </a:r>
            <a:endParaRPr lang="ru-RU" sz="1200" dirty="0"/>
          </a:p>
        </p:txBody>
      </p:sp>
      <p:sp>
        <p:nvSpPr>
          <p:cNvPr id="15" name="yt16"/>
          <p:cNvSpPr txBox="1"/>
          <p:nvPr/>
        </p:nvSpPr>
        <p:spPr>
          <a:xfrm>
            <a:off x="520700" y="2032000"/>
            <a:ext cx="5715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ru-RU" sz="1200" b="1" dirty="0">
                <a:solidFill>
                  <a:srgbClr val="A39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1,6</a:t>
            </a:r>
            <a:endParaRPr lang="ru-RU" sz="1200" dirty="0"/>
          </a:p>
        </p:txBody>
      </p:sp>
      <p:sp>
        <p:nvSpPr>
          <p:cNvPr id="16" name="xt0"/>
          <p:cNvSpPr txBox="1"/>
          <p:nvPr/>
        </p:nvSpPr>
        <p:spPr>
          <a:xfrm>
            <a:off x="952500" y="54737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ru-RU" sz="1200" b="1" dirty="0">
                <a:solidFill>
                  <a:srgbClr val="A39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ru-RU" sz="1200" dirty="0"/>
          </a:p>
        </p:txBody>
      </p:sp>
      <p:sp>
        <p:nvSpPr>
          <p:cNvPr id="17" name="xt5"/>
          <p:cNvSpPr txBox="1"/>
          <p:nvPr/>
        </p:nvSpPr>
        <p:spPr>
          <a:xfrm>
            <a:off x="2540000" y="54737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ru-RU" sz="1200" b="1" dirty="0">
                <a:solidFill>
                  <a:srgbClr val="A39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ru-RU" sz="1200" dirty="0"/>
          </a:p>
        </p:txBody>
      </p:sp>
      <p:sp>
        <p:nvSpPr>
          <p:cNvPr id="18" name="xt10"/>
          <p:cNvSpPr txBox="1"/>
          <p:nvPr/>
        </p:nvSpPr>
        <p:spPr>
          <a:xfrm>
            <a:off x="4127500" y="54737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ru-RU" sz="1200" b="1" dirty="0">
                <a:solidFill>
                  <a:srgbClr val="A39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ru-RU" sz="1200" dirty="0"/>
          </a:p>
        </p:txBody>
      </p:sp>
      <p:sp>
        <p:nvSpPr>
          <p:cNvPr id="19" name="xt15"/>
          <p:cNvSpPr txBox="1"/>
          <p:nvPr/>
        </p:nvSpPr>
        <p:spPr>
          <a:xfrm>
            <a:off x="5715000" y="54737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ru-RU" sz="1200" b="1" dirty="0">
                <a:solidFill>
                  <a:srgbClr val="A39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</a:t>
            </a:r>
            <a:endParaRPr lang="ru-RU" sz="1200" dirty="0"/>
          </a:p>
        </p:txBody>
      </p:sp>
      <p:sp>
        <p:nvSpPr>
          <p:cNvPr id="20" name="xt20"/>
          <p:cNvSpPr txBox="1"/>
          <p:nvPr/>
        </p:nvSpPr>
        <p:spPr>
          <a:xfrm>
            <a:off x="7302500" y="54737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ru-RU" sz="1200" b="1" dirty="0">
                <a:solidFill>
                  <a:srgbClr val="A39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</a:t>
            </a:r>
            <a:endParaRPr lang="ru-RU" sz="1200" dirty="0"/>
          </a:p>
        </p:txBody>
      </p:sp>
      <p:sp>
        <p:nvSpPr>
          <p:cNvPr id="21" name="yLab"/>
          <p:cNvSpPr txBox="1"/>
          <p:nvPr/>
        </p:nvSpPr>
        <p:spPr>
          <a:xfrm>
            <a:off x="330200" y="1689100"/>
            <a:ext cx="762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algn="r" indent="0" marL="0">
              <a:buNone/>
            </a:pPr>
            <a:r>
              <a:rPr lang="ru-RU" sz="1700" i="1" dirty="0">
                <a:solidFill>
                  <a:srgbClr val="F5EBD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</a:t>
            </a:r>
            <a:r>
              <a:rPr lang="ru-RU" sz="1700" i="1" baseline="-20000" dirty="0">
                <a:solidFill>
                  <a:srgbClr val="F5EBD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</a:t>
            </a:r>
            <a:endParaRPr lang="ru-RU" sz="1700" dirty="0"/>
          </a:p>
        </p:txBody>
      </p:sp>
      <p:sp>
        <p:nvSpPr>
          <p:cNvPr id="22" name="xLab"/>
          <p:cNvSpPr txBox="1"/>
          <p:nvPr/>
        </p:nvSpPr>
        <p:spPr>
          <a:xfrm>
            <a:off x="5905500" y="5664200"/>
            <a:ext cx="1651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algn="r" indent="0" marL="0">
              <a:buNone/>
            </a:pPr>
            <a:r>
              <a:rPr lang="ru-RU" sz="1700" i="1" dirty="0">
                <a:solidFill>
                  <a:srgbClr val="F5EBD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циклы, </a:t>
            </a:r>
            <a:r>
              <a:rPr lang="ru-RU" sz="1700" i="1" dirty="0">
                <a:solidFill>
                  <a:srgbClr val="F5EBD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</a:t>
            </a:r>
            <a:endParaRPr lang="ru-RU" sz="1700" dirty="0"/>
          </a:p>
        </p:txBody>
      </p:sp>
      <p:graphicFrame>
        <p:nvGraphicFramePr>
          <p:cNvPr id="23" name="chartLine" descr=""/>
          <p:cNvGraphicFramePr/>
          <p:nvPr/>
        </p:nvGraphicFramePr>
        <p:xfrm>
          <a:off x="1054100" y="2006600"/>
          <a:ext cx="6654800" cy="35433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24" name="chartDots" descr=""/>
          <p:cNvGraphicFramePr/>
          <p:nvPr/>
        </p:nvGraphicFramePr>
        <p:xfrm>
          <a:off x="1054100" y="2006600"/>
          <a:ext cx="6654800" cy="35433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25" name="head0"/>
          <p:cNvSpPr/>
          <p:nvPr/>
        </p:nvSpPr>
        <p:spPr>
          <a:xfrm>
            <a:off x="1123950" y="4505325"/>
            <a:ext cx="165100" cy="165100"/>
          </a:xfrm>
          <a:prstGeom prst="ellipse">
            <a:avLst/>
          </a:prstGeom>
          <a:solidFill>
            <a:srgbClr val="52B6FF"/>
          </a:solidFill>
          <a:ln w="31750">
            <a:solidFill>
              <a:srgbClr val="17181B"/>
            </a:solidFill>
            <a:prstDash val="solid"/>
          </a:ln>
        </p:spPr>
      </p:sp>
      <p:sp>
        <p:nvSpPr>
          <p:cNvPr id="26" name="head20"/>
          <p:cNvSpPr/>
          <p:nvPr/>
        </p:nvSpPr>
        <p:spPr>
          <a:xfrm>
            <a:off x="7473950" y="2770414"/>
            <a:ext cx="165100" cy="165100"/>
          </a:xfrm>
          <a:prstGeom prst="ellipse">
            <a:avLst/>
          </a:prstGeom>
          <a:solidFill>
            <a:srgbClr val="52B6FF"/>
          </a:solidFill>
          <a:ln w="31750">
            <a:solidFill>
              <a:srgbClr val="17181B"/>
            </a:solidFill>
            <a:prstDash val="solid"/>
          </a:ln>
        </p:spPr>
      </p:sp>
      <p:sp>
        <p:nvSpPr>
          <p:cNvPr id="27" name="thmCard"/>
          <p:cNvSpPr/>
          <p:nvPr/>
        </p:nvSpPr>
        <p:spPr>
          <a:xfrm>
            <a:off x="7937500" y="1790700"/>
            <a:ext cx="3556000" cy="2194560"/>
          </a:xfrm>
          <a:prstGeom prst="roundRect">
            <a:avLst>
              <a:gd name="adj" fmla="val 6366"/>
            </a:avLst>
          </a:prstGeom>
          <a:solidFill>
            <a:srgbClr val="F5EBD5"/>
          </a:solidFill>
          <a:ln/>
          <a:effectLst>
            <a:outerShdw sx="100000" sy="100000" kx="0" ky="0" algn="bl" rotWithShape="0" blurRad="317500" dist="152400" dir="5400000">
              <a:srgbClr val="000000">
                <a:alpha val="35000"/>
              </a:srgbClr>
            </a:outerShdw>
          </a:effectLst>
        </p:spPr>
      </p:sp>
      <p:sp>
        <p:nvSpPr>
          <p:cNvPr id="28" name="thmBadge"/>
          <p:cNvSpPr txBox="1"/>
          <p:nvPr/>
        </p:nvSpPr>
        <p:spPr>
          <a:xfrm>
            <a:off x="9924415" y="1704975"/>
            <a:ext cx="1416685" cy="215900"/>
          </a:xfrm>
          <a:prstGeom prst="roundRect">
            <a:avLst>
              <a:gd name="adj" fmla="val 211765"/>
            </a:avLst>
          </a:prstGeom>
          <a:solidFill>
            <a:srgbClr val="F6BB2A"/>
          </a:solidFill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ru-RU" sz="1000" b="1" spc="150" kern="0" dirty="0">
                <a:solidFill>
                  <a:srgbClr val="1B18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МАТЕМАТИКА</a:t>
            </a:r>
            <a:endParaRPr lang="ru-RU" sz="1000" dirty="0"/>
          </a:p>
        </p:txBody>
      </p:sp>
      <p:sp>
        <p:nvSpPr>
          <p:cNvPr id="29" name="thmT"/>
          <p:cNvSpPr txBox="1"/>
          <p:nvPr/>
        </p:nvSpPr>
        <p:spPr>
          <a:xfrm>
            <a:off x="8140700" y="1968500"/>
            <a:ext cx="3276600" cy="535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ru-RU" sz="1450" b="1" dirty="0">
                <a:solidFill>
                  <a:srgbClr val="1B18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Теорема 1.</a:t>
            </a:r>
            <a:r>
              <a:rPr lang="ru-RU" sz="1450" dirty="0">
                <a:solidFill>
                  <a:srgbClr val="1B18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Пусть </a:t>
            </a:r>
            <a:r>
              <a:rPr lang="ru-RU" sz="1450" i="1" dirty="0">
                <a:solidFill>
                  <a:srgbClr val="1B18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</a:t>
            </a:r>
            <a:r>
              <a:rPr lang="ru-RU" sz="1450" baseline="-20000" dirty="0">
                <a:solidFill>
                  <a:srgbClr val="1B18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r>
              <a:rPr lang="ru-RU" sz="1450" dirty="0">
                <a:solidFill>
                  <a:srgbClr val="1B18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= 1</a:t>
            </a:r>
            <a:endParaRPr lang="ru-RU" sz="14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ru-RU" sz="1450" dirty="0">
                <a:solidFill>
                  <a:srgbClr val="1B18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и </a:t>
            </a:r>
            <a:r>
              <a:rPr lang="ru-RU" sz="1450" i="1" dirty="0">
                <a:solidFill>
                  <a:srgbClr val="1B18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</a:t>
            </a:r>
            <a:r>
              <a:rPr lang="ru-RU" sz="1450" i="1" baseline="-20000" dirty="0">
                <a:solidFill>
                  <a:srgbClr val="1B18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</a:t>
            </a:r>
            <a:r>
              <a:rPr lang="ru-RU" sz="1450" baseline="-20000" dirty="0">
                <a:solidFill>
                  <a:srgbClr val="1B18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+1</a:t>
            </a:r>
            <a:r>
              <a:rPr lang="ru-RU" sz="1450" dirty="0">
                <a:solidFill>
                  <a:srgbClr val="1B18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= 0,3·</a:t>
            </a:r>
            <a:r>
              <a:rPr lang="ru-RU" sz="1450" i="1" dirty="0">
                <a:solidFill>
                  <a:srgbClr val="1B18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</a:t>
            </a:r>
            <a:r>
              <a:rPr lang="ru-RU" sz="1450" i="1" baseline="-20000" dirty="0">
                <a:solidFill>
                  <a:srgbClr val="1B18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</a:t>
            </a:r>
            <a:r>
              <a:rPr lang="ru-RU" sz="1450" dirty="0">
                <a:solidFill>
                  <a:srgbClr val="1B18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+ 1. Тогда</a:t>
            </a:r>
            <a:endParaRPr lang="ru-RU" sz="1450" dirty="0"/>
          </a:p>
        </p:txBody>
      </p:sp>
      <p:sp>
        <p:nvSpPr>
          <p:cNvPr id="30" name="limWord"/>
          <p:cNvSpPr txBox="1"/>
          <p:nvPr/>
        </p:nvSpPr>
        <p:spPr>
          <a:xfrm>
            <a:off x="8077200" y="2548255"/>
            <a:ext cx="639445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ru-RU" sz="2700" dirty="0">
                <a:solidFill>
                  <a:srgbClr val="1B18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</a:t>
            </a:r>
            <a:endParaRPr lang="ru-RU" sz="2700" dirty="0"/>
          </a:p>
        </p:txBody>
      </p:sp>
      <p:sp>
        <p:nvSpPr>
          <p:cNvPr id="31" name="limSub"/>
          <p:cNvSpPr txBox="1"/>
          <p:nvPr/>
        </p:nvSpPr>
        <p:spPr>
          <a:xfrm>
            <a:off x="8139430" y="2919730"/>
            <a:ext cx="514985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ru-RU" sz="1150" i="1" dirty="0">
                <a:solidFill>
                  <a:srgbClr val="1B18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</a:t>
            </a:r>
            <a:r>
              <a:rPr lang="ru-RU" sz="1150" dirty="0">
                <a:solidFill>
                  <a:srgbClr val="1B18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r>
              <a:rPr lang="ru-RU" sz="1150" dirty="0">
                <a:solidFill>
                  <a:srgbClr val="1B18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∞</a:t>
            </a:r>
            <a:endParaRPr lang="ru-RU" sz="1150" dirty="0"/>
          </a:p>
        </p:txBody>
      </p:sp>
      <p:sp>
        <p:nvSpPr>
          <p:cNvPr id="32" name="limP"/>
          <p:cNvSpPr txBox="1"/>
          <p:nvPr/>
        </p:nvSpPr>
        <p:spPr>
          <a:xfrm>
            <a:off x="8482330" y="2631758"/>
            <a:ext cx="9271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ru-RU" sz="2700" i="1" dirty="0">
                <a:solidFill>
                  <a:srgbClr val="1B18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</a:t>
            </a:r>
            <a:r>
              <a:rPr lang="ru-RU" sz="2700" i="1" baseline="-20000" dirty="0">
                <a:solidFill>
                  <a:srgbClr val="1B18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</a:t>
            </a:r>
            <a:r>
              <a:rPr lang="ru-RU" sz="2700" dirty="0">
                <a:solidFill>
                  <a:srgbClr val="1B18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=</a:t>
            </a:r>
            <a:endParaRPr lang="ru-RU" sz="2700" dirty="0"/>
          </a:p>
        </p:txBody>
      </p:sp>
      <p:sp>
        <p:nvSpPr>
          <p:cNvPr id="33" name="limNum"/>
          <p:cNvSpPr txBox="1"/>
          <p:nvPr/>
        </p:nvSpPr>
        <p:spPr>
          <a:xfrm>
            <a:off x="9383395" y="2529205"/>
            <a:ext cx="508000" cy="3022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ru-RU" sz="2100" dirty="0">
                <a:solidFill>
                  <a:srgbClr val="1B18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ru-RU" sz="2100" dirty="0"/>
          </a:p>
        </p:txBody>
      </p:sp>
      <p:sp>
        <p:nvSpPr>
          <p:cNvPr id="34" name="limBar"/>
          <p:cNvSpPr/>
          <p:nvPr/>
        </p:nvSpPr>
        <p:spPr>
          <a:xfrm>
            <a:off x="9472930" y="2847340"/>
            <a:ext cx="328930" cy="0"/>
          </a:xfrm>
          <a:prstGeom prst="line">
            <a:avLst/>
          </a:prstGeom>
          <a:ln w="19050">
            <a:solidFill>
              <a:srgbClr val="1B1814"/>
            </a:solidFill>
            <a:prstDash val="solid"/>
          </a:ln>
        </p:spPr>
      </p:sp>
      <p:sp>
        <p:nvSpPr>
          <p:cNvPr id="35" name="limDen"/>
          <p:cNvSpPr txBox="1"/>
          <p:nvPr/>
        </p:nvSpPr>
        <p:spPr>
          <a:xfrm>
            <a:off x="9383395" y="2869565"/>
            <a:ext cx="508000" cy="2832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ru-RU" sz="2100" dirty="0">
                <a:solidFill>
                  <a:srgbClr val="1B18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ru-RU" sz="2100" dirty="0"/>
          </a:p>
        </p:txBody>
      </p:sp>
      <p:sp>
        <p:nvSpPr>
          <p:cNvPr id="36" name="limVal"/>
          <p:cNvSpPr txBox="1"/>
          <p:nvPr/>
        </p:nvSpPr>
        <p:spPr>
          <a:xfrm>
            <a:off x="9878695" y="2631758"/>
            <a:ext cx="1538605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ru-RU" sz="2700" dirty="0">
                <a:solidFill>
                  <a:srgbClr val="1B18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 1,43</a:t>
            </a:r>
            <a:endParaRPr lang="ru-RU" sz="2700" dirty="0"/>
          </a:p>
        </p:txBody>
      </p:sp>
      <p:sp>
        <p:nvSpPr>
          <p:cNvPr id="37" name="prI"/>
          <p:cNvSpPr txBox="1"/>
          <p:nvPr/>
        </p:nvSpPr>
        <p:spPr>
          <a:xfrm>
            <a:off x="8140700" y="3218180"/>
            <a:ext cx="1905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ru-RU" sz="1400" i="1" dirty="0">
                <a:solidFill>
                  <a:srgbClr val="4A42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Доказательство:</a:t>
            </a:r>
            <a:endParaRPr lang="ru-RU" sz="1400" dirty="0"/>
          </a:p>
        </p:txBody>
      </p:sp>
      <p:sp>
        <p:nvSpPr>
          <p:cNvPr id="38" name="prP"/>
          <p:cNvSpPr txBox="1"/>
          <p:nvPr/>
        </p:nvSpPr>
        <p:spPr>
          <a:xfrm>
            <a:off x="9593580" y="3218180"/>
            <a:ext cx="5715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ru-RU" sz="1400" i="1" dirty="0">
                <a:solidFill>
                  <a:srgbClr val="4A42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</a:t>
            </a:r>
            <a:r>
              <a:rPr lang="ru-RU" sz="1400" i="1" baseline="-20000" dirty="0">
                <a:solidFill>
                  <a:srgbClr val="4A42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</a:t>
            </a:r>
            <a:r>
              <a:rPr lang="ru-RU" sz="1400" dirty="0">
                <a:solidFill>
                  <a:srgbClr val="4A42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=</a:t>
            </a:r>
            <a:endParaRPr lang="ru-RU" sz="1400" dirty="0"/>
          </a:p>
        </p:txBody>
      </p:sp>
      <p:sp>
        <p:nvSpPr>
          <p:cNvPr id="39" name="pf1n"/>
          <p:cNvSpPr txBox="1"/>
          <p:nvPr/>
        </p:nvSpPr>
        <p:spPr>
          <a:xfrm>
            <a:off x="10119043" y="3185160"/>
            <a:ext cx="381000" cy="19494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ru-RU" sz="1250" dirty="0">
                <a:solidFill>
                  <a:srgbClr val="4A42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ru-RU" sz="1250" dirty="0"/>
          </a:p>
        </p:txBody>
      </p:sp>
      <p:sp>
        <p:nvSpPr>
          <p:cNvPr id="40" name="pf1bar"/>
          <p:cNvSpPr/>
          <p:nvPr/>
        </p:nvSpPr>
        <p:spPr>
          <a:xfrm>
            <a:off x="10209530" y="3380105"/>
            <a:ext cx="200025" cy="0"/>
          </a:xfrm>
          <a:prstGeom prst="line">
            <a:avLst/>
          </a:prstGeom>
          <a:ln w="12700">
            <a:solidFill>
              <a:srgbClr val="4A4236"/>
            </a:solidFill>
            <a:prstDash val="solid"/>
          </a:ln>
        </p:spPr>
      </p:sp>
      <p:sp>
        <p:nvSpPr>
          <p:cNvPr id="41" name="pf1d"/>
          <p:cNvSpPr txBox="1"/>
          <p:nvPr/>
        </p:nvSpPr>
        <p:spPr>
          <a:xfrm>
            <a:off x="10119043" y="3392805"/>
            <a:ext cx="381000" cy="18224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ru-RU" sz="1250" dirty="0">
                <a:solidFill>
                  <a:srgbClr val="4A42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ru-RU" sz="1250" dirty="0"/>
          </a:p>
        </p:txBody>
      </p:sp>
      <p:sp>
        <p:nvSpPr>
          <p:cNvPr id="42" name="pf2n"/>
          <p:cNvSpPr txBox="1"/>
          <p:nvPr/>
        </p:nvSpPr>
        <p:spPr>
          <a:xfrm>
            <a:off x="10474960" y="3185160"/>
            <a:ext cx="381000" cy="19494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ru-RU" sz="1250" dirty="0">
                <a:solidFill>
                  <a:srgbClr val="4A42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ru-RU" sz="1250" dirty="0"/>
          </a:p>
        </p:txBody>
      </p:sp>
      <p:sp>
        <p:nvSpPr>
          <p:cNvPr id="43" name="pf2bar"/>
          <p:cNvSpPr/>
          <p:nvPr/>
        </p:nvSpPr>
        <p:spPr>
          <a:xfrm>
            <a:off x="10608945" y="3380105"/>
            <a:ext cx="113030" cy="0"/>
          </a:xfrm>
          <a:prstGeom prst="line">
            <a:avLst/>
          </a:prstGeom>
          <a:ln w="12700">
            <a:solidFill>
              <a:srgbClr val="4A4236"/>
            </a:solidFill>
            <a:prstDash val="solid"/>
          </a:ln>
        </p:spPr>
      </p:sp>
      <p:sp>
        <p:nvSpPr>
          <p:cNvPr id="44" name="pf2d"/>
          <p:cNvSpPr txBox="1"/>
          <p:nvPr/>
        </p:nvSpPr>
        <p:spPr>
          <a:xfrm>
            <a:off x="10474960" y="3392805"/>
            <a:ext cx="381000" cy="18224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ru-RU" sz="1250" dirty="0">
                <a:solidFill>
                  <a:srgbClr val="4A42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ru-RU" sz="1250" dirty="0"/>
          </a:p>
        </p:txBody>
      </p:sp>
      <p:sp>
        <p:nvSpPr>
          <p:cNvPr id="45" name="prMinus"/>
          <p:cNvSpPr txBox="1"/>
          <p:nvPr/>
        </p:nvSpPr>
        <p:spPr>
          <a:xfrm>
            <a:off x="10415905" y="3218180"/>
            <a:ext cx="18669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ru-RU" sz="1400" dirty="0">
                <a:solidFill>
                  <a:srgbClr val="4A42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</a:t>
            </a:r>
            <a:endParaRPr lang="ru-RU" sz="1400" dirty="0"/>
          </a:p>
        </p:txBody>
      </p:sp>
      <p:sp>
        <p:nvSpPr>
          <p:cNvPr id="46" name="prPow"/>
          <p:cNvSpPr txBox="1"/>
          <p:nvPr/>
        </p:nvSpPr>
        <p:spPr>
          <a:xfrm>
            <a:off x="10728325" y="3218180"/>
            <a:ext cx="6985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ru-RU" sz="1400" dirty="0">
                <a:solidFill>
                  <a:srgbClr val="4A42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·0,3</a:t>
            </a:r>
            <a:r>
              <a:rPr lang="ru-RU" sz="1400" i="1" baseline="30000" dirty="0">
                <a:solidFill>
                  <a:srgbClr val="4A42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</a:t>
            </a:r>
            <a:r>
              <a:rPr lang="ru-RU" sz="1400" dirty="0">
                <a:solidFill>
                  <a:srgbClr val="4A42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,</a:t>
            </a:r>
            <a:endParaRPr lang="ru-RU" sz="1400" dirty="0"/>
          </a:p>
        </p:txBody>
      </p:sp>
      <p:sp>
        <p:nvSpPr>
          <p:cNvPr id="47" name="prEnd"/>
          <p:cNvSpPr txBox="1"/>
          <p:nvPr/>
        </p:nvSpPr>
        <p:spPr>
          <a:xfrm>
            <a:off x="8140700" y="3546475"/>
            <a:ext cx="1905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ru-RU" sz="1400" dirty="0">
                <a:solidFill>
                  <a:srgbClr val="4A42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а 0,3</a:t>
            </a:r>
            <a:r>
              <a:rPr lang="ru-RU" sz="1400" i="1" baseline="30000" dirty="0">
                <a:solidFill>
                  <a:srgbClr val="4A42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</a:t>
            </a:r>
            <a:r>
              <a:rPr lang="ru-RU" sz="1400" dirty="0">
                <a:solidFill>
                  <a:srgbClr val="4A42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ru-RU" sz="1400" dirty="0">
                <a:solidFill>
                  <a:srgbClr val="4A4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r>
              <a:rPr lang="ru-RU" sz="1400" dirty="0">
                <a:solidFill>
                  <a:srgbClr val="4A42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0. ∎</a:t>
            </a:r>
            <a:endParaRPr lang="ru-RU" sz="1400" dirty="0"/>
          </a:p>
        </p:txBody>
      </p:sp>
      <p:sp>
        <p:nvSpPr>
          <p:cNvPr id="48" name="readout"/>
          <p:cNvSpPr/>
          <p:nvPr/>
        </p:nvSpPr>
        <p:spPr>
          <a:xfrm>
            <a:off x="7937500" y="4124960"/>
            <a:ext cx="3556000" cy="1130300"/>
          </a:xfrm>
          <a:prstGeom prst="roundRect">
            <a:avLst>
              <a:gd name="adj" fmla="val 12360"/>
            </a:avLst>
          </a:prstGeom>
          <a:solidFill>
            <a:srgbClr val="26292E"/>
          </a:solidFill>
          <a:ln w="9525">
            <a:solidFill>
              <a:srgbClr val="3A3E45"/>
            </a:solidFill>
            <a:prstDash val="solid"/>
          </a:ln>
          <a:effectLst>
            <a:outerShdw sx="100000" sy="100000" kx="0" ky="0" algn="bl" rotWithShape="0" blurRad="317500" dist="152400" dir="5400000">
              <a:srgbClr val="000000">
                <a:alpha val="35000"/>
              </a:srgbClr>
            </a:outerShdw>
          </a:effectLst>
        </p:spPr>
      </p:sp>
      <p:pic>
        <p:nvPicPr>
          <p:cNvPr id="49" name="plate0" descr="plate0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1000" y="4213860"/>
            <a:ext cx="1206500" cy="952500"/>
          </a:xfrm>
          <a:prstGeom prst="rect">
            <a:avLst/>
          </a:prstGeom>
        </p:spPr>
      </p:pic>
      <p:pic>
        <p:nvPicPr>
          <p:cNvPr id="50" name="plate1" descr="plate1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01000" y="4213860"/>
            <a:ext cx="1206500" cy="952500"/>
          </a:xfrm>
          <a:prstGeom prst="rect">
            <a:avLst/>
          </a:prstGeom>
        </p:spPr>
      </p:pic>
      <p:pic>
        <p:nvPicPr>
          <p:cNvPr id="51" name="plate2" descr="plate2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01000" y="4213860"/>
            <a:ext cx="1206500" cy="952500"/>
          </a:xfrm>
          <a:prstGeom prst="rect">
            <a:avLst/>
          </a:prstGeom>
        </p:spPr>
      </p:pic>
      <p:pic>
        <p:nvPicPr>
          <p:cNvPr id="52" name="plate20" descr="plate20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01000" y="4213860"/>
            <a:ext cx="1206500" cy="952500"/>
          </a:xfrm>
          <a:prstGeom prst="rect">
            <a:avLst/>
          </a:prstGeom>
        </p:spPr>
      </p:pic>
      <p:sp>
        <p:nvSpPr>
          <p:cNvPr id="53" name="cntLbl"/>
          <p:cNvSpPr txBox="1"/>
          <p:nvPr/>
        </p:nvSpPr>
        <p:spPr>
          <a:xfrm>
            <a:off x="9321800" y="4256405"/>
            <a:ext cx="2032000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ru-RU" sz="1000" b="1" spc="160" kern="0" dirty="0">
                <a:solidFill>
                  <a:srgbClr val="A39D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ПОСЛЕ ЦИКЛА</a:t>
            </a:r>
            <a:endParaRPr lang="ru-RU" sz="1000" dirty="0"/>
          </a:p>
        </p:txBody>
      </p:sp>
      <p:sp>
        <p:nvSpPr>
          <p:cNvPr id="54" name="n0"/>
          <p:cNvSpPr txBox="1"/>
          <p:nvPr/>
        </p:nvSpPr>
        <p:spPr>
          <a:xfrm>
            <a:off x="9321800" y="4453255"/>
            <a:ext cx="2095500" cy="31877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ru-RU" sz="1700" dirty="0">
                <a:solidFill>
                  <a:srgbClr val="D8C7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 = </a:t>
            </a:r>
            <a:r>
              <a:rPr lang="ru-RU" sz="1700" b="1" dirty="0">
                <a:solidFill>
                  <a:srgbClr val="F5EBD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ru-RU" sz="1700" dirty="0"/>
          </a:p>
        </p:txBody>
      </p:sp>
      <p:sp>
        <p:nvSpPr>
          <p:cNvPr id="55" name="p0"/>
          <p:cNvSpPr txBox="1"/>
          <p:nvPr/>
        </p:nvSpPr>
        <p:spPr>
          <a:xfrm>
            <a:off x="9321800" y="4759325"/>
            <a:ext cx="2133600" cy="3581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ru-RU" sz="1900" i="1" dirty="0">
                <a:solidFill>
                  <a:srgbClr val="F5EBD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</a:t>
            </a:r>
            <a:r>
              <a:rPr lang="ru-RU" sz="1900" baseline="-20000" dirty="0">
                <a:solidFill>
                  <a:srgbClr val="F5EBD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r>
              <a:rPr lang="ru-RU" sz="1900" dirty="0">
                <a:solidFill>
                  <a:srgbClr val="F5EBD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= </a:t>
            </a:r>
            <a:r>
              <a:rPr lang="ru-RU" sz="1900" b="1" dirty="0">
                <a:solidFill>
                  <a:srgbClr val="52B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1,000</a:t>
            </a:r>
            <a:r>
              <a:rPr lang="ru-RU" sz="1300" b="1" dirty="0">
                <a:solidFill>
                  <a:srgbClr val="A39D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порции</a:t>
            </a:r>
            <a:endParaRPr lang="ru-RU" sz="1900" dirty="0"/>
          </a:p>
        </p:txBody>
      </p:sp>
      <p:sp>
        <p:nvSpPr>
          <p:cNvPr id="56" name="n1"/>
          <p:cNvSpPr txBox="1"/>
          <p:nvPr/>
        </p:nvSpPr>
        <p:spPr>
          <a:xfrm>
            <a:off x="9321800" y="4453255"/>
            <a:ext cx="2095500" cy="31877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ru-RU" sz="1700" dirty="0">
                <a:solidFill>
                  <a:srgbClr val="D8C7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 = </a:t>
            </a:r>
            <a:r>
              <a:rPr lang="ru-RU" sz="1700" b="1" dirty="0">
                <a:solidFill>
                  <a:srgbClr val="F5EBD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ru-RU" sz="1700" dirty="0"/>
          </a:p>
        </p:txBody>
      </p:sp>
      <p:sp>
        <p:nvSpPr>
          <p:cNvPr id="57" name="p1"/>
          <p:cNvSpPr txBox="1"/>
          <p:nvPr/>
        </p:nvSpPr>
        <p:spPr>
          <a:xfrm>
            <a:off x="9321800" y="4759325"/>
            <a:ext cx="2133600" cy="3581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ru-RU" sz="1900" i="1" dirty="0">
                <a:solidFill>
                  <a:srgbClr val="F5EBD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</a:t>
            </a:r>
            <a:r>
              <a:rPr lang="ru-RU" sz="1900" baseline="-20000" dirty="0">
                <a:solidFill>
                  <a:srgbClr val="F5EBD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r>
              <a:rPr lang="ru-RU" sz="1900" dirty="0">
                <a:solidFill>
                  <a:srgbClr val="F5EBD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= </a:t>
            </a:r>
            <a:r>
              <a:rPr lang="ru-RU" sz="1900" b="1" dirty="0">
                <a:solidFill>
                  <a:srgbClr val="52B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1,300</a:t>
            </a:r>
            <a:r>
              <a:rPr lang="ru-RU" sz="1300" b="1" dirty="0">
                <a:solidFill>
                  <a:srgbClr val="A39D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порции</a:t>
            </a:r>
            <a:endParaRPr lang="ru-RU" sz="1900" dirty="0"/>
          </a:p>
        </p:txBody>
      </p:sp>
      <p:sp>
        <p:nvSpPr>
          <p:cNvPr id="58" name="n2"/>
          <p:cNvSpPr txBox="1"/>
          <p:nvPr/>
        </p:nvSpPr>
        <p:spPr>
          <a:xfrm>
            <a:off x="9321800" y="4453255"/>
            <a:ext cx="2095500" cy="31877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ru-RU" sz="1700" dirty="0">
                <a:solidFill>
                  <a:srgbClr val="D8C7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 = </a:t>
            </a:r>
            <a:r>
              <a:rPr lang="ru-RU" sz="1700" b="1" dirty="0">
                <a:solidFill>
                  <a:srgbClr val="F5EBD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ru-RU" sz="1700" dirty="0"/>
          </a:p>
        </p:txBody>
      </p:sp>
      <p:sp>
        <p:nvSpPr>
          <p:cNvPr id="59" name="p2"/>
          <p:cNvSpPr txBox="1"/>
          <p:nvPr/>
        </p:nvSpPr>
        <p:spPr>
          <a:xfrm>
            <a:off x="9321800" y="4759325"/>
            <a:ext cx="2133600" cy="3581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ru-RU" sz="1900" i="1" dirty="0">
                <a:solidFill>
                  <a:srgbClr val="F5EBD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</a:t>
            </a:r>
            <a:r>
              <a:rPr lang="ru-RU" sz="1900" baseline="-20000" dirty="0">
                <a:solidFill>
                  <a:srgbClr val="F5EBD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r>
              <a:rPr lang="ru-RU" sz="1900" dirty="0">
                <a:solidFill>
                  <a:srgbClr val="F5EBD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= </a:t>
            </a:r>
            <a:r>
              <a:rPr lang="ru-RU" sz="1900" b="1" dirty="0">
                <a:solidFill>
                  <a:srgbClr val="52B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1,390</a:t>
            </a:r>
            <a:r>
              <a:rPr lang="ru-RU" sz="1300" b="1" dirty="0">
                <a:solidFill>
                  <a:srgbClr val="A39D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порции</a:t>
            </a:r>
            <a:endParaRPr lang="ru-RU" sz="1900" dirty="0"/>
          </a:p>
        </p:txBody>
      </p:sp>
      <p:sp>
        <p:nvSpPr>
          <p:cNvPr id="60" name="n3"/>
          <p:cNvSpPr txBox="1"/>
          <p:nvPr/>
        </p:nvSpPr>
        <p:spPr>
          <a:xfrm>
            <a:off x="9321800" y="4453255"/>
            <a:ext cx="2095500" cy="31877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ru-RU" sz="1700" dirty="0">
                <a:solidFill>
                  <a:srgbClr val="D8C7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 = </a:t>
            </a:r>
            <a:r>
              <a:rPr lang="ru-RU" sz="1700" b="1" dirty="0">
                <a:solidFill>
                  <a:srgbClr val="F5EBD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ru-RU" sz="1700" dirty="0"/>
          </a:p>
        </p:txBody>
      </p:sp>
      <p:sp>
        <p:nvSpPr>
          <p:cNvPr id="61" name="p3"/>
          <p:cNvSpPr txBox="1"/>
          <p:nvPr/>
        </p:nvSpPr>
        <p:spPr>
          <a:xfrm>
            <a:off x="9321800" y="4759325"/>
            <a:ext cx="2133600" cy="3581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ru-RU" sz="1900" i="1" dirty="0">
                <a:solidFill>
                  <a:srgbClr val="F5EBD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</a:t>
            </a:r>
            <a:r>
              <a:rPr lang="ru-RU" sz="1900" baseline="-20000" dirty="0">
                <a:solidFill>
                  <a:srgbClr val="F5EBD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r>
              <a:rPr lang="ru-RU" sz="1900" dirty="0">
                <a:solidFill>
                  <a:srgbClr val="F5EBD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= </a:t>
            </a:r>
            <a:r>
              <a:rPr lang="ru-RU" sz="1900" b="1" dirty="0">
                <a:solidFill>
                  <a:srgbClr val="52B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1,417</a:t>
            </a:r>
            <a:r>
              <a:rPr lang="ru-RU" sz="1300" b="1" dirty="0">
                <a:solidFill>
                  <a:srgbClr val="A39D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порции</a:t>
            </a:r>
            <a:endParaRPr lang="ru-RU" sz="1900" dirty="0"/>
          </a:p>
        </p:txBody>
      </p:sp>
      <p:sp>
        <p:nvSpPr>
          <p:cNvPr id="62" name="n4"/>
          <p:cNvSpPr txBox="1"/>
          <p:nvPr/>
        </p:nvSpPr>
        <p:spPr>
          <a:xfrm>
            <a:off x="9321800" y="4453255"/>
            <a:ext cx="2095500" cy="31877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ru-RU" sz="1700" dirty="0">
                <a:solidFill>
                  <a:srgbClr val="D8C7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 = </a:t>
            </a:r>
            <a:r>
              <a:rPr lang="ru-RU" sz="1700" b="1" dirty="0">
                <a:solidFill>
                  <a:srgbClr val="F5EBD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ru-RU" sz="1700" dirty="0"/>
          </a:p>
        </p:txBody>
      </p:sp>
      <p:sp>
        <p:nvSpPr>
          <p:cNvPr id="63" name="p4"/>
          <p:cNvSpPr txBox="1"/>
          <p:nvPr/>
        </p:nvSpPr>
        <p:spPr>
          <a:xfrm>
            <a:off x="9321800" y="4759325"/>
            <a:ext cx="2133600" cy="3581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ru-RU" sz="1900" i="1" dirty="0">
                <a:solidFill>
                  <a:srgbClr val="F5EBD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</a:t>
            </a:r>
            <a:r>
              <a:rPr lang="ru-RU" sz="1900" baseline="-20000" dirty="0">
                <a:solidFill>
                  <a:srgbClr val="F5EBD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r>
              <a:rPr lang="ru-RU" sz="1900" dirty="0">
                <a:solidFill>
                  <a:srgbClr val="F5EBD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= </a:t>
            </a:r>
            <a:r>
              <a:rPr lang="ru-RU" sz="1900" b="1" dirty="0">
                <a:solidFill>
                  <a:srgbClr val="52B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1,425</a:t>
            </a:r>
            <a:r>
              <a:rPr lang="ru-RU" sz="1300" b="1" dirty="0">
                <a:solidFill>
                  <a:srgbClr val="A39D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порции</a:t>
            </a:r>
            <a:endParaRPr lang="ru-RU" sz="1900" dirty="0"/>
          </a:p>
        </p:txBody>
      </p:sp>
      <p:sp>
        <p:nvSpPr>
          <p:cNvPr id="64" name="n5"/>
          <p:cNvSpPr txBox="1"/>
          <p:nvPr/>
        </p:nvSpPr>
        <p:spPr>
          <a:xfrm>
            <a:off x="9321800" y="4453255"/>
            <a:ext cx="2095500" cy="31877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ru-RU" sz="1700" dirty="0">
                <a:solidFill>
                  <a:srgbClr val="D8C7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 = </a:t>
            </a:r>
            <a:r>
              <a:rPr lang="ru-RU" sz="1700" b="1" dirty="0">
                <a:solidFill>
                  <a:srgbClr val="F5EBD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ru-RU" sz="1700" dirty="0"/>
          </a:p>
        </p:txBody>
      </p:sp>
      <p:sp>
        <p:nvSpPr>
          <p:cNvPr id="65" name="p5"/>
          <p:cNvSpPr txBox="1"/>
          <p:nvPr/>
        </p:nvSpPr>
        <p:spPr>
          <a:xfrm>
            <a:off x="9321800" y="4759325"/>
            <a:ext cx="2133600" cy="3581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ru-RU" sz="1900" i="1" dirty="0">
                <a:solidFill>
                  <a:srgbClr val="F5EBD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</a:t>
            </a:r>
            <a:r>
              <a:rPr lang="ru-RU" sz="1900" baseline="-20000" dirty="0">
                <a:solidFill>
                  <a:srgbClr val="F5EBD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r>
              <a:rPr lang="ru-RU" sz="1900" dirty="0">
                <a:solidFill>
                  <a:srgbClr val="F5EBD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= </a:t>
            </a:r>
            <a:r>
              <a:rPr lang="ru-RU" sz="1900" b="1" dirty="0">
                <a:solidFill>
                  <a:srgbClr val="52B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1,428</a:t>
            </a:r>
            <a:r>
              <a:rPr lang="ru-RU" sz="1300" b="1" dirty="0">
                <a:solidFill>
                  <a:srgbClr val="A39D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порции</a:t>
            </a:r>
            <a:endParaRPr lang="ru-RU" sz="1900" dirty="0"/>
          </a:p>
        </p:txBody>
      </p:sp>
      <p:sp>
        <p:nvSpPr>
          <p:cNvPr id="66" name="n6"/>
          <p:cNvSpPr txBox="1"/>
          <p:nvPr/>
        </p:nvSpPr>
        <p:spPr>
          <a:xfrm>
            <a:off x="9321800" y="4453255"/>
            <a:ext cx="2095500" cy="31877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ru-RU" sz="1700" dirty="0">
                <a:solidFill>
                  <a:srgbClr val="D8C7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 = </a:t>
            </a:r>
            <a:r>
              <a:rPr lang="ru-RU" sz="1700" b="1" dirty="0">
                <a:solidFill>
                  <a:srgbClr val="F5EBD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ru-RU" sz="1700" dirty="0"/>
          </a:p>
        </p:txBody>
      </p:sp>
      <p:sp>
        <p:nvSpPr>
          <p:cNvPr id="67" name="p6"/>
          <p:cNvSpPr txBox="1"/>
          <p:nvPr/>
        </p:nvSpPr>
        <p:spPr>
          <a:xfrm>
            <a:off x="9321800" y="4759325"/>
            <a:ext cx="2133600" cy="3581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ru-RU" sz="1900" i="1" dirty="0">
                <a:solidFill>
                  <a:srgbClr val="F5EBD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</a:t>
            </a:r>
            <a:r>
              <a:rPr lang="ru-RU" sz="1900" baseline="-20000" dirty="0">
                <a:solidFill>
                  <a:srgbClr val="F5EBD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r>
              <a:rPr lang="ru-RU" sz="1900" dirty="0">
                <a:solidFill>
                  <a:srgbClr val="F5EBD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= </a:t>
            </a:r>
            <a:r>
              <a:rPr lang="ru-RU" sz="1900" b="1" dirty="0">
                <a:solidFill>
                  <a:srgbClr val="52B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1,428</a:t>
            </a:r>
            <a:r>
              <a:rPr lang="ru-RU" sz="1300" b="1" dirty="0">
                <a:solidFill>
                  <a:srgbClr val="A39D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порции</a:t>
            </a:r>
            <a:endParaRPr lang="ru-RU" sz="1900" dirty="0"/>
          </a:p>
        </p:txBody>
      </p:sp>
      <p:sp>
        <p:nvSpPr>
          <p:cNvPr id="68" name="n7"/>
          <p:cNvSpPr txBox="1"/>
          <p:nvPr/>
        </p:nvSpPr>
        <p:spPr>
          <a:xfrm>
            <a:off x="9321800" y="4453255"/>
            <a:ext cx="2095500" cy="31877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ru-RU" sz="1700" dirty="0">
                <a:solidFill>
                  <a:srgbClr val="D8C7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 = </a:t>
            </a:r>
            <a:r>
              <a:rPr lang="ru-RU" sz="1700" b="1" dirty="0">
                <a:solidFill>
                  <a:srgbClr val="F5EBD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ru-RU" sz="1700" dirty="0"/>
          </a:p>
        </p:txBody>
      </p:sp>
      <p:sp>
        <p:nvSpPr>
          <p:cNvPr id="69" name="p7"/>
          <p:cNvSpPr txBox="1"/>
          <p:nvPr/>
        </p:nvSpPr>
        <p:spPr>
          <a:xfrm>
            <a:off x="9321800" y="4759325"/>
            <a:ext cx="2133600" cy="3581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ru-RU" sz="1900" i="1" dirty="0">
                <a:solidFill>
                  <a:srgbClr val="F5EBD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</a:t>
            </a:r>
            <a:r>
              <a:rPr lang="ru-RU" sz="1900" baseline="-20000" dirty="0">
                <a:solidFill>
                  <a:srgbClr val="F5EBD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r>
              <a:rPr lang="ru-RU" sz="1900" dirty="0">
                <a:solidFill>
                  <a:srgbClr val="F5EBD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= </a:t>
            </a:r>
            <a:r>
              <a:rPr lang="ru-RU" sz="1900" b="1" dirty="0">
                <a:solidFill>
                  <a:srgbClr val="52B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1,428</a:t>
            </a:r>
            <a:r>
              <a:rPr lang="ru-RU" sz="1300" b="1" dirty="0">
                <a:solidFill>
                  <a:srgbClr val="A39D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порции</a:t>
            </a:r>
            <a:endParaRPr lang="ru-RU" sz="1900" dirty="0"/>
          </a:p>
        </p:txBody>
      </p:sp>
      <p:sp>
        <p:nvSpPr>
          <p:cNvPr id="70" name="n8"/>
          <p:cNvSpPr txBox="1"/>
          <p:nvPr/>
        </p:nvSpPr>
        <p:spPr>
          <a:xfrm>
            <a:off x="9321800" y="4453255"/>
            <a:ext cx="2095500" cy="31877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ru-RU" sz="1700" dirty="0">
                <a:solidFill>
                  <a:srgbClr val="D8C7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 = </a:t>
            </a:r>
            <a:r>
              <a:rPr lang="ru-RU" sz="1700" b="1" dirty="0">
                <a:solidFill>
                  <a:srgbClr val="F5EBD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endParaRPr lang="ru-RU" sz="1700" dirty="0"/>
          </a:p>
        </p:txBody>
      </p:sp>
      <p:sp>
        <p:nvSpPr>
          <p:cNvPr id="71" name="p8"/>
          <p:cNvSpPr txBox="1"/>
          <p:nvPr/>
        </p:nvSpPr>
        <p:spPr>
          <a:xfrm>
            <a:off x="9321800" y="4759325"/>
            <a:ext cx="2133600" cy="3581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ru-RU" sz="1900" i="1" dirty="0">
                <a:solidFill>
                  <a:srgbClr val="F5EBD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</a:t>
            </a:r>
            <a:r>
              <a:rPr lang="ru-RU" sz="1900" baseline="-20000" dirty="0">
                <a:solidFill>
                  <a:srgbClr val="F5EBD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r>
              <a:rPr lang="ru-RU" sz="1900" dirty="0">
                <a:solidFill>
                  <a:srgbClr val="F5EBD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= </a:t>
            </a:r>
            <a:r>
              <a:rPr lang="ru-RU" sz="1900" b="1" dirty="0">
                <a:solidFill>
                  <a:srgbClr val="52B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1,429</a:t>
            </a:r>
            <a:r>
              <a:rPr lang="ru-RU" sz="1300" b="1" dirty="0">
                <a:solidFill>
                  <a:srgbClr val="A39D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порции</a:t>
            </a:r>
            <a:endParaRPr lang="ru-RU" sz="1900" dirty="0"/>
          </a:p>
        </p:txBody>
      </p:sp>
      <p:sp>
        <p:nvSpPr>
          <p:cNvPr id="72" name="n9"/>
          <p:cNvSpPr txBox="1"/>
          <p:nvPr/>
        </p:nvSpPr>
        <p:spPr>
          <a:xfrm>
            <a:off x="9321800" y="4453255"/>
            <a:ext cx="2095500" cy="31877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ru-RU" sz="1700" dirty="0">
                <a:solidFill>
                  <a:srgbClr val="D8C7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 = </a:t>
            </a:r>
            <a:r>
              <a:rPr lang="ru-RU" sz="1700" b="1" dirty="0">
                <a:solidFill>
                  <a:srgbClr val="F5EBD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</a:t>
            </a:r>
            <a:endParaRPr lang="ru-RU" sz="1700" dirty="0"/>
          </a:p>
        </p:txBody>
      </p:sp>
      <p:sp>
        <p:nvSpPr>
          <p:cNvPr id="73" name="p9"/>
          <p:cNvSpPr txBox="1"/>
          <p:nvPr/>
        </p:nvSpPr>
        <p:spPr>
          <a:xfrm>
            <a:off x="9321800" y="4759325"/>
            <a:ext cx="2133600" cy="3581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ru-RU" sz="1900" i="1" dirty="0">
                <a:solidFill>
                  <a:srgbClr val="F5EBD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</a:t>
            </a:r>
            <a:r>
              <a:rPr lang="ru-RU" sz="1900" baseline="-20000" dirty="0">
                <a:solidFill>
                  <a:srgbClr val="F5EBD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r>
              <a:rPr lang="ru-RU" sz="1900" dirty="0">
                <a:solidFill>
                  <a:srgbClr val="F5EBD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= </a:t>
            </a:r>
            <a:r>
              <a:rPr lang="ru-RU" sz="1900" b="1" dirty="0">
                <a:solidFill>
                  <a:srgbClr val="52B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1,429</a:t>
            </a:r>
            <a:r>
              <a:rPr lang="ru-RU" sz="1300" b="1" dirty="0">
                <a:solidFill>
                  <a:srgbClr val="A39D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порции</a:t>
            </a:r>
            <a:endParaRPr lang="ru-RU" sz="1900" dirty="0"/>
          </a:p>
        </p:txBody>
      </p:sp>
      <p:sp>
        <p:nvSpPr>
          <p:cNvPr id="74" name="n10"/>
          <p:cNvSpPr txBox="1"/>
          <p:nvPr/>
        </p:nvSpPr>
        <p:spPr>
          <a:xfrm>
            <a:off x="9321800" y="4453255"/>
            <a:ext cx="2095500" cy="31877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ru-RU" sz="1700" dirty="0">
                <a:solidFill>
                  <a:srgbClr val="D8C7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 = </a:t>
            </a:r>
            <a:r>
              <a:rPr lang="ru-RU" sz="1700" b="1" dirty="0">
                <a:solidFill>
                  <a:srgbClr val="F5EBD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ru-RU" sz="1700" dirty="0"/>
          </a:p>
        </p:txBody>
      </p:sp>
      <p:sp>
        <p:nvSpPr>
          <p:cNvPr id="75" name="p10"/>
          <p:cNvSpPr txBox="1"/>
          <p:nvPr/>
        </p:nvSpPr>
        <p:spPr>
          <a:xfrm>
            <a:off x="9321800" y="4759325"/>
            <a:ext cx="2133600" cy="3581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ru-RU" sz="1900" i="1" dirty="0">
                <a:solidFill>
                  <a:srgbClr val="F5EBD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</a:t>
            </a:r>
            <a:r>
              <a:rPr lang="ru-RU" sz="1900" baseline="-20000" dirty="0">
                <a:solidFill>
                  <a:srgbClr val="F5EBD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r>
              <a:rPr lang="ru-RU" sz="1900" dirty="0">
                <a:solidFill>
                  <a:srgbClr val="F5EBD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= </a:t>
            </a:r>
            <a:r>
              <a:rPr lang="ru-RU" sz="1900" b="1" dirty="0">
                <a:solidFill>
                  <a:srgbClr val="52B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1,429</a:t>
            </a:r>
            <a:r>
              <a:rPr lang="ru-RU" sz="1300" b="1" dirty="0">
                <a:solidFill>
                  <a:srgbClr val="A39D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порции</a:t>
            </a:r>
            <a:endParaRPr lang="ru-RU" sz="1900" dirty="0"/>
          </a:p>
        </p:txBody>
      </p:sp>
      <p:sp>
        <p:nvSpPr>
          <p:cNvPr id="76" name="n11"/>
          <p:cNvSpPr txBox="1"/>
          <p:nvPr/>
        </p:nvSpPr>
        <p:spPr>
          <a:xfrm>
            <a:off x="9321800" y="4453255"/>
            <a:ext cx="2095500" cy="31877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ru-RU" sz="1700" dirty="0">
                <a:solidFill>
                  <a:srgbClr val="D8C7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 = </a:t>
            </a:r>
            <a:r>
              <a:rPr lang="ru-RU" sz="1700" b="1" dirty="0">
                <a:solidFill>
                  <a:srgbClr val="F5EBD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</a:t>
            </a:r>
            <a:endParaRPr lang="ru-RU" sz="1700" dirty="0"/>
          </a:p>
        </p:txBody>
      </p:sp>
      <p:sp>
        <p:nvSpPr>
          <p:cNvPr id="77" name="p11"/>
          <p:cNvSpPr txBox="1"/>
          <p:nvPr/>
        </p:nvSpPr>
        <p:spPr>
          <a:xfrm>
            <a:off x="9321800" y="4759325"/>
            <a:ext cx="2133600" cy="3581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ru-RU" sz="1900" i="1" dirty="0">
                <a:solidFill>
                  <a:srgbClr val="F5EBD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</a:t>
            </a:r>
            <a:r>
              <a:rPr lang="ru-RU" sz="1900" baseline="-20000" dirty="0">
                <a:solidFill>
                  <a:srgbClr val="F5EBD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r>
              <a:rPr lang="ru-RU" sz="1900" dirty="0">
                <a:solidFill>
                  <a:srgbClr val="F5EBD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= </a:t>
            </a:r>
            <a:r>
              <a:rPr lang="ru-RU" sz="1900" b="1" dirty="0">
                <a:solidFill>
                  <a:srgbClr val="52B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1,429</a:t>
            </a:r>
            <a:r>
              <a:rPr lang="ru-RU" sz="1300" b="1" dirty="0">
                <a:solidFill>
                  <a:srgbClr val="A39D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порции</a:t>
            </a:r>
            <a:endParaRPr lang="ru-RU" sz="1900" dirty="0"/>
          </a:p>
        </p:txBody>
      </p:sp>
      <p:sp>
        <p:nvSpPr>
          <p:cNvPr id="78" name="n12"/>
          <p:cNvSpPr txBox="1"/>
          <p:nvPr/>
        </p:nvSpPr>
        <p:spPr>
          <a:xfrm>
            <a:off x="9321800" y="4453255"/>
            <a:ext cx="2095500" cy="31877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ru-RU" sz="1700" dirty="0">
                <a:solidFill>
                  <a:srgbClr val="D8C7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 = </a:t>
            </a:r>
            <a:r>
              <a:rPr lang="ru-RU" sz="1700" b="1" dirty="0">
                <a:solidFill>
                  <a:srgbClr val="F5EBD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</a:t>
            </a:r>
            <a:endParaRPr lang="ru-RU" sz="1700" dirty="0"/>
          </a:p>
        </p:txBody>
      </p:sp>
      <p:sp>
        <p:nvSpPr>
          <p:cNvPr id="79" name="p12"/>
          <p:cNvSpPr txBox="1"/>
          <p:nvPr/>
        </p:nvSpPr>
        <p:spPr>
          <a:xfrm>
            <a:off x="9321800" y="4759325"/>
            <a:ext cx="2133600" cy="3581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ru-RU" sz="1900" i="1" dirty="0">
                <a:solidFill>
                  <a:srgbClr val="F5EBD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</a:t>
            </a:r>
            <a:r>
              <a:rPr lang="ru-RU" sz="1900" baseline="-20000" dirty="0">
                <a:solidFill>
                  <a:srgbClr val="F5EBD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r>
              <a:rPr lang="ru-RU" sz="1900" dirty="0">
                <a:solidFill>
                  <a:srgbClr val="F5EBD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= </a:t>
            </a:r>
            <a:r>
              <a:rPr lang="ru-RU" sz="1900" b="1" dirty="0">
                <a:solidFill>
                  <a:srgbClr val="52B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1,429</a:t>
            </a:r>
            <a:r>
              <a:rPr lang="ru-RU" sz="1300" b="1" dirty="0">
                <a:solidFill>
                  <a:srgbClr val="A39D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порции</a:t>
            </a:r>
            <a:endParaRPr lang="ru-RU" sz="1900" dirty="0"/>
          </a:p>
        </p:txBody>
      </p:sp>
      <p:sp>
        <p:nvSpPr>
          <p:cNvPr id="80" name="n13"/>
          <p:cNvSpPr txBox="1"/>
          <p:nvPr/>
        </p:nvSpPr>
        <p:spPr>
          <a:xfrm>
            <a:off x="9321800" y="4453255"/>
            <a:ext cx="2095500" cy="31877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ru-RU" sz="1700" dirty="0">
                <a:solidFill>
                  <a:srgbClr val="D8C7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 = </a:t>
            </a:r>
            <a:r>
              <a:rPr lang="ru-RU" sz="1700" b="1" dirty="0">
                <a:solidFill>
                  <a:srgbClr val="F5EBD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</a:t>
            </a:r>
            <a:endParaRPr lang="ru-RU" sz="1700" dirty="0"/>
          </a:p>
        </p:txBody>
      </p:sp>
      <p:sp>
        <p:nvSpPr>
          <p:cNvPr id="81" name="p13"/>
          <p:cNvSpPr txBox="1"/>
          <p:nvPr/>
        </p:nvSpPr>
        <p:spPr>
          <a:xfrm>
            <a:off x="9321800" y="4759325"/>
            <a:ext cx="2133600" cy="3581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ru-RU" sz="1900" i="1" dirty="0">
                <a:solidFill>
                  <a:srgbClr val="F5EBD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</a:t>
            </a:r>
            <a:r>
              <a:rPr lang="ru-RU" sz="1900" baseline="-20000" dirty="0">
                <a:solidFill>
                  <a:srgbClr val="F5EBD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</a:t>
            </a:r>
            <a:r>
              <a:rPr lang="ru-RU" sz="1900" dirty="0">
                <a:solidFill>
                  <a:srgbClr val="F5EBD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= </a:t>
            </a:r>
            <a:r>
              <a:rPr lang="ru-RU" sz="1900" b="1" dirty="0">
                <a:solidFill>
                  <a:srgbClr val="52B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1,429</a:t>
            </a:r>
            <a:r>
              <a:rPr lang="ru-RU" sz="1300" b="1" dirty="0">
                <a:solidFill>
                  <a:srgbClr val="A39D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порции</a:t>
            </a:r>
            <a:endParaRPr lang="ru-RU" sz="1900" dirty="0"/>
          </a:p>
        </p:txBody>
      </p:sp>
      <p:sp>
        <p:nvSpPr>
          <p:cNvPr id="82" name="n14"/>
          <p:cNvSpPr txBox="1"/>
          <p:nvPr/>
        </p:nvSpPr>
        <p:spPr>
          <a:xfrm>
            <a:off x="9321800" y="4453255"/>
            <a:ext cx="2095500" cy="31877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ru-RU" sz="1700" dirty="0">
                <a:solidFill>
                  <a:srgbClr val="D8C7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 = </a:t>
            </a:r>
            <a:r>
              <a:rPr lang="ru-RU" sz="1700" b="1" dirty="0">
                <a:solidFill>
                  <a:srgbClr val="F5EBD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</a:t>
            </a:r>
            <a:endParaRPr lang="ru-RU" sz="1700" dirty="0"/>
          </a:p>
        </p:txBody>
      </p:sp>
      <p:sp>
        <p:nvSpPr>
          <p:cNvPr id="83" name="p14"/>
          <p:cNvSpPr txBox="1"/>
          <p:nvPr/>
        </p:nvSpPr>
        <p:spPr>
          <a:xfrm>
            <a:off x="9321800" y="4759325"/>
            <a:ext cx="2133600" cy="3581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ru-RU" sz="1900" i="1" dirty="0">
                <a:solidFill>
                  <a:srgbClr val="F5EBD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</a:t>
            </a:r>
            <a:r>
              <a:rPr lang="ru-RU" sz="1900" baseline="-20000" dirty="0">
                <a:solidFill>
                  <a:srgbClr val="F5EBD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</a:t>
            </a:r>
            <a:r>
              <a:rPr lang="ru-RU" sz="1900" dirty="0">
                <a:solidFill>
                  <a:srgbClr val="F5EBD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= </a:t>
            </a:r>
            <a:r>
              <a:rPr lang="ru-RU" sz="1900" b="1" dirty="0">
                <a:solidFill>
                  <a:srgbClr val="52B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1,429</a:t>
            </a:r>
            <a:r>
              <a:rPr lang="ru-RU" sz="1300" b="1" dirty="0">
                <a:solidFill>
                  <a:srgbClr val="A39D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порции</a:t>
            </a:r>
            <a:endParaRPr lang="ru-RU" sz="1900" dirty="0"/>
          </a:p>
        </p:txBody>
      </p:sp>
      <p:sp>
        <p:nvSpPr>
          <p:cNvPr id="84" name="n15"/>
          <p:cNvSpPr txBox="1"/>
          <p:nvPr/>
        </p:nvSpPr>
        <p:spPr>
          <a:xfrm>
            <a:off x="9321800" y="4453255"/>
            <a:ext cx="2095500" cy="31877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ru-RU" sz="1700" dirty="0">
                <a:solidFill>
                  <a:srgbClr val="D8C7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 = </a:t>
            </a:r>
            <a:r>
              <a:rPr lang="ru-RU" sz="1700" b="1" dirty="0">
                <a:solidFill>
                  <a:srgbClr val="F5EBD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</a:t>
            </a:r>
            <a:endParaRPr lang="ru-RU" sz="1700" dirty="0"/>
          </a:p>
        </p:txBody>
      </p:sp>
      <p:sp>
        <p:nvSpPr>
          <p:cNvPr id="85" name="p15"/>
          <p:cNvSpPr txBox="1"/>
          <p:nvPr/>
        </p:nvSpPr>
        <p:spPr>
          <a:xfrm>
            <a:off x="9321800" y="4759325"/>
            <a:ext cx="2133600" cy="3581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ru-RU" sz="1900" i="1" dirty="0">
                <a:solidFill>
                  <a:srgbClr val="F5EBD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</a:t>
            </a:r>
            <a:r>
              <a:rPr lang="ru-RU" sz="1900" baseline="-20000" dirty="0">
                <a:solidFill>
                  <a:srgbClr val="F5EBD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</a:t>
            </a:r>
            <a:r>
              <a:rPr lang="ru-RU" sz="1900" dirty="0">
                <a:solidFill>
                  <a:srgbClr val="F5EBD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= </a:t>
            </a:r>
            <a:r>
              <a:rPr lang="ru-RU" sz="1900" b="1" dirty="0">
                <a:solidFill>
                  <a:srgbClr val="52B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1,429</a:t>
            </a:r>
            <a:r>
              <a:rPr lang="ru-RU" sz="1300" b="1" dirty="0">
                <a:solidFill>
                  <a:srgbClr val="A39D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порции</a:t>
            </a:r>
            <a:endParaRPr lang="ru-RU" sz="1900" dirty="0"/>
          </a:p>
        </p:txBody>
      </p:sp>
      <p:sp>
        <p:nvSpPr>
          <p:cNvPr id="86" name="n16"/>
          <p:cNvSpPr txBox="1"/>
          <p:nvPr/>
        </p:nvSpPr>
        <p:spPr>
          <a:xfrm>
            <a:off x="9321800" y="4453255"/>
            <a:ext cx="2095500" cy="31877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ru-RU" sz="1700" dirty="0">
                <a:solidFill>
                  <a:srgbClr val="D8C7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 = </a:t>
            </a:r>
            <a:r>
              <a:rPr lang="ru-RU" sz="1700" b="1" dirty="0">
                <a:solidFill>
                  <a:srgbClr val="F5EBD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</a:t>
            </a:r>
            <a:endParaRPr lang="ru-RU" sz="1700" dirty="0"/>
          </a:p>
        </p:txBody>
      </p:sp>
      <p:sp>
        <p:nvSpPr>
          <p:cNvPr id="87" name="p16"/>
          <p:cNvSpPr txBox="1"/>
          <p:nvPr/>
        </p:nvSpPr>
        <p:spPr>
          <a:xfrm>
            <a:off x="9321800" y="4759325"/>
            <a:ext cx="2133600" cy="3581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ru-RU" sz="1900" i="1" dirty="0">
                <a:solidFill>
                  <a:srgbClr val="F5EBD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</a:t>
            </a:r>
            <a:r>
              <a:rPr lang="ru-RU" sz="1900" baseline="-20000" dirty="0">
                <a:solidFill>
                  <a:srgbClr val="F5EBD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</a:t>
            </a:r>
            <a:r>
              <a:rPr lang="ru-RU" sz="1900" dirty="0">
                <a:solidFill>
                  <a:srgbClr val="F5EBD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= </a:t>
            </a:r>
            <a:r>
              <a:rPr lang="ru-RU" sz="1900" b="1" dirty="0">
                <a:solidFill>
                  <a:srgbClr val="52B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1,429</a:t>
            </a:r>
            <a:r>
              <a:rPr lang="ru-RU" sz="1300" b="1" dirty="0">
                <a:solidFill>
                  <a:srgbClr val="A39D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порции</a:t>
            </a:r>
            <a:endParaRPr lang="ru-RU" sz="1900" dirty="0"/>
          </a:p>
        </p:txBody>
      </p:sp>
      <p:sp>
        <p:nvSpPr>
          <p:cNvPr id="88" name="n17"/>
          <p:cNvSpPr txBox="1"/>
          <p:nvPr/>
        </p:nvSpPr>
        <p:spPr>
          <a:xfrm>
            <a:off x="9321800" y="4453255"/>
            <a:ext cx="2095500" cy="31877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ru-RU" sz="1700" dirty="0">
                <a:solidFill>
                  <a:srgbClr val="D8C7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 = </a:t>
            </a:r>
            <a:r>
              <a:rPr lang="ru-RU" sz="1700" b="1" dirty="0">
                <a:solidFill>
                  <a:srgbClr val="F5EBD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</a:t>
            </a:r>
            <a:endParaRPr lang="ru-RU" sz="1700" dirty="0"/>
          </a:p>
        </p:txBody>
      </p:sp>
      <p:sp>
        <p:nvSpPr>
          <p:cNvPr id="89" name="p17"/>
          <p:cNvSpPr txBox="1"/>
          <p:nvPr/>
        </p:nvSpPr>
        <p:spPr>
          <a:xfrm>
            <a:off x="9321800" y="4759325"/>
            <a:ext cx="2133600" cy="3581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ru-RU" sz="1900" i="1" dirty="0">
                <a:solidFill>
                  <a:srgbClr val="F5EBD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</a:t>
            </a:r>
            <a:r>
              <a:rPr lang="ru-RU" sz="1900" baseline="-20000" dirty="0">
                <a:solidFill>
                  <a:srgbClr val="F5EBD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</a:t>
            </a:r>
            <a:r>
              <a:rPr lang="ru-RU" sz="1900" dirty="0">
                <a:solidFill>
                  <a:srgbClr val="F5EBD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= </a:t>
            </a:r>
            <a:r>
              <a:rPr lang="ru-RU" sz="1900" b="1" dirty="0">
                <a:solidFill>
                  <a:srgbClr val="52B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1,429</a:t>
            </a:r>
            <a:r>
              <a:rPr lang="ru-RU" sz="1300" b="1" dirty="0">
                <a:solidFill>
                  <a:srgbClr val="A39D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порции</a:t>
            </a:r>
            <a:endParaRPr lang="ru-RU" sz="1900" dirty="0"/>
          </a:p>
        </p:txBody>
      </p:sp>
      <p:sp>
        <p:nvSpPr>
          <p:cNvPr id="90" name="n18"/>
          <p:cNvSpPr txBox="1"/>
          <p:nvPr/>
        </p:nvSpPr>
        <p:spPr>
          <a:xfrm>
            <a:off x="9321800" y="4453255"/>
            <a:ext cx="2095500" cy="31877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ru-RU" sz="1700" dirty="0">
                <a:solidFill>
                  <a:srgbClr val="D8C7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 = </a:t>
            </a:r>
            <a:r>
              <a:rPr lang="ru-RU" sz="1700" b="1" dirty="0">
                <a:solidFill>
                  <a:srgbClr val="F5EBD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</a:t>
            </a:r>
            <a:endParaRPr lang="ru-RU" sz="1700" dirty="0"/>
          </a:p>
        </p:txBody>
      </p:sp>
      <p:sp>
        <p:nvSpPr>
          <p:cNvPr id="91" name="p18"/>
          <p:cNvSpPr txBox="1"/>
          <p:nvPr/>
        </p:nvSpPr>
        <p:spPr>
          <a:xfrm>
            <a:off x="9321800" y="4759325"/>
            <a:ext cx="2133600" cy="3581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ru-RU" sz="1900" i="1" dirty="0">
                <a:solidFill>
                  <a:srgbClr val="F5EBD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</a:t>
            </a:r>
            <a:r>
              <a:rPr lang="ru-RU" sz="1900" baseline="-20000" dirty="0">
                <a:solidFill>
                  <a:srgbClr val="F5EBD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</a:t>
            </a:r>
            <a:r>
              <a:rPr lang="ru-RU" sz="1900" dirty="0">
                <a:solidFill>
                  <a:srgbClr val="F5EBD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= </a:t>
            </a:r>
            <a:r>
              <a:rPr lang="ru-RU" sz="1900" b="1" dirty="0">
                <a:solidFill>
                  <a:srgbClr val="52B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1,429</a:t>
            </a:r>
            <a:r>
              <a:rPr lang="ru-RU" sz="1300" b="1" dirty="0">
                <a:solidFill>
                  <a:srgbClr val="A39D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порции</a:t>
            </a:r>
            <a:endParaRPr lang="ru-RU" sz="1900" dirty="0"/>
          </a:p>
        </p:txBody>
      </p:sp>
      <p:sp>
        <p:nvSpPr>
          <p:cNvPr id="92" name="n19"/>
          <p:cNvSpPr txBox="1"/>
          <p:nvPr/>
        </p:nvSpPr>
        <p:spPr>
          <a:xfrm>
            <a:off x="9321800" y="4453255"/>
            <a:ext cx="2095500" cy="31877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ru-RU" sz="1700" dirty="0">
                <a:solidFill>
                  <a:srgbClr val="D8C7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 = </a:t>
            </a:r>
            <a:r>
              <a:rPr lang="ru-RU" sz="1700" b="1" dirty="0">
                <a:solidFill>
                  <a:srgbClr val="F5EBD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</a:t>
            </a:r>
            <a:endParaRPr lang="ru-RU" sz="1700" dirty="0"/>
          </a:p>
        </p:txBody>
      </p:sp>
      <p:sp>
        <p:nvSpPr>
          <p:cNvPr id="93" name="p19"/>
          <p:cNvSpPr txBox="1"/>
          <p:nvPr/>
        </p:nvSpPr>
        <p:spPr>
          <a:xfrm>
            <a:off x="9321800" y="4759325"/>
            <a:ext cx="2133600" cy="3581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ru-RU" sz="1900" i="1" dirty="0">
                <a:solidFill>
                  <a:srgbClr val="F5EBD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</a:t>
            </a:r>
            <a:r>
              <a:rPr lang="ru-RU" sz="1900" baseline="-20000" dirty="0">
                <a:solidFill>
                  <a:srgbClr val="F5EBD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</a:t>
            </a:r>
            <a:r>
              <a:rPr lang="ru-RU" sz="1900" dirty="0">
                <a:solidFill>
                  <a:srgbClr val="F5EBD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= </a:t>
            </a:r>
            <a:r>
              <a:rPr lang="ru-RU" sz="1900" b="1" dirty="0">
                <a:solidFill>
                  <a:srgbClr val="52B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1,429</a:t>
            </a:r>
            <a:r>
              <a:rPr lang="ru-RU" sz="1300" b="1" dirty="0">
                <a:solidFill>
                  <a:srgbClr val="A39D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порции</a:t>
            </a:r>
            <a:endParaRPr lang="ru-RU" sz="1900" dirty="0"/>
          </a:p>
        </p:txBody>
      </p:sp>
      <p:sp>
        <p:nvSpPr>
          <p:cNvPr id="94" name="n20"/>
          <p:cNvSpPr txBox="1"/>
          <p:nvPr/>
        </p:nvSpPr>
        <p:spPr>
          <a:xfrm>
            <a:off x="9321800" y="4453255"/>
            <a:ext cx="2095500" cy="31877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ru-RU" sz="1700" dirty="0">
                <a:solidFill>
                  <a:srgbClr val="D8C7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 = </a:t>
            </a:r>
            <a:r>
              <a:rPr lang="ru-RU" sz="1700" b="1" dirty="0">
                <a:solidFill>
                  <a:srgbClr val="F5EBD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</a:t>
            </a:r>
            <a:endParaRPr lang="ru-RU" sz="1700" dirty="0"/>
          </a:p>
        </p:txBody>
      </p:sp>
      <p:sp>
        <p:nvSpPr>
          <p:cNvPr id="95" name="p20"/>
          <p:cNvSpPr txBox="1"/>
          <p:nvPr/>
        </p:nvSpPr>
        <p:spPr>
          <a:xfrm>
            <a:off x="9321800" y="4759325"/>
            <a:ext cx="2133600" cy="3581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ru-RU" sz="1900" i="1" dirty="0">
                <a:solidFill>
                  <a:srgbClr val="F5EBD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</a:t>
            </a:r>
            <a:r>
              <a:rPr lang="ru-RU" sz="1900" baseline="-20000" dirty="0">
                <a:solidFill>
                  <a:srgbClr val="F5EBD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</a:t>
            </a:r>
            <a:r>
              <a:rPr lang="ru-RU" sz="1900" dirty="0">
                <a:solidFill>
                  <a:srgbClr val="F5EBD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= </a:t>
            </a:r>
            <a:r>
              <a:rPr lang="ru-RU" sz="1900" b="1" dirty="0">
                <a:solidFill>
                  <a:srgbClr val="52B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1,429</a:t>
            </a:r>
            <a:r>
              <a:rPr lang="ru-RU" sz="1300" b="1" dirty="0">
                <a:solidFill>
                  <a:srgbClr val="A39D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порции</a:t>
            </a:r>
            <a:endParaRPr lang="ru-RU" sz="1900" dirty="0"/>
          </a:p>
        </p:txBody>
      </p:sp>
      <p:sp>
        <p:nvSpPr>
          <p:cNvPr id="96" name="ctlL"/>
          <p:cNvSpPr txBox="1"/>
          <p:nvPr/>
        </p:nvSpPr>
        <p:spPr>
          <a:xfrm>
            <a:off x="7962900" y="5369560"/>
            <a:ext cx="3556000" cy="232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ru-RU" sz="1100" b="1" spc="150" kern="0" dirty="0">
                <a:solidFill>
                  <a:srgbClr val="F6B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КОЛИЧЕСТВО ЦИКЛОВ</a:t>
            </a:r>
            <a:endParaRPr lang="ru-RU" sz="1100" dirty="0"/>
          </a:p>
        </p:txBody>
      </p:sp>
      <p:sp>
        <p:nvSpPr>
          <p:cNvPr id="97" name="track"/>
          <p:cNvSpPr/>
          <p:nvPr/>
        </p:nvSpPr>
        <p:spPr>
          <a:xfrm>
            <a:off x="7975600" y="5748020"/>
            <a:ext cx="3505200" cy="88900"/>
          </a:xfrm>
          <a:prstGeom prst="roundRect">
            <a:avLst>
              <a:gd name="adj" fmla="val 50000"/>
            </a:avLst>
          </a:prstGeom>
          <a:solidFill>
            <a:srgbClr val="3A3E45"/>
          </a:solidFill>
          <a:ln/>
        </p:spPr>
      </p:sp>
      <p:sp>
        <p:nvSpPr>
          <p:cNvPr id="98" name="trackFill"/>
          <p:cNvSpPr/>
          <p:nvPr/>
        </p:nvSpPr>
        <p:spPr>
          <a:xfrm>
            <a:off x="7975600" y="5748020"/>
            <a:ext cx="3505200" cy="88900"/>
          </a:xfrm>
          <a:prstGeom prst="roundRect">
            <a:avLst>
              <a:gd name="adj" fmla="val 50000"/>
            </a:avLst>
          </a:prstGeom>
          <a:solidFill>
            <a:srgbClr val="F6BB2A"/>
          </a:solidFill>
          <a:ln/>
        </p:spPr>
      </p:sp>
      <p:sp>
        <p:nvSpPr>
          <p:cNvPr id="99" name="knob"/>
          <p:cNvSpPr/>
          <p:nvPr/>
        </p:nvSpPr>
        <p:spPr>
          <a:xfrm>
            <a:off x="7997825" y="5649595"/>
            <a:ext cx="285750" cy="285750"/>
          </a:xfrm>
          <a:prstGeom prst="ellipse">
            <a:avLst/>
          </a:prstGeom>
          <a:solidFill>
            <a:srgbClr val="F5EBD5"/>
          </a:solidFill>
          <a:ln w="44450">
            <a:solidFill>
              <a:srgbClr val="F6BB2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50000"/>
              </a:srgbClr>
            </a:outerShdw>
          </a:effectLst>
        </p:spPr>
      </p:sp>
      <p:sp>
        <p:nvSpPr>
          <p:cNvPr id="100" name="tick0"/>
          <p:cNvSpPr txBox="1"/>
          <p:nvPr/>
        </p:nvSpPr>
        <p:spPr>
          <a:xfrm>
            <a:off x="7886700" y="5982970"/>
            <a:ext cx="381000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ru-RU" sz="1000" dirty="0">
                <a:solidFill>
                  <a:srgbClr val="A39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ru-RU" sz="1000" dirty="0"/>
          </a:p>
        </p:txBody>
      </p:sp>
      <p:sp>
        <p:nvSpPr>
          <p:cNvPr id="101" name="tick5"/>
          <p:cNvSpPr txBox="1"/>
          <p:nvPr/>
        </p:nvSpPr>
        <p:spPr>
          <a:xfrm>
            <a:off x="8648700" y="5982970"/>
            <a:ext cx="381000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ru-RU" sz="1000" dirty="0">
                <a:solidFill>
                  <a:srgbClr val="A39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ru-RU" sz="1000" dirty="0"/>
          </a:p>
        </p:txBody>
      </p:sp>
      <p:sp>
        <p:nvSpPr>
          <p:cNvPr id="102" name="tick10"/>
          <p:cNvSpPr txBox="1"/>
          <p:nvPr/>
        </p:nvSpPr>
        <p:spPr>
          <a:xfrm>
            <a:off x="9448800" y="5982970"/>
            <a:ext cx="381000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ru-RU" sz="1000" dirty="0">
                <a:solidFill>
                  <a:srgbClr val="A39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ru-RU" sz="1000" dirty="0"/>
          </a:p>
        </p:txBody>
      </p:sp>
      <p:sp>
        <p:nvSpPr>
          <p:cNvPr id="103" name="tick15"/>
          <p:cNvSpPr txBox="1"/>
          <p:nvPr/>
        </p:nvSpPr>
        <p:spPr>
          <a:xfrm>
            <a:off x="10287000" y="5982970"/>
            <a:ext cx="381000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ru-RU" sz="1000" dirty="0">
                <a:solidFill>
                  <a:srgbClr val="A39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</a:t>
            </a:r>
            <a:endParaRPr lang="ru-RU" sz="1000" dirty="0"/>
          </a:p>
        </p:txBody>
      </p:sp>
      <p:sp>
        <p:nvSpPr>
          <p:cNvPr id="104" name="tick20"/>
          <p:cNvSpPr txBox="1"/>
          <p:nvPr/>
        </p:nvSpPr>
        <p:spPr>
          <a:xfrm>
            <a:off x="11125200" y="5982970"/>
            <a:ext cx="381000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ru-RU" sz="1000" dirty="0">
                <a:solidFill>
                  <a:srgbClr val="A39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</a:t>
            </a:r>
            <a:endParaRPr lang="ru-RU" sz="1000" dirty="0"/>
          </a:p>
        </p:txBody>
      </p:sp>
      <p:sp>
        <p:nvSpPr>
          <p:cNvPr id="105" name="st1Ring"/>
          <p:cNvSpPr/>
          <p:nvPr/>
        </p:nvSpPr>
        <p:spPr>
          <a:xfrm rot="-360000">
            <a:off x="1701938" y="3250985"/>
            <a:ext cx="5525494" cy="740841"/>
          </a:xfrm>
          <a:prstGeom prst="roundRect">
            <a:avLst>
              <a:gd name="adj" fmla="val 22285"/>
            </a:avLst>
          </a:prstGeom>
          <a:ln w="25400">
            <a:solidFill>
              <a:srgbClr val="F6BB2A"/>
            </a:solidFill>
            <a:prstDash val="solid"/>
          </a:ln>
        </p:spPr>
      </p:sp>
      <p:sp>
        <p:nvSpPr>
          <p:cNvPr id="106" name="st1"/>
          <p:cNvSpPr txBox="1"/>
          <p:nvPr/>
        </p:nvSpPr>
        <p:spPr>
          <a:xfrm rot="-360000">
            <a:off x="1752738" y="3301785"/>
            <a:ext cx="5423894" cy="639241"/>
          </a:xfrm>
          <a:prstGeom prst="roundRect">
            <a:avLst>
              <a:gd name="adj" fmla="val 17165"/>
            </a:avLst>
          </a:prstGeom>
          <a:solidFill>
            <a:srgbClr val="17181B">
              <a:alpha val="80000"/>
            </a:srgbClr>
          </a:solidFill>
          <a:ln w="50800">
            <a:solidFill>
              <a:srgbClr val="F6BB2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ru-RU" sz="2700" dirty="0">
                <a:solidFill>
                  <a:srgbClr val="F6B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ТАРЕЛКА СХОДИТСЯ</a:t>
            </a:r>
            <a:endParaRPr lang="ru-RU" sz="2700" dirty="0"/>
          </a:p>
        </p:txBody>
      </p:sp>
      <p:sp>
        <p:nvSpPr>
          <p:cNvPr id="107" name="st2"/>
          <p:cNvSpPr txBox="1"/>
          <p:nvPr/>
        </p:nvSpPr>
        <p:spPr>
          <a:xfrm rot="300000">
            <a:off x="2349351" y="4254548"/>
            <a:ext cx="5241589" cy="546003"/>
          </a:xfrm>
          <a:prstGeom prst="roundRect">
            <a:avLst>
              <a:gd name="adj" fmla="val 20097"/>
            </a:avLst>
          </a:prstGeom>
          <a:solidFill>
            <a:srgbClr val="17181B">
              <a:alpha val="85000"/>
            </a:srgbClr>
          </a:solidFill>
          <a:ln w="50800">
            <a:solidFill>
              <a:srgbClr val="E8432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ru-RU" sz="2000" dirty="0">
                <a:solidFill>
                  <a:srgbClr val="E8432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НО ГОСТЯ ЭТО НЕ СПАСАЕТ</a:t>
            </a:r>
            <a:endParaRPr lang="ru-RU" sz="2000" dirty="0"/>
          </a:p>
        </p:txBody>
      </p:sp>
      <p:pic>
        <p:nvPicPr>
          <p:cNvPr id="108" name="guest" descr="guest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51255" y="4072255"/>
            <a:ext cx="1456690" cy="145669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22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" dur="1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14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 vol="80000">
                                        <p:cTn id="6" display="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ndTgt r:embed="rId900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" dur="2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2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53" presetClass="entr" presetSubtype="16" fill="hold" grpId="0" nodeType="withEffect">
                                  <p:stCondLst>
                                    <p:cond delay="234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3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w*1.14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3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h*1.14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1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0" presetClass="path" presetSubtype="0" fill="hold" grpId="0" nodeType="withEffect">
                                  <p:stCondLst>
                                    <p:cond delay="55"/>
                                  </p:stCondLst>
                                  <p:childTnLst>
                                    <p:animMotion origin="layout" path="M 0 0 L 0.26042 0 E" pathEditMode="relative">
                                      <p:cBhvr>
                                        <p:cTn id="19" dur="229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55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" dur="229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" presetClass="exit" presetSubtype="0" fill="hold" grpId="0" nodeType="withEffect">
                                  <p:stCondLst>
                                    <p:cond delay="112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grpId="0" nodeType="withEffect">
                                  <p:stCondLst>
                                    <p:cond delay="112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 vol="80000">
                                        <p:cTn id="27" display="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ndTgt r:embed="rId901" name="t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30" presetID="1" presetClass="exit" presetSubtype="0" fill="hold" grpId="0" nodeType="withEffect">
                                  <p:stCondLst>
                                    <p:cond delay="112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ntr" presetSubtype="0" fill="hold" grpId="0" nodeType="withEffect">
                                  <p:stCondLst>
                                    <p:cond delay="112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xit" presetSubtype="0" fill="hold" grpId="1" nodeType="withEffect">
                                  <p:stCondLst>
                                    <p:cond delay="227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227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 vol="80000">
                                        <p:cTn id="36" display="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ndTgt r:embed="rId901" name="t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39" presetID="1" presetClass="exit" presetSubtype="0" fill="hold" grpId="1" nodeType="withEffect">
                                  <p:stCondLst>
                                    <p:cond delay="227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227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xit" presetSubtype="0" fill="hold" grpId="1" nodeType="withEffect">
                                  <p:stCondLst>
                                    <p:cond delay="341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" presetClass="entr" presetSubtype="0" fill="hold" grpId="0" nodeType="withEffect">
                                  <p:stCondLst>
                                    <p:cond delay="341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 vol="80000">
                                        <p:cTn id="45" display="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ndTgt r:embed="rId901" name="t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48" presetID="1" presetClass="exit" presetSubtype="0" fill="hold" grpId="1" nodeType="withEffect">
                                  <p:stCondLst>
                                    <p:cond delay="341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1" presetClass="entr" presetSubtype="0" fill="hold" grpId="0" nodeType="withEffect">
                                  <p:stCondLst>
                                    <p:cond delay="341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1" presetClass="exit" presetSubtype="0" fill="hold" grpId="1" nodeType="withEffect">
                                  <p:stCondLst>
                                    <p:cond delay="456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456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 vol="80000">
                                        <p:cTn id="54" display="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ndTgt r:embed="rId901" name="t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57" presetID="1" presetClass="exit" presetSubtype="0" fill="hold" grpId="1" nodeType="withEffect">
                                  <p:stCondLst>
                                    <p:cond delay="456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456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grpId="1" nodeType="withEffect">
                                  <p:stCondLst>
                                    <p:cond delay="57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1" presetClass="entr" presetSubtype="0" fill="hold" grpId="0" nodeType="withEffect">
                                  <p:stCondLst>
                                    <p:cond delay="57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 vol="80000">
                                        <p:cTn id="63" display="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ndTgt r:embed="rId901" name="t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66" presetID="1" presetClass="exit" presetSubtype="0" fill="hold" grpId="1" nodeType="withEffect">
                                  <p:stCondLst>
                                    <p:cond delay="57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1" presetClass="entr" presetSubtype="0" fill="hold" grpId="0" nodeType="withEffect">
                                  <p:stCondLst>
                                    <p:cond delay="57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1" presetClass="exit" presetSubtype="0" fill="hold" grpId="1" nodeType="withEffect">
                                  <p:stCondLst>
                                    <p:cond delay="685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685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 vol="80000">
                                        <p:cTn id="72" display="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ndTgt r:embed="rId901" name="t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75" presetID="1" presetClass="exit" presetSubtype="0" fill="hold" grpId="1" nodeType="withEffect">
                                  <p:stCondLst>
                                    <p:cond delay="685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685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xit" presetSubtype="0" fill="hold" grpId="1" nodeType="withEffect">
                                  <p:stCondLst>
                                    <p:cond delay="799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2" presetID="1" presetClass="entr" presetSubtype="0" fill="hold" grpId="0" nodeType="withEffect">
                                  <p:stCondLst>
                                    <p:cond delay="799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 vol="80000">
                                        <p:cTn id="81" display="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ndTgt r:embed="rId901" name="t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84" presetID="1" presetClass="exit" presetSubtype="0" fill="hold" grpId="1" nodeType="withEffect">
                                  <p:stCondLst>
                                    <p:cond delay="799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6" presetID="1" presetClass="entr" presetSubtype="0" fill="hold" grpId="0" nodeType="withEffect">
                                  <p:stCondLst>
                                    <p:cond delay="799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8" presetID="1" presetClass="exit" presetSubtype="0" fill="hold" grpId="1" nodeType="withEffect">
                                  <p:stCondLst>
                                    <p:cond delay="914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grpId="0" nodeType="withEffect">
                                  <p:stCondLst>
                                    <p:cond delay="914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 vol="80000">
                                        <p:cTn id="90" display="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ndTgt r:embed="rId901" name="t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93" presetID="1" presetClass="exit" presetSubtype="0" fill="hold" grpId="1" nodeType="withEffect">
                                  <p:stCondLst>
                                    <p:cond delay="914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grpId="0" nodeType="withEffect">
                                  <p:stCondLst>
                                    <p:cond delay="914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xit" presetSubtype="0" fill="hold" grpId="1" nodeType="withEffect">
                                  <p:stCondLst>
                                    <p:cond delay="102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0" presetID="1" presetClass="entr" presetSubtype="0" fill="hold" grpId="0" nodeType="withEffect">
                                  <p:stCondLst>
                                    <p:cond delay="1028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 vol="80000">
                                        <p:cTn id="99" display="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ndTgt r:embed="rId901" name="t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02" presetID="1" presetClass="exit" presetSubtype="0" fill="hold" grpId="1" nodeType="withEffect">
                                  <p:stCondLst>
                                    <p:cond delay="102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4" presetID="1" presetClass="entr" presetSubtype="0" fill="hold" grpId="0" nodeType="withEffect">
                                  <p:stCondLst>
                                    <p:cond delay="1028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6" presetID="1" presetClass="exit" presetSubtype="0" fill="hold" grpId="1" nodeType="withEffect">
                                  <p:stCondLst>
                                    <p:cond delay="1143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grpId="0" nodeType="withEffect">
                                  <p:stCondLst>
                                    <p:cond delay="1143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 vol="80000">
                                        <p:cTn id="108" display="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ndTgt r:embed="rId901" name="t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11" presetID="1" presetClass="exit" presetSubtype="0" fill="hold" grpId="1" nodeType="withEffect">
                                  <p:stCondLst>
                                    <p:cond delay="1143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grpId="0" nodeType="withEffect">
                                  <p:stCondLst>
                                    <p:cond delay="1143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xit" presetSubtype="0" fill="hold" grpId="1" nodeType="withEffect">
                                  <p:stCondLst>
                                    <p:cond delay="1257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8" presetID="1" presetClass="entr" presetSubtype="0" fill="hold" grpId="0" nodeType="withEffect">
                                  <p:stCondLst>
                                    <p:cond delay="1257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 vol="80000">
                                        <p:cTn id="117" display="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ndTgt r:embed="rId901" name="t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20" presetID="1" presetClass="exit" presetSubtype="0" fill="hold" grpId="1" nodeType="withEffect">
                                  <p:stCondLst>
                                    <p:cond delay="1257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2" presetID="1" presetClass="entr" presetSubtype="0" fill="hold" grpId="0" nodeType="withEffect">
                                  <p:stCondLst>
                                    <p:cond delay="1257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4" presetID="1" presetClass="exit" presetSubtype="0" fill="hold" grpId="1" nodeType="withEffect">
                                  <p:stCondLst>
                                    <p:cond delay="1372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1" presetClass="entr" presetSubtype="0" fill="hold" grpId="0" nodeType="withEffect">
                                  <p:stCondLst>
                                    <p:cond delay="1372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 vol="80000">
                                        <p:cTn id="126" display="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ndTgt r:embed="rId901" name="t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29" presetID="1" presetClass="exit" presetSubtype="0" fill="hold" grpId="1" nodeType="withEffect">
                                  <p:stCondLst>
                                    <p:cond delay="1372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1" presetClass="entr" presetSubtype="0" fill="hold" grpId="0" nodeType="withEffect">
                                  <p:stCondLst>
                                    <p:cond delay="1372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" presetID="1" presetClass="exit" presetSubtype="0" fill="hold" grpId="1" nodeType="withEffect">
                                  <p:stCondLst>
                                    <p:cond delay="1486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6" presetID="1" presetClass="entr" presetSubtype="0" fill="hold" grpId="0" nodeType="withEffect">
                                  <p:stCondLst>
                                    <p:cond delay="1486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 vol="80000">
                                        <p:cTn id="135" display="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ndTgt r:embed="rId901" name="t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38" presetID="1" presetClass="exit" presetSubtype="0" fill="hold" grpId="1" nodeType="withEffect">
                                  <p:stCondLst>
                                    <p:cond delay="1486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0" presetID="1" presetClass="entr" presetSubtype="0" fill="hold" grpId="0" nodeType="withEffect">
                                  <p:stCondLst>
                                    <p:cond delay="1486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2" presetID="1" presetClass="exit" presetSubtype="0" fill="hold" grpId="1" nodeType="withEffect">
                                  <p:stCondLst>
                                    <p:cond delay="1601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5" presetID="1" presetClass="entr" presetSubtype="0" fill="hold" grpId="0" nodeType="withEffect">
                                  <p:stCondLst>
                                    <p:cond delay="1601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 vol="80000">
                                        <p:cTn id="144" display="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ndTgt r:embed="rId901" name="t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47" presetID="1" presetClass="exit" presetSubtype="0" fill="hold" grpId="1" nodeType="withEffect">
                                  <p:stCondLst>
                                    <p:cond delay="1601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9" presetID="1" presetClass="entr" presetSubtype="0" fill="hold" grpId="0" nodeType="withEffect">
                                  <p:stCondLst>
                                    <p:cond delay="1601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1" presetID="1" presetClass="exit" presetSubtype="0" fill="hold" grpId="1" nodeType="withEffect">
                                  <p:stCondLst>
                                    <p:cond delay="1715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4" presetID="1" presetClass="entr" presetSubtype="0" fill="hold" grpId="0" nodeType="withEffect">
                                  <p:stCondLst>
                                    <p:cond delay="1715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 vol="80000">
                                        <p:cTn id="153" display="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ndTgt r:embed="rId901" name="t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56" presetID="1" presetClass="exit" presetSubtype="0" fill="hold" grpId="1" nodeType="withEffect">
                                  <p:stCondLst>
                                    <p:cond delay="1715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8" presetID="1" presetClass="entr" presetSubtype="0" fill="hold" grpId="0" nodeType="withEffect">
                                  <p:stCondLst>
                                    <p:cond delay="1715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0" presetID="1" presetClass="exit" presetSubtype="0" fill="hold" grpId="1" nodeType="withEffect">
                                  <p:stCondLst>
                                    <p:cond delay="183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3" presetID="1" presetClass="entr" presetSubtype="0" fill="hold" grpId="0" nodeType="withEffect">
                                  <p:stCondLst>
                                    <p:cond delay="183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 vol="80000">
                                        <p:cTn id="162" display="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ndTgt r:embed="rId901" name="t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65" presetID="1" presetClass="exit" presetSubtype="0" fill="hold" grpId="1" nodeType="withEffect">
                                  <p:stCondLst>
                                    <p:cond delay="183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7" presetID="1" presetClass="entr" presetSubtype="0" fill="hold" grpId="0" nodeType="withEffect">
                                  <p:stCondLst>
                                    <p:cond delay="183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9" presetID="1" presetClass="exit" presetSubtype="0" fill="hold" grpId="1" nodeType="withEffect">
                                  <p:stCondLst>
                                    <p:cond delay="1944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2" presetID="1" presetClass="entr" presetSubtype="0" fill="hold" grpId="0" nodeType="withEffect">
                                  <p:stCondLst>
                                    <p:cond delay="1944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 vol="80000">
                                        <p:cTn id="171" display="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ndTgt r:embed="rId901" name="t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74" presetID="1" presetClass="exit" presetSubtype="0" fill="hold" grpId="1" nodeType="withEffect">
                                  <p:stCondLst>
                                    <p:cond delay="1944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6" presetID="1" presetClass="entr" presetSubtype="0" fill="hold" grpId="0" nodeType="withEffect">
                                  <p:stCondLst>
                                    <p:cond delay="1944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8" presetID="1" presetClass="exit" presetSubtype="0" fill="hold" grpId="1" nodeType="withEffect">
                                  <p:stCondLst>
                                    <p:cond delay="2059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1" presetID="1" presetClass="entr" presetSubtype="0" fill="hold" grpId="0" nodeType="withEffect">
                                  <p:stCondLst>
                                    <p:cond delay="2059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 vol="80000">
                                        <p:cTn id="180" display="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ndTgt r:embed="rId901" name="t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83" presetID="1" presetClass="exit" presetSubtype="0" fill="hold" grpId="1" nodeType="withEffect">
                                  <p:stCondLst>
                                    <p:cond delay="2059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5" presetID="1" presetClass="entr" presetSubtype="0" fill="hold" grpId="0" nodeType="withEffect">
                                  <p:stCondLst>
                                    <p:cond delay="2059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7" presetID="1" presetClass="exit" presetSubtype="0" fill="hold" grpId="1" nodeType="withEffect">
                                  <p:stCondLst>
                                    <p:cond delay="2173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0" presetID="1" presetClass="entr" presetSubtype="0" fill="hold" grpId="0" nodeType="withEffect">
                                  <p:stCondLst>
                                    <p:cond delay="2173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 vol="80000">
                                        <p:cTn id="189" display="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ndTgt r:embed="rId901" name="t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92" presetID="1" presetClass="exit" presetSubtype="0" fill="hold" grpId="1" nodeType="withEffect">
                                  <p:stCondLst>
                                    <p:cond delay="2173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4" presetID="1" presetClass="entr" presetSubtype="0" fill="hold" grpId="0" nodeType="withEffect">
                                  <p:stCondLst>
                                    <p:cond delay="2173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6" presetID="1" presetClass="exit" presetSubtype="0" fill="hold" grpId="1" nodeType="withEffect">
                                  <p:stCondLst>
                                    <p:cond delay="2288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9" presetID="1" presetClass="entr" presetSubtype="0" fill="hold" grpId="0" nodeType="withEffect">
                                  <p:stCondLst>
                                    <p:cond delay="2288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 vol="80000">
                                        <p:cTn id="198" display="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ndTgt r:embed="rId901" name="t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201" presetID="1" presetClass="exit" presetSubtype="0" fill="hold" grpId="1" nodeType="withEffect">
                                  <p:stCondLst>
                                    <p:cond delay="2288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3" presetID="1" presetClass="entr" presetSubtype="0" fill="hold" grpId="0" nodeType="withEffect">
                                  <p:stCondLst>
                                    <p:cond delay="2288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6" presetID="10" presetClass="exit" presetSubtype="0" fill="hold" grpId="0" nodeType="withEffect">
                                  <p:stCondLst>
                                    <p:cond delay="112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4" dur="22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219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9" presetID="10" presetClass="entr" presetSubtype="0" fill="hold" grpId="0" nodeType="withEffect">
                                  <p:stCondLst>
                                    <p:cond delay="112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8" dur="22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2" presetID="10" presetClass="exit" presetSubtype="0" fill="hold" grpId="1" nodeType="withEffect">
                                  <p:stCondLst>
                                    <p:cond delay="227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0" dur="22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219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5" presetID="10" presetClass="entr" presetSubtype="0" fill="hold" grpId="0" nodeType="withEffect">
                                  <p:stCondLst>
                                    <p:cond delay="227"/>
                                  </p:stCondLst>
                                  <p:childTnLs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4" dur="22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8" presetID="10" presetClass="exit" presetSubtype="0" fill="hold" grpId="1" nodeType="withEffect">
                                  <p:stCondLst>
                                    <p:cond delay="341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6" dur="22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7" dur="1" fill="hold">
                                          <p:stCondLst>
                                            <p:cond delay="219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1" presetID="10" presetClass="entr" presetSubtype="0" fill="hold" grpId="0" nodeType="withEffect">
                                  <p:stCondLst>
                                    <p:cond delay="341"/>
                                  </p:stCondLst>
                                  <p:childTnLst>
                                    <p:set>
                                      <p:cBhvr>
                                        <p:cTn id="2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0" dur="22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3" presetID="26" presetClass="emph" presetSubtype="0" fill="hold" grpId="1" nodeType="withEffect">
                                  <p:stCondLst>
                                    <p:cond delay="2405"/>
                                  </p:stCondLst>
                                  <p:childTnLst>
                                    <p:animScale>
                                      <p:cBhvr>
                                        <p:cTn id="222" dur="200" fill="hold" autoRev="1"/>
                                        <p:tgtEl>
                                          <p:spTgt spid="95"/>
                                        </p:tgtEl>
                                      </p:cBhvr>
                                      <p:by x="106000" y="106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5" fill="hold">
                      <p:stCondLst>
                        <p:cond delay="indefinite"/>
                      </p:stCondLst>
                      <p:childTnLst>
                        <p:par>
                          <p:cTn id="258" fill="hold">
                            <p:stCondLst>
                              <p:cond delay="0"/>
                            </p:stCondLst>
                            <p:childTnLst>
                              <p:par>
                                <p:cTn id="231" presetID="5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7" dur="5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2.6"/>
                                          </p:val>
                                        </p:tav>
                                        <p:tav tm="70000">
                                          <p:val>
                                            <p:strVal val="#ppt_w*0.94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8" dur="5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2.6"/>
                                          </p:val>
                                        </p:tav>
                                        <p:tav tm="70000">
                                          <p:val>
                                            <p:strVal val="#ppt_h*0.94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9" dur="225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 vol="80000">
                                        <p:cTn id="230" display="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ndTgt r:embed="rId902" name="stamp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236" presetID="53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3" dur="50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2.6"/>
                                          </p:val>
                                        </p:tav>
                                        <p:tav tm="70000">
                                          <p:val>
                                            <p:strVal val="#ppt_w*0.94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4" dur="50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2.6"/>
                                          </p:val>
                                        </p:tav>
                                        <p:tav tm="70000">
                                          <p:val>
                                            <p:strVal val="#ppt_h*0.94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5" dur="225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9" presetID="0" presetClass="emph" presetSubtype="0" fill="hold" grpId="1" nodeType="withEffect">
                                  <p:stCondLst>
                                    <p:cond delay="480"/>
                                  </p:stCondLst>
                                  <p:childTnLst>
                                    <p:animMotion origin="layout" path="M 0 0 L 0.003 0 E" pathEditMode="relative">
                                      <p:cBhvr>
                                        <p:cTn id="237" dur="60" fill="hold" autoRev="1" repeatCount="3000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  <p:subTnLst>
                                    <p:audio>
                                      <p:cMediaNode vol="80000">
                                        <p:cTn id="238" display="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ndTgt r:embed="rId903" name="din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241" presetID="0" presetClass="emph" presetSubtype="0" fill="hold" grpId="1" nodeType="withEffect">
                                  <p:stCondLst>
                                    <p:cond delay="480"/>
                                  </p:stCondLst>
                                  <p:childTnLst>
                                    <p:animMotion origin="layout" path="M 0 0 L 0.003 0 E" pathEditMode="relative">
                                      <p:cBhvr>
                                        <p:cTn id="240" dur="60" fill="hold" autoRev="1" repeatCount="3000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7" presetID="53" presetClass="entr" presetSubtype="32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3" dur="50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2.6"/>
                                          </p:val>
                                        </p:tav>
                                        <p:tav tm="70000">
                                          <p:val>
                                            <p:strVal val="#ppt_w*0.94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4" dur="50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2.6"/>
                                          </p:val>
                                        </p:tav>
                                        <p:tav tm="70000">
                                          <p:val>
                                            <p:strVal val="#ppt_h*0.94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5" dur="225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 vol="80000">
                                        <p:cTn id="246" display="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ndTgt r:embed="rId902" name="stamp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253" presetID="53" presetClass="entr" presetSubtype="16" fill="hold" grpId="0" nodeType="withEffect">
                                  <p:stCondLst>
                                    <p:cond delay="1160"/>
                                  </p:stCondLst>
                                  <p:childTnLst>
                                    <p:set>
                                      <p:cBhvr>
                                        <p:cTn id="2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9" dur="60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w*1.14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0" dur="60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h*1.14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1" dur="3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 vol="80000">
                                        <p:cTn id="252" display="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ndTgt r:embed="rId904" name="fail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255" presetID="0" presetClass="emph" presetSubtype="0" fill="hold" grpId="1" nodeType="withEffect">
                                  <p:stCondLst>
                                    <p:cond delay="1700"/>
                                  </p:stCondLst>
                                  <p:childTnLst>
                                    <p:animMotion origin="layout" path="M 0 0 L 0.0018 0 E" pathEditMode="relative">
                                      <p:cBhvr>
                                        <p:cTn id="254" dur="160" fill="hold" autoRev="1" repeatCount="3000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57" presetID="0" presetClass="emph" presetSubtype="0" fill="hold" grpId="1" nodeType="withEffect">
                                  <p:stCondLst>
                                    <p:cond delay="1580"/>
                                  </p:stCondLst>
                                  <p:childTnLst>
                                    <p:animMotion origin="layout" path="M 0 0 L 0.003 0 E" pathEditMode="relative">
                                      <p:cBhvr>
                                        <p:cTn id="256" dur="60" fill="hold" autoRev="1" repeatCount="3000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59" restart="whenNotActive" fill="hold" evtFilter="cancelBubble" nodeType="interactiveSeq">
                <p:stCondLst>
                  <p:cond evt="onClick" delay="0">
                    <p:tgtEl>
                      <p:spTgt spid="10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60" fill="hold">
                      <p:stCondLst>
                        <p:cond delay="0"/>
                      </p:stCondLst>
                      <p:childTnLst>
                        <p:par>
                          <p:cTn id="272" fill="hold">
                            <p:stCondLst>
                              <p:cond delay="0"/>
                            </p:stCondLst>
                            <p:childTnLst>
                              <p:par>
                                <p:cTn id="266" presetID="53" presetClass="entr" presetSubtype="32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2" dur="5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2.6"/>
                                          </p:val>
                                        </p:tav>
                                        <p:tav tm="70000">
                                          <p:val>
                                            <p:strVal val="#ppt_w*0.94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3" dur="5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2.6"/>
                                          </p:val>
                                        </p:tav>
                                        <p:tav tm="70000">
                                          <p:val>
                                            <p:strVal val="#ppt_h*0.94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4" dur="225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 vol="80000">
                                        <p:cTn id="265" display="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ndTgt r:embed="rId902" name="stamp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271" presetID="53" presetClass="entr" presetSubtype="32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8" dur="50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2.6"/>
                                          </p:val>
                                        </p:tav>
                                        <p:tav tm="70000">
                                          <p:val>
                                            <p:strVal val="#ppt_w*0.94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9" dur="50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2.6"/>
                                          </p:val>
                                        </p:tav>
                                        <p:tav tm="70000">
                                          <p:val>
                                            <p:strVal val="#ppt_h*0.94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0" dur="225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6"/>
                  </p:tgtEl>
                </p:cond>
              </p:nextCondLst>
            </p:seq>
            <p:seq concurrent="1" nextAc="seek">
              <p:cTn id="273" restart="whenNotActive" fill="hold" evtFilter="cancelBubble" nodeType="interactiveSeq">
                <p:stCondLst>
                  <p:cond evt="onClick" delay="0">
                    <p:tgtEl>
                      <p:spTgt spid="10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4" fill="hold">
                      <p:stCondLst>
                        <p:cond delay="0"/>
                      </p:stCondLst>
                      <p:childTnLst>
                        <p:par>
                          <p:cTn id="281" fill="hold">
                            <p:stCondLst>
                              <p:cond delay="0"/>
                            </p:stCondLst>
                            <p:childTnLst>
                              <p:par>
                                <p:cTn id="280" presetID="53" presetClass="entr" presetSubtype="32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6" dur="50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2.6"/>
                                          </p:val>
                                        </p:tav>
                                        <p:tav tm="70000">
                                          <p:val>
                                            <p:strVal val="#ppt_w*0.94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7" dur="50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2.6"/>
                                          </p:val>
                                        </p:tav>
                                        <p:tav tm="70000">
                                          <p:val>
                                            <p:strVal val="#ppt_h*0.94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8" dur="225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 vol="80000">
                                        <p:cTn id="279" display="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ndTgt r:embed="rId902" name="stamp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7"/>
                  </p:tgtEl>
                </p:cond>
              </p:nextCondLst>
            </p:seq>
            <p:seq concurrent="1" nextAc="seek">
              <p:cTn id="282" restart="whenNotActive" fill="hold" evtFilter="cancelBubble" nodeType="interactiveSeq">
                <p:stCondLst>
                  <p:cond evt="onClick" delay="0">
                    <p:tgtEl>
                      <p:spTgt spid="10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83" fill="hold">
                      <p:stCondLst>
                        <p:cond delay="0"/>
                      </p:stCondLst>
                      <p:childTnLst>
                        <p:par>
                          <p:cTn id="287" fill="hold">
                            <p:stCondLst>
                              <p:cond delay="0"/>
                            </p:stCondLst>
                            <p:childTnLst>
                              <p:par>
                                <p:cTn id="286" presetID="0" presetClass="emph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18 0 E" pathEditMode="relative">
                                      <p:cBhvr>
                                        <p:cTn id="284" dur="160" fill="hold" autoRev="1" repeatCount="3000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  <p:subTnLst>
                                    <p:audio>
                                      <p:cMediaNode vol="80000">
                                        <p:cTn id="285" display="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ndTgt r:embed="rId904" name="fail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8"/>
                  </p:tgtEl>
                </p:cond>
              </p:nextCondLst>
            </p:seq>
          </p:childTnLst>
        </p:cTn>
      </p:par>
    </p:tnLst>
    <p:bldLst>
      <p:bldP spid="25" grpId="0" animBg="1"/>
      <p:bldGraphic spid="23" grpId="0">
        <p:bldAsOne/>
      </p:bldGraphic>
      <p:bldGraphic spid="24" grpId="0">
        <p:bldAsOne/>
      </p:bldGraphic>
      <p:bldP spid="26" grpId="0" animBg="1"/>
      <p:bldP spid="99" grpId="0" animBg="1"/>
      <p:bldP spid="98" grpId="0" animBg="1"/>
      <p:bldP spid="54" grpId="0" animBg="1"/>
      <p:bldP spid="56" grpId="0" animBg="1"/>
      <p:bldP spid="55" grpId="0" animBg="1"/>
      <p:bldP spid="57" grpId="0" animBg="1"/>
      <p:bldP spid="56" grpId="1" animBg="1"/>
      <p:bldP spid="58" grpId="0" animBg="1"/>
      <p:bldP spid="57" grpId="1" animBg="1"/>
      <p:bldP spid="59" grpId="0" animBg="1"/>
      <p:bldP spid="58" grpId="1" animBg="1"/>
      <p:bldP spid="60" grpId="0" animBg="1"/>
      <p:bldP spid="59" grpId="1" animBg="1"/>
      <p:bldP spid="61" grpId="0" animBg="1"/>
      <p:bldP spid="60" grpId="1" animBg="1"/>
      <p:bldP spid="62" grpId="0" animBg="1"/>
      <p:bldP spid="61" grpId="1" animBg="1"/>
      <p:bldP spid="63" grpId="0" animBg="1"/>
      <p:bldP spid="62" grpId="1" animBg="1"/>
      <p:bldP spid="64" grpId="0" animBg="1"/>
      <p:bldP spid="63" grpId="1" animBg="1"/>
      <p:bldP spid="65" grpId="0" animBg="1"/>
      <p:bldP spid="64" grpId="1" animBg="1"/>
      <p:bldP spid="66" grpId="0" animBg="1"/>
      <p:bldP spid="65" grpId="1" animBg="1"/>
      <p:bldP spid="67" grpId="0" animBg="1"/>
      <p:bldP spid="66" grpId="1" animBg="1"/>
      <p:bldP spid="68" grpId="0" animBg="1"/>
      <p:bldP spid="67" grpId="1" animBg="1"/>
      <p:bldP spid="69" grpId="0" animBg="1"/>
      <p:bldP spid="68" grpId="1" animBg="1"/>
      <p:bldP spid="70" grpId="0" animBg="1"/>
      <p:bldP spid="69" grpId="1" animBg="1"/>
      <p:bldP spid="71" grpId="0" animBg="1"/>
      <p:bldP spid="70" grpId="1" animBg="1"/>
      <p:bldP spid="72" grpId="0" animBg="1"/>
      <p:bldP spid="71" grpId="1" animBg="1"/>
      <p:bldP spid="73" grpId="0" animBg="1"/>
      <p:bldP spid="72" grpId="1" animBg="1"/>
      <p:bldP spid="74" grpId="0" animBg="1"/>
      <p:bldP spid="73" grpId="1" animBg="1"/>
      <p:bldP spid="75" grpId="0" animBg="1"/>
      <p:bldP spid="74" grpId="1" animBg="1"/>
      <p:bldP spid="76" grpId="0" animBg="1"/>
      <p:bldP spid="75" grpId="1" animBg="1"/>
      <p:bldP spid="77" grpId="0" animBg="1"/>
      <p:bldP spid="76" grpId="1" animBg="1"/>
      <p:bldP spid="78" grpId="0" animBg="1"/>
      <p:bldP spid="77" grpId="1" animBg="1"/>
      <p:bldP spid="79" grpId="0" animBg="1"/>
      <p:bldP spid="78" grpId="1" animBg="1"/>
      <p:bldP spid="80" grpId="0" animBg="1"/>
      <p:bldP spid="79" grpId="1" animBg="1"/>
      <p:bldP spid="81" grpId="0" animBg="1"/>
      <p:bldP spid="80" grpId="1" animBg="1"/>
      <p:bldP spid="82" grpId="0" animBg="1"/>
      <p:bldP spid="81" grpId="1" animBg="1"/>
      <p:bldP spid="83" grpId="0" animBg="1"/>
      <p:bldP spid="82" grpId="1" animBg="1"/>
      <p:bldP spid="84" grpId="0" animBg="1"/>
      <p:bldP spid="83" grpId="1" animBg="1"/>
      <p:bldP spid="85" grpId="0" animBg="1"/>
      <p:bldP spid="84" grpId="1" animBg="1"/>
      <p:bldP spid="86" grpId="0" animBg="1"/>
      <p:bldP spid="85" grpId="1" animBg="1"/>
      <p:bldP spid="87" grpId="0" animBg="1"/>
      <p:bldP spid="86" grpId="1" animBg="1"/>
      <p:bldP spid="88" grpId="0" animBg="1"/>
      <p:bldP spid="87" grpId="1" animBg="1"/>
      <p:bldP spid="89" grpId="0" animBg="1"/>
      <p:bldP spid="88" grpId="1" animBg="1"/>
      <p:bldP spid="90" grpId="0" animBg="1"/>
      <p:bldP spid="89" grpId="1" animBg="1"/>
      <p:bldP spid="91" grpId="0" animBg="1"/>
      <p:bldP spid="90" grpId="1" animBg="1"/>
      <p:bldP spid="92" grpId="0" animBg="1"/>
      <p:bldP spid="91" grpId="1" animBg="1"/>
      <p:bldP spid="93" grpId="0" animBg="1"/>
      <p:bldP spid="92" grpId="1" animBg="1"/>
      <p:bldP spid="94" grpId="0" animBg="1"/>
      <p:bldP spid="93" grpId="1" animBg="1"/>
      <p:bldP spid="95" grpId="0" animBg="1"/>
      <p:bldP spid="95" grpId="1" animBg="1"/>
      <p:bldP spid="105" grpId="0" animBg="1"/>
      <p:bldP spid="106" grpId="0" animBg="1"/>
      <p:bldP spid="106" grpId="1" animBg="1"/>
      <p:bldP spid="105" grpId="1" animBg="1"/>
      <p:bldP spid="107" grpId="0" animBg="1"/>
      <p:bldP spid="107" grpId="1" animBg="1"/>
      <p:bldP spid="105" grpId="2" animBg="1"/>
      <p:bldP spid="106" grpId="2" animBg="1"/>
      <p:bldP spid="107" grpId="2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5"/>
          <p:cNvSpPr/>
          <p:nvPr>
            <p:ph idx="106" type="body" hasCustomPrompt="1"/>
          </p:nvPr>
        </p:nvSpPr>
        <p:spPr>
          <a:xfrm>
            <a:off x="698500" y="622300"/>
            <a:ext cx="88900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ru-RU" sz="1100" b="1" spc="350" kern="0" dirty="0">
                <a:solidFill>
                  <a:srgbClr val="F6B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ТЕОРЕМА 2</a:t>
            </a:r>
            <a:endParaRPr lang="ru-RU" sz="1100" dirty="0"/>
          </a:p>
        </p:txBody>
      </p:sp>
      <p:sp>
        <p:nvSpPr>
          <p:cNvPr id="3" name="Text 5"/>
          <p:cNvSpPr/>
          <p:nvPr>
            <p:ph idx="107" type="title" hasCustomPrompt="1"/>
          </p:nvPr>
        </p:nvSpPr>
        <p:spPr>
          <a:xfrm>
            <a:off x="698500" y="863600"/>
            <a:ext cx="10795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ru-RU" sz="3200" dirty="0">
                <a:solidFill>
                  <a:srgbClr val="F5EBD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Куда исчезает плов?</a:t>
            </a:r>
            <a:endParaRPr lang="ru-RU" sz="3200" dirty="0"/>
          </a:p>
        </p:txBody>
      </p:sp>
      <p:sp>
        <p:nvSpPr>
          <p:cNvPr id="4" name="Text 5"/>
          <p:cNvSpPr/>
          <p:nvPr>
            <p:ph idx="105" type="body" hasCustomPrompt="1"/>
          </p:nvPr>
        </p:nvSpPr>
        <p:spPr>
          <a:xfrm>
            <a:off x="1651000" y="6553200"/>
            <a:ext cx="4445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ru-RU" sz="950" b="1" spc="120" kern="0" dirty="0">
                <a:solidFill>
                  <a:srgbClr val="D8C7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ТЕОРЕМА 2</a:t>
            </a:r>
            <a:endParaRPr lang="ru-RU" sz="950" dirty="0"/>
          </a:p>
        </p:txBody>
      </p:sp>
      <p:sp>
        <p:nvSpPr>
          <p:cNvPr id="5" name="sldNum"/>
          <p:cNvSpPr txBox="1"/>
          <p:nvPr/>
        </p:nvSpPr>
        <p:spPr>
          <a:xfrm>
            <a:off x="10795000" y="6553200"/>
            <a:ext cx="6985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ru-RU" sz="1100" b="1" dirty="0">
                <a:solidFill>
                  <a:srgbClr val="F5EBD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ru-RU" sz="1100" dirty="0"/>
          </a:p>
        </p:txBody>
      </p:sp>
      <p:sp>
        <p:nvSpPr>
          <p:cNvPr id="6" name="hlineA"/>
          <p:cNvSpPr/>
          <p:nvPr/>
        </p:nvSpPr>
        <p:spPr>
          <a:xfrm>
            <a:off x="1460500" y="3506410"/>
            <a:ext cx="5524500" cy="0"/>
          </a:xfrm>
          <a:prstGeom prst="line">
            <a:avLst/>
          </a:prstGeom>
          <a:ln w="25400">
            <a:solidFill>
              <a:srgbClr val="F6BB2A"/>
            </a:solidFill>
            <a:prstDash val="dash"/>
          </a:ln>
        </p:spPr>
      </p:sp>
      <p:sp>
        <p:nvSpPr>
          <p:cNvPr id="7" name="hlineB"/>
          <p:cNvSpPr/>
          <p:nvPr/>
        </p:nvSpPr>
        <p:spPr>
          <a:xfrm>
            <a:off x="1460500" y="3784168"/>
            <a:ext cx="5524500" cy="0"/>
          </a:xfrm>
          <a:prstGeom prst="line">
            <a:avLst/>
          </a:prstGeom>
          <a:ln w="25400">
            <a:solidFill>
              <a:srgbClr val="F6BB2A"/>
            </a:solidFill>
            <a:prstDash val="dash"/>
          </a:ln>
        </p:spPr>
      </p:sp>
      <p:sp>
        <p:nvSpPr>
          <p:cNvPr id="8" name="hlineC"/>
          <p:cNvSpPr/>
          <p:nvPr/>
        </p:nvSpPr>
        <p:spPr>
          <a:xfrm>
            <a:off x="1460500" y="4069501"/>
            <a:ext cx="5524500" cy="0"/>
          </a:xfrm>
          <a:prstGeom prst="line">
            <a:avLst/>
          </a:prstGeom>
          <a:ln w="25400">
            <a:solidFill>
              <a:srgbClr val="F6BB2A"/>
            </a:solidFill>
            <a:prstDash val="dash"/>
          </a:ln>
        </p:spPr>
      </p:sp>
      <p:sp>
        <p:nvSpPr>
          <p:cNvPr id="9" name="hlineD"/>
          <p:cNvSpPr/>
          <p:nvPr/>
        </p:nvSpPr>
        <p:spPr>
          <a:xfrm>
            <a:off x="1460500" y="4756813"/>
            <a:ext cx="5524500" cy="0"/>
          </a:xfrm>
          <a:prstGeom prst="line">
            <a:avLst/>
          </a:prstGeom>
          <a:ln w="25400">
            <a:solidFill>
              <a:srgbClr val="F6BB2A"/>
            </a:solidFill>
            <a:prstDash val="dash"/>
          </a:ln>
        </p:spPr>
      </p:sp>
      <p:sp>
        <p:nvSpPr>
          <p:cNvPr id="10" name="xAxis"/>
          <p:cNvSpPr/>
          <p:nvPr/>
        </p:nvSpPr>
        <p:spPr>
          <a:xfrm>
            <a:off x="1460500" y="4927600"/>
            <a:ext cx="5727700" cy="0"/>
          </a:xfrm>
          <a:prstGeom prst="line">
            <a:avLst/>
          </a:prstGeom>
          <a:noFill/>
          <a:ln w="25400">
            <a:solidFill>
              <a:srgbClr val="D8C79F"/>
            </a:solidFill>
            <a:prstDash val="solid"/>
            <a:tailEnd type="triangle"/>
          </a:ln>
        </p:spPr>
      </p:sp>
      <p:sp>
        <p:nvSpPr>
          <p:cNvPr id="11" name="yAxis"/>
          <p:cNvSpPr/>
          <p:nvPr/>
        </p:nvSpPr>
        <p:spPr>
          <a:xfrm>
            <a:off x="1460500" y="1739900"/>
            <a:ext cx="0" cy="3187700"/>
          </a:xfrm>
          <a:prstGeom prst="line">
            <a:avLst/>
          </a:prstGeom>
          <a:noFill/>
          <a:ln w="25400">
            <a:solidFill>
              <a:srgbClr val="D8C79F"/>
            </a:solidFill>
            <a:prstDash val="solid"/>
            <a:headEnd type="triangle"/>
          </a:ln>
        </p:spPr>
      </p:sp>
      <p:sp>
        <p:nvSpPr>
          <p:cNvPr id="12" name="yLab"/>
          <p:cNvSpPr txBox="1"/>
          <p:nvPr/>
        </p:nvSpPr>
        <p:spPr>
          <a:xfrm>
            <a:off x="508000" y="1524000"/>
            <a:ext cx="838200" cy="292100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algn="r" indent="0" marL="0">
              <a:buNone/>
            </a:pPr>
            <a:r>
              <a:rPr lang="ru-RU" sz="1600" i="1" dirty="0">
                <a:solidFill>
                  <a:srgbClr val="F5EBD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порции</a:t>
            </a:r>
            <a:endParaRPr lang="ru-RU" sz="1600" dirty="0"/>
          </a:p>
        </p:txBody>
      </p:sp>
      <p:sp>
        <p:nvSpPr>
          <p:cNvPr id="13" name="xLab"/>
          <p:cNvSpPr txBox="1"/>
          <p:nvPr/>
        </p:nvSpPr>
        <p:spPr>
          <a:xfrm>
            <a:off x="5969000" y="5207000"/>
            <a:ext cx="1016000" cy="292100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algn="r" indent="0" marL="0">
              <a:buNone/>
            </a:pPr>
            <a:r>
              <a:rPr lang="ru-RU" sz="1600" i="1" dirty="0">
                <a:solidFill>
                  <a:srgbClr val="F5EBD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цикл n</a:t>
            </a:r>
            <a:endParaRPr lang="ru-RU" sz="1600" dirty="0"/>
          </a:p>
        </p:txBody>
      </p:sp>
      <p:graphicFrame>
        <p:nvGraphicFramePr>
          <p:cNvPr id="14" name="chartA" descr=""/>
          <p:cNvGraphicFramePr/>
          <p:nvPr/>
        </p:nvGraphicFramePr>
        <p:xfrm>
          <a:off x="952500" y="1803400"/>
          <a:ext cx="6184900" cy="34925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15" name="seg1" descr=""/>
          <p:cNvGraphicFramePr/>
          <p:nvPr/>
        </p:nvGraphicFramePr>
        <p:xfrm>
          <a:off x="1320800" y="1803400"/>
          <a:ext cx="1384300" cy="32639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16" name="seg2" descr=""/>
          <p:cNvGraphicFramePr/>
          <p:nvPr/>
        </p:nvGraphicFramePr>
        <p:xfrm>
          <a:off x="2425700" y="1803400"/>
          <a:ext cx="1384300" cy="32639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17" name="chartB" descr=""/>
          <p:cNvGraphicFramePr/>
          <p:nvPr/>
        </p:nvGraphicFramePr>
        <p:xfrm>
          <a:off x="952500" y="1803400"/>
          <a:ext cx="6184900" cy="34925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graphicFrame>
        <p:nvGraphicFramePr>
          <p:cNvPr id="18" name="seg3" descr=""/>
          <p:cNvGraphicFramePr/>
          <p:nvPr/>
        </p:nvGraphicFramePr>
        <p:xfrm>
          <a:off x="3530600" y="1803400"/>
          <a:ext cx="1384300" cy="32639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5"/>
          </a:graphicData>
        </a:graphic>
      </p:graphicFrame>
      <p:graphicFrame>
        <p:nvGraphicFramePr>
          <p:cNvPr id="19" name="chartC" descr=""/>
          <p:cNvGraphicFramePr/>
          <p:nvPr/>
        </p:nvGraphicFramePr>
        <p:xfrm>
          <a:off x="952500" y="1803400"/>
          <a:ext cx="6184900" cy="34925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6"/>
          </a:graphicData>
        </a:graphic>
      </p:graphicFrame>
      <p:graphicFrame>
        <p:nvGraphicFramePr>
          <p:cNvPr id="20" name="seg4" descr=""/>
          <p:cNvGraphicFramePr/>
          <p:nvPr/>
        </p:nvGraphicFramePr>
        <p:xfrm>
          <a:off x="4635500" y="1803400"/>
          <a:ext cx="1384300" cy="32639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7"/>
          </a:graphicData>
        </a:graphic>
      </p:graphicFrame>
      <p:graphicFrame>
        <p:nvGraphicFramePr>
          <p:cNvPr id="21" name="chartD" descr=""/>
          <p:cNvGraphicFramePr/>
          <p:nvPr/>
        </p:nvGraphicFramePr>
        <p:xfrm>
          <a:off x="952500" y="1803400"/>
          <a:ext cx="6184900" cy="34925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8"/>
          </a:graphicData>
        </a:graphic>
      </p:graphicFrame>
      <p:graphicFrame>
        <p:nvGraphicFramePr>
          <p:cNvPr id="22" name="seg20" descr=""/>
          <p:cNvGraphicFramePr/>
          <p:nvPr/>
        </p:nvGraphicFramePr>
        <p:xfrm>
          <a:off x="2373086" y="1803400"/>
          <a:ext cx="4488543" cy="32639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9"/>
          </a:graphicData>
        </a:graphic>
      </p:graphicFrame>
      <p:sp>
        <p:nvSpPr>
          <p:cNvPr id="23" name="headP0"/>
          <p:cNvSpPr/>
          <p:nvPr/>
        </p:nvSpPr>
        <p:spPr>
          <a:xfrm>
            <a:off x="1377950" y="3850217"/>
            <a:ext cx="165100" cy="165100"/>
          </a:xfrm>
          <a:prstGeom prst="ellipse">
            <a:avLst/>
          </a:prstGeom>
          <a:solidFill>
            <a:srgbClr val="52B6FF"/>
          </a:solidFill>
          <a:ln w="31750">
            <a:solidFill>
              <a:srgbClr val="17181B"/>
            </a:solidFill>
            <a:prstDash val="solid"/>
          </a:ln>
        </p:spPr>
      </p:sp>
      <p:sp>
        <p:nvSpPr>
          <p:cNvPr id="24" name="headE0"/>
          <p:cNvSpPr/>
          <p:nvPr/>
        </p:nvSpPr>
        <p:spPr>
          <a:xfrm>
            <a:off x="1377950" y="4845050"/>
            <a:ext cx="165100" cy="165100"/>
          </a:xfrm>
          <a:prstGeom prst="ellipse">
            <a:avLst/>
          </a:prstGeom>
          <a:solidFill>
            <a:srgbClr val="FF8A35"/>
          </a:solidFill>
          <a:ln w="31750">
            <a:solidFill>
              <a:srgbClr val="17181B"/>
            </a:solidFill>
            <a:prstDash val="solid"/>
          </a:ln>
        </p:spPr>
      </p:sp>
      <p:sp>
        <p:nvSpPr>
          <p:cNvPr id="25" name="headP1"/>
          <p:cNvSpPr/>
          <p:nvPr/>
        </p:nvSpPr>
        <p:spPr>
          <a:xfrm>
            <a:off x="2482850" y="3551767"/>
            <a:ext cx="165100" cy="165100"/>
          </a:xfrm>
          <a:prstGeom prst="ellipse">
            <a:avLst/>
          </a:prstGeom>
          <a:solidFill>
            <a:srgbClr val="52B6FF"/>
          </a:solidFill>
          <a:ln w="31750">
            <a:solidFill>
              <a:srgbClr val="17181B"/>
            </a:solidFill>
            <a:prstDash val="solid"/>
          </a:ln>
        </p:spPr>
      </p:sp>
      <p:sp>
        <p:nvSpPr>
          <p:cNvPr id="26" name="headE1"/>
          <p:cNvSpPr/>
          <p:nvPr/>
        </p:nvSpPr>
        <p:spPr>
          <a:xfrm>
            <a:off x="2482850" y="4148667"/>
            <a:ext cx="165100" cy="165100"/>
          </a:xfrm>
          <a:prstGeom prst="ellipse">
            <a:avLst/>
          </a:prstGeom>
          <a:solidFill>
            <a:srgbClr val="FF8A35"/>
          </a:solidFill>
          <a:ln w="31750">
            <a:solidFill>
              <a:srgbClr val="17181B"/>
            </a:solidFill>
            <a:prstDash val="solid"/>
          </a:ln>
        </p:spPr>
      </p:sp>
      <p:sp>
        <p:nvSpPr>
          <p:cNvPr id="27" name="headP2"/>
          <p:cNvSpPr/>
          <p:nvPr/>
        </p:nvSpPr>
        <p:spPr>
          <a:xfrm>
            <a:off x="3587750" y="3462232"/>
            <a:ext cx="165100" cy="165100"/>
          </a:xfrm>
          <a:prstGeom prst="ellipse">
            <a:avLst/>
          </a:prstGeom>
          <a:solidFill>
            <a:srgbClr val="52B6FF"/>
          </a:solidFill>
          <a:ln w="31750">
            <a:solidFill>
              <a:srgbClr val="17181B"/>
            </a:solidFill>
            <a:prstDash val="solid"/>
          </a:ln>
        </p:spPr>
      </p:sp>
      <p:sp>
        <p:nvSpPr>
          <p:cNvPr id="28" name="headE2"/>
          <p:cNvSpPr/>
          <p:nvPr/>
        </p:nvSpPr>
        <p:spPr>
          <a:xfrm>
            <a:off x="3587750" y="3243368"/>
            <a:ext cx="165100" cy="165100"/>
          </a:xfrm>
          <a:prstGeom prst="ellipse">
            <a:avLst/>
          </a:prstGeom>
          <a:solidFill>
            <a:srgbClr val="FF8A35"/>
          </a:solidFill>
          <a:ln w="31750">
            <a:solidFill>
              <a:srgbClr val="17181B"/>
            </a:solidFill>
            <a:prstDash val="solid"/>
          </a:ln>
        </p:spPr>
      </p:sp>
      <p:sp>
        <p:nvSpPr>
          <p:cNvPr id="29" name="headP3"/>
          <p:cNvSpPr/>
          <p:nvPr/>
        </p:nvSpPr>
        <p:spPr>
          <a:xfrm>
            <a:off x="4692650" y="3710880"/>
            <a:ext cx="165100" cy="165100"/>
          </a:xfrm>
          <a:prstGeom prst="ellipse">
            <a:avLst/>
          </a:prstGeom>
          <a:solidFill>
            <a:srgbClr val="52B6FF"/>
          </a:solidFill>
          <a:ln w="31750">
            <a:solidFill>
              <a:srgbClr val="17181B"/>
            </a:solidFill>
            <a:prstDash val="solid"/>
          </a:ln>
        </p:spPr>
      </p:sp>
      <p:sp>
        <p:nvSpPr>
          <p:cNvPr id="30" name="headE3"/>
          <p:cNvSpPr/>
          <p:nvPr/>
        </p:nvSpPr>
        <p:spPr>
          <a:xfrm>
            <a:off x="4692650" y="2777611"/>
            <a:ext cx="165100" cy="165100"/>
          </a:xfrm>
          <a:prstGeom prst="ellipse">
            <a:avLst/>
          </a:prstGeom>
          <a:solidFill>
            <a:srgbClr val="FF8A35"/>
          </a:solidFill>
          <a:ln w="31750">
            <a:solidFill>
              <a:srgbClr val="17181B"/>
            </a:solidFill>
            <a:prstDash val="solid"/>
          </a:ln>
        </p:spPr>
      </p:sp>
      <p:sp>
        <p:nvSpPr>
          <p:cNvPr id="31" name="headP4"/>
          <p:cNvSpPr/>
          <p:nvPr/>
        </p:nvSpPr>
        <p:spPr>
          <a:xfrm>
            <a:off x="5797550" y="3989036"/>
            <a:ext cx="165100" cy="165100"/>
          </a:xfrm>
          <a:prstGeom prst="ellipse">
            <a:avLst/>
          </a:prstGeom>
          <a:solidFill>
            <a:srgbClr val="52B6FF"/>
          </a:solidFill>
          <a:ln w="31750">
            <a:solidFill>
              <a:srgbClr val="17181B"/>
            </a:solidFill>
            <a:prstDash val="solid"/>
          </a:ln>
        </p:spPr>
      </p:sp>
      <p:sp>
        <p:nvSpPr>
          <p:cNvPr id="32" name="headE4"/>
          <p:cNvSpPr/>
          <p:nvPr/>
        </p:nvSpPr>
        <p:spPr>
          <a:xfrm>
            <a:off x="5797550" y="2697718"/>
            <a:ext cx="165100" cy="165100"/>
          </a:xfrm>
          <a:prstGeom prst="ellipse">
            <a:avLst/>
          </a:prstGeom>
          <a:solidFill>
            <a:srgbClr val="FF8A35"/>
          </a:solidFill>
          <a:ln w="31750">
            <a:solidFill>
              <a:srgbClr val="17181B"/>
            </a:solidFill>
            <a:prstDash val="solid"/>
          </a:ln>
        </p:spPr>
      </p:sp>
      <p:sp>
        <p:nvSpPr>
          <p:cNvPr id="33" name="headP20"/>
          <p:cNvSpPr/>
          <p:nvPr/>
        </p:nvSpPr>
        <p:spPr>
          <a:xfrm>
            <a:off x="6639379" y="4674263"/>
            <a:ext cx="165100" cy="165100"/>
          </a:xfrm>
          <a:prstGeom prst="ellipse">
            <a:avLst/>
          </a:prstGeom>
          <a:solidFill>
            <a:srgbClr val="52B6FF"/>
          </a:solidFill>
          <a:ln w="31750">
            <a:solidFill>
              <a:srgbClr val="17181B"/>
            </a:solidFill>
            <a:prstDash val="solid"/>
          </a:ln>
        </p:spPr>
      </p:sp>
      <p:sp>
        <p:nvSpPr>
          <p:cNvPr id="34" name="headE20"/>
          <p:cNvSpPr/>
          <p:nvPr/>
        </p:nvSpPr>
        <p:spPr>
          <a:xfrm>
            <a:off x="6639379" y="2505270"/>
            <a:ext cx="165100" cy="165100"/>
          </a:xfrm>
          <a:prstGeom prst="ellipse">
            <a:avLst/>
          </a:prstGeom>
          <a:solidFill>
            <a:srgbClr val="FF8A35"/>
          </a:solidFill>
          <a:ln w="31750">
            <a:solidFill>
              <a:srgbClr val="17181B"/>
            </a:solidFill>
            <a:prstDash val="solid"/>
          </a:ln>
        </p:spPr>
      </p:sp>
      <p:sp>
        <p:nvSpPr>
          <p:cNvPr id="35" name="ytA0"/>
          <p:cNvSpPr txBox="1"/>
          <p:nvPr/>
        </p:nvSpPr>
        <p:spPr>
          <a:xfrm>
            <a:off x="889000" y="4813300"/>
            <a:ext cx="4572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ru-RU" sz="1200" b="1" dirty="0">
                <a:solidFill>
                  <a:srgbClr val="A39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ru-RU" sz="1200" dirty="0"/>
          </a:p>
        </p:txBody>
      </p:sp>
      <p:sp>
        <p:nvSpPr>
          <p:cNvPr id="36" name="ytA1"/>
          <p:cNvSpPr txBox="1"/>
          <p:nvPr/>
        </p:nvSpPr>
        <p:spPr>
          <a:xfrm>
            <a:off x="889000" y="3818467"/>
            <a:ext cx="4572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ru-RU" sz="1200" b="1" dirty="0">
                <a:solidFill>
                  <a:srgbClr val="A39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ru-RU" sz="1200" dirty="0"/>
          </a:p>
        </p:txBody>
      </p:sp>
      <p:sp>
        <p:nvSpPr>
          <p:cNvPr id="37" name="ytA2"/>
          <p:cNvSpPr txBox="1"/>
          <p:nvPr/>
        </p:nvSpPr>
        <p:spPr>
          <a:xfrm>
            <a:off x="889000" y="2823633"/>
            <a:ext cx="4572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ru-RU" sz="1200" b="1" dirty="0">
                <a:solidFill>
                  <a:srgbClr val="A39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ru-RU" sz="1200" dirty="0"/>
          </a:p>
        </p:txBody>
      </p:sp>
      <p:sp>
        <p:nvSpPr>
          <p:cNvPr id="38" name="ytA3"/>
          <p:cNvSpPr txBox="1"/>
          <p:nvPr/>
        </p:nvSpPr>
        <p:spPr>
          <a:xfrm>
            <a:off x="889000" y="1828800"/>
            <a:ext cx="4572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ru-RU" sz="1200" b="1" dirty="0">
                <a:solidFill>
                  <a:srgbClr val="A39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ru-RU" sz="1200" dirty="0"/>
          </a:p>
        </p:txBody>
      </p:sp>
      <p:sp>
        <p:nvSpPr>
          <p:cNvPr id="39" name="ytB0"/>
          <p:cNvSpPr txBox="1"/>
          <p:nvPr/>
        </p:nvSpPr>
        <p:spPr>
          <a:xfrm>
            <a:off x="889000" y="4813300"/>
            <a:ext cx="4572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ru-RU" sz="1200" b="1" dirty="0">
                <a:solidFill>
                  <a:srgbClr val="A39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ru-RU" sz="1200" dirty="0"/>
          </a:p>
        </p:txBody>
      </p:sp>
      <p:sp>
        <p:nvSpPr>
          <p:cNvPr id="40" name="ytB1"/>
          <p:cNvSpPr txBox="1"/>
          <p:nvPr/>
        </p:nvSpPr>
        <p:spPr>
          <a:xfrm>
            <a:off x="889000" y="4012898"/>
            <a:ext cx="4572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ru-RU" sz="1200" b="1" dirty="0">
                <a:solidFill>
                  <a:srgbClr val="A39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ru-RU" sz="1200" dirty="0"/>
          </a:p>
        </p:txBody>
      </p:sp>
      <p:sp>
        <p:nvSpPr>
          <p:cNvPr id="41" name="ytB2"/>
          <p:cNvSpPr txBox="1"/>
          <p:nvPr/>
        </p:nvSpPr>
        <p:spPr>
          <a:xfrm>
            <a:off x="889000" y="3212495"/>
            <a:ext cx="4572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ru-RU" sz="1200" b="1" dirty="0">
                <a:solidFill>
                  <a:srgbClr val="A39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ru-RU" sz="1200" dirty="0"/>
          </a:p>
        </p:txBody>
      </p:sp>
      <p:sp>
        <p:nvSpPr>
          <p:cNvPr id="42" name="ytB3"/>
          <p:cNvSpPr txBox="1"/>
          <p:nvPr/>
        </p:nvSpPr>
        <p:spPr>
          <a:xfrm>
            <a:off x="889000" y="2412093"/>
            <a:ext cx="4572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ru-RU" sz="1200" b="1" dirty="0">
                <a:solidFill>
                  <a:srgbClr val="A39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ru-RU" sz="1200" dirty="0"/>
          </a:p>
        </p:txBody>
      </p:sp>
      <p:sp>
        <p:nvSpPr>
          <p:cNvPr id="43" name="ytC0"/>
          <p:cNvSpPr txBox="1"/>
          <p:nvPr/>
        </p:nvSpPr>
        <p:spPr>
          <a:xfrm>
            <a:off x="889000" y="4813300"/>
            <a:ext cx="4572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ru-RU" sz="1200" b="1" dirty="0">
                <a:solidFill>
                  <a:srgbClr val="A39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ru-RU" sz="1200" dirty="0"/>
          </a:p>
        </p:txBody>
      </p:sp>
      <p:sp>
        <p:nvSpPr>
          <p:cNvPr id="44" name="ytC1"/>
          <p:cNvSpPr txBox="1"/>
          <p:nvPr/>
        </p:nvSpPr>
        <p:spPr>
          <a:xfrm>
            <a:off x="889000" y="4212631"/>
            <a:ext cx="4572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ru-RU" sz="1200" b="1" dirty="0">
                <a:solidFill>
                  <a:srgbClr val="A39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ru-RU" sz="1200" dirty="0"/>
          </a:p>
        </p:txBody>
      </p:sp>
      <p:sp>
        <p:nvSpPr>
          <p:cNvPr id="45" name="ytC2"/>
          <p:cNvSpPr txBox="1"/>
          <p:nvPr/>
        </p:nvSpPr>
        <p:spPr>
          <a:xfrm>
            <a:off x="889000" y="3611962"/>
            <a:ext cx="4572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ru-RU" sz="1200" b="1" dirty="0">
                <a:solidFill>
                  <a:srgbClr val="A39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ru-RU" sz="1200" dirty="0"/>
          </a:p>
        </p:txBody>
      </p:sp>
      <p:sp>
        <p:nvSpPr>
          <p:cNvPr id="46" name="ytC3"/>
          <p:cNvSpPr txBox="1"/>
          <p:nvPr/>
        </p:nvSpPr>
        <p:spPr>
          <a:xfrm>
            <a:off x="889000" y="3011292"/>
            <a:ext cx="4572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ru-RU" sz="1200" b="1" dirty="0">
                <a:solidFill>
                  <a:srgbClr val="A39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ru-RU" sz="1200" dirty="0"/>
          </a:p>
        </p:txBody>
      </p:sp>
      <p:sp>
        <p:nvSpPr>
          <p:cNvPr id="47" name="ytC4"/>
          <p:cNvSpPr txBox="1"/>
          <p:nvPr/>
        </p:nvSpPr>
        <p:spPr>
          <a:xfrm>
            <a:off x="889000" y="2410623"/>
            <a:ext cx="4572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ru-RU" sz="1200" b="1" dirty="0">
                <a:solidFill>
                  <a:srgbClr val="A39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ru-RU" sz="1200" dirty="0"/>
          </a:p>
        </p:txBody>
      </p:sp>
      <p:sp>
        <p:nvSpPr>
          <p:cNvPr id="48" name="ytD0"/>
          <p:cNvSpPr txBox="1"/>
          <p:nvPr/>
        </p:nvSpPr>
        <p:spPr>
          <a:xfrm>
            <a:off x="889000" y="4813300"/>
            <a:ext cx="4572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ru-RU" sz="1200" b="1" dirty="0">
                <a:solidFill>
                  <a:srgbClr val="A39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ru-RU" sz="1200" dirty="0"/>
          </a:p>
        </p:txBody>
      </p:sp>
      <p:sp>
        <p:nvSpPr>
          <p:cNvPr id="49" name="ytD5"/>
          <p:cNvSpPr txBox="1"/>
          <p:nvPr/>
        </p:nvSpPr>
        <p:spPr>
          <a:xfrm>
            <a:off x="889000" y="4215546"/>
            <a:ext cx="4572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ru-RU" sz="1200" b="1" dirty="0">
                <a:solidFill>
                  <a:srgbClr val="A39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ru-RU" sz="1200" dirty="0"/>
          </a:p>
        </p:txBody>
      </p:sp>
      <p:sp>
        <p:nvSpPr>
          <p:cNvPr id="50" name="ytD10"/>
          <p:cNvSpPr txBox="1"/>
          <p:nvPr/>
        </p:nvSpPr>
        <p:spPr>
          <a:xfrm>
            <a:off x="889000" y="3617792"/>
            <a:ext cx="4572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ru-RU" sz="1200" b="1" dirty="0">
                <a:solidFill>
                  <a:srgbClr val="A39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ru-RU" sz="1200" dirty="0"/>
          </a:p>
        </p:txBody>
      </p:sp>
      <p:sp>
        <p:nvSpPr>
          <p:cNvPr id="51" name="ytD15"/>
          <p:cNvSpPr txBox="1"/>
          <p:nvPr/>
        </p:nvSpPr>
        <p:spPr>
          <a:xfrm>
            <a:off x="889000" y="3020038"/>
            <a:ext cx="4572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ru-RU" sz="1200" b="1" dirty="0">
                <a:solidFill>
                  <a:srgbClr val="A39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</a:t>
            </a:r>
            <a:endParaRPr lang="ru-RU" sz="1200" dirty="0"/>
          </a:p>
        </p:txBody>
      </p:sp>
      <p:sp>
        <p:nvSpPr>
          <p:cNvPr id="52" name="ytD20"/>
          <p:cNvSpPr txBox="1"/>
          <p:nvPr/>
        </p:nvSpPr>
        <p:spPr>
          <a:xfrm>
            <a:off x="889000" y="2422284"/>
            <a:ext cx="4572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ru-RU" sz="1200" b="1" dirty="0">
                <a:solidFill>
                  <a:srgbClr val="A39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</a:t>
            </a:r>
            <a:endParaRPr lang="ru-RU" sz="1200" dirty="0"/>
          </a:p>
        </p:txBody>
      </p:sp>
      <p:sp>
        <p:nvSpPr>
          <p:cNvPr id="53" name="limA"/>
          <p:cNvSpPr txBox="1"/>
          <p:nvPr/>
        </p:nvSpPr>
        <p:spPr>
          <a:xfrm>
            <a:off x="4953000" y="3176210"/>
            <a:ext cx="19685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algn="r" indent="0" marL="0">
              <a:buNone/>
            </a:pPr>
            <a:r>
              <a:rPr lang="ru-RU" sz="1600" b="1" dirty="0">
                <a:solidFill>
                  <a:srgbClr val="F6B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10/7 ≈ 1,43</a:t>
            </a:r>
            <a:endParaRPr lang="ru-RU" sz="1600" dirty="0"/>
          </a:p>
        </p:txBody>
      </p:sp>
      <p:sp>
        <p:nvSpPr>
          <p:cNvPr id="54" name="limB"/>
          <p:cNvSpPr txBox="1"/>
          <p:nvPr/>
        </p:nvSpPr>
        <p:spPr>
          <a:xfrm>
            <a:off x="4953000" y="3453968"/>
            <a:ext cx="19685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algn="r" indent="0" marL="0">
              <a:buNone/>
            </a:pPr>
            <a:r>
              <a:rPr lang="ru-RU" sz="1600" b="1" dirty="0">
                <a:solidFill>
                  <a:srgbClr val="F6B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10/7 ≈ 1,43</a:t>
            </a:r>
            <a:endParaRPr lang="ru-RU" sz="1600" dirty="0"/>
          </a:p>
        </p:txBody>
      </p:sp>
      <p:sp>
        <p:nvSpPr>
          <p:cNvPr id="55" name="limC"/>
          <p:cNvSpPr txBox="1"/>
          <p:nvPr/>
        </p:nvSpPr>
        <p:spPr>
          <a:xfrm>
            <a:off x="4953000" y="3739301"/>
            <a:ext cx="19685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algn="r" indent="0" marL="0">
              <a:buNone/>
            </a:pPr>
            <a:r>
              <a:rPr lang="ru-RU" sz="1600" b="1" dirty="0">
                <a:solidFill>
                  <a:srgbClr val="F6B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10/7 ≈ 1,43</a:t>
            </a:r>
            <a:endParaRPr lang="ru-RU" sz="1600" dirty="0"/>
          </a:p>
        </p:txBody>
      </p:sp>
      <p:sp>
        <p:nvSpPr>
          <p:cNvPr id="56" name="limD"/>
          <p:cNvSpPr txBox="1"/>
          <p:nvPr/>
        </p:nvSpPr>
        <p:spPr>
          <a:xfrm>
            <a:off x="4953000" y="4426613"/>
            <a:ext cx="19685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algn="r" indent="0" marL="0">
              <a:buNone/>
            </a:pPr>
            <a:r>
              <a:rPr lang="ru-RU" sz="1600" b="1" dirty="0">
                <a:solidFill>
                  <a:srgbClr val="F6B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10/7 ≈ 1,43</a:t>
            </a:r>
            <a:endParaRPr lang="ru-RU" sz="1600" dirty="0"/>
          </a:p>
        </p:txBody>
      </p:sp>
      <p:sp>
        <p:nvSpPr>
          <p:cNvPr id="57" name="legPi"/>
          <p:cNvSpPr/>
          <p:nvPr/>
        </p:nvSpPr>
        <p:spPr>
          <a:xfrm>
            <a:off x="1714500" y="2068830"/>
            <a:ext cx="292100" cy="50800"/>
          </a:xfrm>
          <a:prstGeom prst="roundRect">
            <a:avLst>
              <a:gd name="adj" fmla="val 50400"/>
            </a:avLst>
          </a:prstGeom>
          <a:solidFill>
            <a:srgbClr val="52B6FF"/>
          </a:solidFill>
          <a:ln/>
          <a:effectLst>
            <a:outerShdw sx="100000" sy="100000" kx="0" ky="0" algn="bl" rotWithShape="0" blurRad="88900" dist="50800" dir="5400000">
              <a:srgbClr val="52B6FF">
                <a:alpha val="60000"/>
              </a:srgbClr>
            </a:outerShdw>
          </a:effectLst>
        </p:spPr>
      </p:sp>
      <p:sp>
        <p:nvSpPr>
          <p:cNvPr id="58" name="legEi"/>
          <p:cNvSpPr/>
          <p:nvPr/>
        </p:nvSpPr>
        <p:spPr>
          <a:xfrm>
            <a:off x="1714500" y="2383155"/>
            <a:ext cx="292100" cy="50800"/>
          </a:xfrm>
          <a:prstGeom prst="roundRect">
            <a:avLst>
              <a:gd name="adj" fmla="val 50400"/>
            </a:avLst>
          </a:prstGeom>
          <a:solidFill>
            <a:srgbClr val="FF8A35"/>
          </a:solidFill>
          <a:ln/>
          <a:effectLst>
            <a:outerShdw sx="100000" sy="100000" kx="0" ky="0" algn="bl" rotWithShape="0" blurRad="88900" dist="50800" dir="5400000">
              <a:srgbClr val="FF8A35">
                <a:alpha val="60000"/>
              </a:srgbClr>
            </a:outerShdw>
          </a:effectLst>
        </p:spPr>
      </p:sp>
      <p:sp>
        <p:nvSpPr>
          <p:cNvPr id="59" name="legP"/>
          <p:cNvSpPr txBox="1"/>
          <p:nvPr/>
        </p:nvSpPr>
        <p:spPr>
          <a:xfrm>
            <a:off x="2095500" y="1930400"/>
            <a:ext cx="3429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ru-RU" sz="1500" b="1" dirty="0">
                <a:solidFill>
                  <a:srgbClr val="F5E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тарелке   </a:t>
            </a:r>
            <a:r>
              <a:rPr lang="ru-RU" sz="1700" b="1" i="1" dirty="0">
                <a:solidFill>
                  <a:srgbClr val="52B6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</a:t>
            </a:r>
            <a:r>
              <a:rPr lang="ru-RU" sz="1300" b="1" i="1" baseline="-25000" dirty="0">
                <a:solidFill>
                  <a:srgbClr val="52B6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</a:t>
            </a:r>
            <a:r>
              <a:rPr lang="ru-RU" sz="1700" b="1" dirty="0">
                <a:solidFill>
                  <a:srgbClr val="52B6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</a:t>
            </a:r>
            <a:r>
              <a:rPr lang="ru-RU" sz="1700" b="1" dirty="0">
                <a:solidFill>
                  <a:srgbClr val="52B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r>
              <a:rPr lang="ru-RU" sz="1700" b="1" dirty="0">
                <a:solidFill>
                  <a:srgbClr val="52B6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10/7 ≈ 1,43</a:t>
            </a:r>
            <a:endParaRPr lang="ru-RU" sz="1600" dirty="0"/>
          </a:p>
        </p:txBody>
      </p:sp>
      <p:sp>
        <p:nvSpPr>
          <p:cNvPr id="60" name="legE"/>
          <p:cNvSpPr txBox="1"/>
          <p:nvPr/>
        </p:nvSpPr>
        <p:spPr>
          <a:xfrm>
            <a:off x="2095500" y="2244725"/>
            <a:ext cx="3429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ru-RU" sz="1500" b="1" dirty="0">
                <a:solidFill>
                  <a:srgbClr val="F5E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съедено всего   </a:t>
            </a:r>
            <a:r>
              <a:rPr lang="ru-RU" sz="1700" b="1" i="1" dirty="0">
                <a:solidFill>
                  <a:srgbClr val="FF8A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</a:t>
            </a:r>
            <a:r>
              <a:rPr lang="ru-RU" sz="1300" b="1" i="1" baseline="-25000" dirty="0">
                <a:solidFill>
                  <a:srgbClr val="FF8A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</a:t>
            </a:r>
            <a:r>
              <a:rPr lang="ru-RU" sz="1700" b="1" dirty="0">
                <a:solidFill>
                  <a:srgbClr val="FF8A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</a:t>
            </a:r>
            <a:r>
              <a:rPr lang="ru-RU" sz="1700" b="1" dirty="0">
                <a:solidFill>
                  <a:srgbClr val="FF8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r>
              <a:rPr lang="ru-RU" sz="1700" b="1" dirty="0">
                <a:solidFill>
                  <a:srgbClr val="FF8A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∞</a:t>
            </a:r>
            <a:endParaRPr lang="ru-RU" sz="1600" dirty="0"/>
          </a:p>
        </p:txBody>
      </p:sp>
      <p:sp>
        <p:nvSpPr>
          <p:cNvPr id="61" name="ff"/>
          <p:cNvSpPr txBox="1"/>
          <p:nvPr/>
        </p:nvSpPr>
        <p:spPr>
          <a:xfrm>
            <a:off x="1714500" y="2673350"/>
            <a:ext cx="2974340" cy="372110"/>
          </a:xfrm>
          <a:prstGeom prst="roundRect">
            <a:avLst>
              <a:gd name="adj" fmla="val 122867"/>
            </a:avLst>
          </a:prstGeom>
          <a:noFill/>
          <a:ln w="19050">
            <a:solidFill>
              <a:srgbClr val="D8C79F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ru-RU" sz="1000" dirty="0">
                <a:solidFill>
                  <a:srgbClr val="F5EB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►►  </a:t>
            </a:r>
            <a:r>
              <a:rPr lang="ru-RU" sz="1100" dirty="0">
                <a:solidFill>
                  <a:srgbClr val="F5EBD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ПЕРЕМОТКА: 20 ЦИКЛОВ</a:t>
            </a:r>
            <a:endParaRPr lang="ru-RU" sz="1100" dirty="0"/>
          </a:p>
        </p:txBody>
      </p:sp>
      <p:sp>
        <p:nvSpPr>
          <p:cNvPr id="62" name="ffSt"/>
          <p:cNvSpPr txBox="1"/>
          <p:nvPr/>
        </p:nvSpPr>
        <p:spPr>
          <a:xfrm rot="-180000">
            <a:off x="1663700" y="2691765"/>
            <a:ext cx="1968500" cy="377190"/>
          </a:xfrm>
          <a:prstGeom prst="roundRect">
            <a:avLst>
              <a:gd name="adj" fmla="val 43636"/>
            </a:avLst>
          </a:prstGeom>
          <a:solidFill>
            <a:srgbClr val="E8432D"/>
          </a:solidFill>
          <a:ln w="38100">
            <a:solidFill>
              <a:srgbClr val="17181B"/>
            </a:solidFill>
          </a:ln>
          <a:effectLst>
            <a:outerShdw sx="100000" sy="100000" kx="0" ky="0" algn="bl" rotWithShape="0" blurRad="76200" dist="50800" dir="5400000">
              <a:srgbClr val="000000">
                <a:alpha val="4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ru-RU" sz="1100" b="1" dirty="0">
                <a:solidFill>
                  <a:srgbClr val="F5EB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►►  </a:t>
            </a:r>
            <a:r>
              <a:rPr lang="ru-RU" sz="1200" b="1" dirty="0">
                <a:solidFill>
                  <a:srgbClr val="F5EBD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ПЕРЕМОТКА</a:t>
            </a:r>
            <a:endParaRPr lang="ru-RU" sz="1200" dirty="0"/>
          </a:p>
        </p:txBody>
      </p:sp>
      <p:sp>
        <p:nvSpPr>
          <p:cNvPr id="63" name="sum"/>
          <p:cNvSpPr txBox="1"/>
          <p:nvPr/>
        </p:nvSpPr>
        <p:spPr>
          <a:xfrm>
            <a:off x="1689100" y="2666365"/>
            <a:ext cx="2095500" cy="386080"/>
          </a:xfrm>
          <a:prstGeom prst="roundRect">
            <a:avLst>
              <a:gd name="adj" fmla="val 118421"/>
            </a:avLst>
          </a:prstGeom>
          <a:solidFill>
            <a:srgbClr val="E8432D"/>
          </a:solidFill>
          <a:ln/>
          <a:effectLst>
            <a:outerShdw sx="100000" sy="100000" kx="0" ky="0" algn="bl" rotWithShape="0" blurRad="6350" dist="57150" dir="5400000">
              <a:srgbClr val="7D1A0D">
                <a:alpha val="100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ru-RU" sz="1100" b="1" dirty="0">
                <a:solidFill>
                  <a:srgbClr val="F5EBD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ПОДВЕСТИ ИТОГ</a:t>
            </a:r>
            <a:endParaRPr lang="ru-RU" sz="1100" dirty="0"/>
          </a:p>
        </p:txBody>
      </p:sp>
      <p:sp>
        <p:nvSpPr>
          <p:cNvPr id="64" name="slope"/>
          <p:cNvSpPr txBox="1"/>
          <p:nvPr/>
        </p:nvSpPr>
        <p:spPr>
          <a:xfrm rot="-1320000">
            <a:off x="3071177" y="3636963"/>
            <a:ext cx="3810000" cy="533400"/>
          </a:xfrm>
          <a:prstGeom prst="rect">
            <a:avLst/>
          </a:prstGeom>
          <a:noFill/>
          <a:ln/>
          <a:effectLst>
            <a:outerShdw sx="100000" sy="100000" kx="0" ky="0" algn="bl" rotWithShape="0" blurRad="101600" dist="50800" dir="5400000">
              <a:srgbClr val="17181B">
                <a:alpha val="100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ru-RU" sz="2200" b="1" dirty="0">
                <a:solidFill>
                  <a:srgbClr val="F6BB2A"/>
                </a:solidFill>
                <a:latin typeface="Segoe Print" pitchFamily="34" charset="0"/>
                <a:ea typeface="Segoe Print" pitchFamily="34" charset="-122"/>
                <a:cs typeface="Segoe Print" pitchFamily="34" charset="-120"/>
              </a:rPr>
              <a:t>≈ +1 порция за цикл</a:t>
            </a:r>
            <a:endParaRPr lang="ru-RU" sz="2200" dirty="0"/>
          </a:p>
        </p:txBody>
      </p:sp>
      <p:sp>
        <p:nvSpPr>
          <p:cNvPr id="65" name="b1"/>
          <p:cNvSpPr txBox="1"/>
          <p:nvPr/>
        </p:nvSpPr>
        <p:spPr>
          <a:xfrm>
            <a:off x="698500" y="5574665"/>
            <a:ext cx="1930400" cy="215900"/>
          </a:xfrm>
          <a:prstGeom prst="roundRect">
            <a:avLst>
              <a:gd name="adj" fmla="val 211765"/>
            </a:avLst>
          </a:prstGeom>
          <a:solidFill>
            <a:srgbClr val="E8432D"/>
          </a:solidFill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ru-RU" sz="1000" b="1" spc="150" kern="0" dirty="0">
                <a:solidFill>
                  <a:srgbClr val="F5E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ШУТОЧНАЯ МОДЕЛЬ</a:t>
            </a:r>
            <a:endParaRPr lang="ru-RU" sz="1000" dirty="0"/>
          </a:p>
        </p:txBody>
      </p:sp>
      <p:sp>
        <p:nvSpPr>
          <p:cNvPr id="66" name="m1"/>
          <p:cNvSpPr txBox="1"/>
          <p:nvPr/>
        </p:nvSpPr>
        <p:spPr>
          <a:xfrm>
            <a:off x="2743200" y="5524500"/>
            <a:ext cx="3556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ru-RU" sz="1800" i="1" dirty="0">
                <a:solidFill>
                  <a:srgbClr val="F5EBD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</a:t>
            </a:r>
            <a:r>
              <a:rPr lang="ru-RU" sz="1300" baseline="-25000" dirty="0">
                <a:solidFill>
                  <a:srgbClr val="F5EBD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r>
              <a:rPr lang="ru-RU" sz="1800" dirty="0">
                <a:solidFill>
                  <a:srgbClr val="F5EBD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= 1,   </a:t>
            </a:r>
            <a:r>
              <a:rPr lang="ru-RU" sz="1800" i="1" dirty="0">
                <a:solidFill>
                  <a:srgbClr val="F5EBD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</a:t>
            </a:r>
            <a:r>
              <a:rPr lang="ru-RU" sz="1300" i="1" baseline="-25000" dirty="0">
                <a:solidFill>
                  <a:srgbClr val="F5EBD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</a:t>
            </a:r>
            <a:r>
              <a:rPr lang="ru-RU" sz="1300" baseline="-25000" dirty="0">
                <a:solidFill>
                  <a:srgbClr val="F5EBD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+1</a:t>
            </a:r>
            <a:r>
              <a:rPr lang="ru-RU" sz="1800" dirty="0">
                <a:solidFill>
                  <a:srgbClr val="F5EBD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= 0,3·</a:t>
            </a:r>
            <a:r>
              <a:rPr lang="ru-RU" sz="1800" i="1" dirty="0">
                <a:solidFill>
                  <a:srgbClr val="F5EBD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</a:t>
            </a:r>
            <a:r>
              <a:rPr lang="ru-RU" sz="1300" i="1" baseline="-25000" dirty="0">
                <a:solidFill>
                  <a:srgbClr val="F5EBD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</a:t>
            </a:r>
            <a:r>
              <a:rPr lang="ru-RU" sz="1800" dirty="0">
                <a:solidFill>
                  <a:srgbClr val="F5EBD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+ 1</a:t>
            </a:r>
            <a:endParaRPr lang="ru-RU" sz="1800" dirty="0"/>
          </a:p>
        </p:txBody>
      </p:sp>
      <p:sp>
        <p:nvSpPr>
          <p:cNvPr id="67" name="b2"/>
          <p:cNvSpPr txBox="1"/>
          <p:nvPr/>
        </p:nvSpPr>
        <p:spPr>
          <a:xfrm>
            <a:off x="698500" y="5935345"/>
            <a:ext cx="1587500" cy="215900"/>
          </a:xfrm>
          <a:prstGeom prst="roundRect">
            <a:avLst>
              <a:gd name="adj" fmla="val 211765"/>
            </a:avLst>
          </a:prstGeom>
          <a:solidFill>
            <a:srgbClr val="F6BB2A"/>
          </a:solidFill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ru-RU" sz="1000" b="1" spc="150" kern="0" dirty="0">
                <a:solidFill>
                  <a:srgbClr val="1B18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МАТЕМАТИКА</a:t>
            </a:r>
            <a:endParaRPr lang="ru-RU" sz="1000" dirty="0"/>
          </a:p>
        </p:txBody>
      </p:sp>
      <p:sp>
        <p:nvSpPr>
          <p:cNvPr id="68" name="m2"/>
          <p:cNvSpPr txBox="1"/>
          <p:nvPr/>
        </p:nvSpPr>
        <p:spPr>
          <a:xfrm>
            <a:off x="2413000" y="5885180"/>
            <a:ext cx="3302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ru-RU" sz="1800" i="1" dirty="0">
                <a:solidFill>
                  <a:srgbClr val="F5EBD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</a:t>
            </a:r>
            <a:r>
              <a:rPr lang="ru-RU" sz="1300" i="1" baseline="-25000" dirty="0">
                <a:solidFill>
                  <a:srgbClr val="F5EBD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</a:t>
            </a:r>
            <a:r>
              <a:rPr lang="ru-RU" sz="1800" dirty="0">
                <a:solidFill>
                  <a:srgbClr val="F5EBD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= </a:t>
            </a:r>
            <a:r>
              <a:rPr lang="ru-RU" sz="1800" i="1" dirty="0">
                <a:solidFill>
                  <a:srgbClr val="F5EBD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</a:t>
            </a:r>
            <a:r>
              <a:rPr lang="ru-RU" sz="1800" dirty="0">
                <a:solidFill>
                  <a:srgbClr val="F5EBD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+ 1 − </a:t>
            </a:r>
            <a:r>
              <a:rPr lang="ru-RU" sz="1800" i="1" dirty="0">
                <a:solidFill>
                  <a:srgbClr val="F5EBD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</a:t>
            </a:r>
            <a:r>
              <a:rPr lang="ru-RU" sz="1300" i="1" baseline="-25000" dirty="0">
                <a:solidFill>
                  <a:srgbClr val="F5EBD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</a:t>
            </a:r>
            <a:r>
              <a:rPr lang="ru-RU" sz="1800" dirty="0">
                <a:solidFill>
                  <a:srgbClr val="F5EBD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</a:t>
            </a:r>
            <a:r>
              <a:rPr lang="ru-RU" sz="1800" dirty="0">
                <a:solidFill>
                  <a:srgbClr val="F5E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r>
              <a:rPr lang="ru-RU" sz="1800" dirty="0">
                <a:solidFill>
                  <a:srgbClr val="F5EBD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∞</a:t>
            </a:r>
            <a:endParaRPr lang="ru-RU" sz="1800" dirty="0"/>
          </a:p>
        </p:txBody>
      </p:sp>
      <p:sp>
        <p:nvSpPr>
          <p:cNvPr id="69" name="score"/>
          <p:cNvSpPr/>
          <p:nvPr/>
        </p:nvSpPr>
        <p:spPr>
          <a:xfrm>
            <a:off x="7620000" y="609600"/>
            <a:ext cx="3873500" cy="1200150"/>
          </a:xfrm>
          <a:prstGeom prst="roundRect">
            <a:avLst>
              <a:gd name="adj" fmla="val 12698"/>
            </a:avLst>
          </a:prstGeom>
          <a:solidFill>
            <a:srgbClr val="26292E"/>
          </a:solidFill>
          <a:ln w="12700">
            <a:solidFill>
              <a:srgbClr val="3A3E45"/>
            </a:solidFill>
            <a:prstDash val="solid"/>
          </a:ln>
          <a:effectLst>
            <a:outerShdw sx="100000" sy="100000" kx="0" ky="0" algn="bl" rotWithShape="0" blurRad="317500" dist="152400" dir="5400000">
              <a:srgbClr val="000000">
                <a:alpha val="35000"/>
              </a:srgbClr>
            </a:outerShdw>
          </a:effectLst>
        </p:spPr>
      </p:sp>
      <p:sp>
        <p:nvSpPr>
          <p:cNvPr id="70" name="cntLbl"/>
          <p:cNvSpPr txBox="1"/>
          <p:nvPr/>
        </p:nvSpPr>
        <p:spPr>
          <a:xfrm>
            <a:off x="7823200" y="787400"/>
            <a:ext cx="2095500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ru-RU" sz="1000" b="1" spc="200" kern="0" dirty="0">
                <a:solidFill>
                  <a:srgbClr val="A39D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СЪЕДЕНО ВСЕГО</a:t>
            </a:r>
            <a:endParaRPr lang="ru-RU" sz="1000" dirty="0"/>
          </a:p>
        </p:txBody>
      </p:sp>
      <p:sp>
        <p:nvSpPr>
          <p:cNvPr id="71" name="cyc1"/>
          <p:cNvSpPr txBox="1"/>
          <p:nvPr/>
        </p:nvSpPr>
        <p:spPr>
          <a:xfrm>
            <a:off x="9906000" y="723900"/>
            <a:ext cx="1384300" cy="2921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ru-RU" sz="1200" b="1" dirty="0">
                <a:solidFill>
                  <a:srgbClr val="A39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цикл  </a:t>
            </a:r>
            <a:r>
              <a:rPr lang="ru-RU" sz="1500" b="1" dirty="0">
                <a:solidFill>
                  <a:srgbClr val="F5EBD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ru-RU" sz="1600" dirty="0"/>
          </a:p>
        </p:txBody>
      </p:sp>
      <p:sp>
        <p:nvSpPr>
          <p:cNvPr id="72" name="cyc2"/>
          <p:cNvSpPr txBox="1"/>
          <p:nvPr/>
        </p:nvSpPr>
        <p:spPr>
          <a:xfrm>
            <a:off x="9906000" y="723900"/>
            <a:ext cx="1384300" cy="2921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ru-RU" sz="1200" b="1" dirty="0">
                <a:solidFill>
                  <a:srgbClr val="A39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цикл  </a:t>
            </a:r>
            <a:r>
              <a:rPr lang="ru-RU" sz="1500" b="1" dirty="0">
                <a:solidFill>
                  <a:srgbClr val="F5EBD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ru-RU" sz="1600" dirty="0"/>
          </a:p>
        </p:txBody>
      </p:sp>
      <p:sp>
        <p:nvSpPr>
          <p:cNvPr id="73" name="cyc3"/>
          <p:cNvSpPr txBox="1"/>
          <p:nvPr/>
        </p:nvSpPr>
        <p:spPr>
          <a:xfrm>
            <a:off x="9906000" y="723900"/>
            <a:ext cx="1384300" cy="2921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ru-RU" sz="1200" b="1" dirty="0">
                <a:solidFill>
                  <a:srgbClr val="A39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цикл  </a:t>
            </a:r>
            <a:r>
              <a:rPr lang="ru-RU" sz="1500" b="1" dirty="0">
                <a:solidFill>
                  <a:srgbClr val="F5EBD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ru-RU" sz="1600" dirty="0"/>
          </a:p>
        </p:txBody>
      </p:sp>
      <p:sp>
        <p:nvSpPr>
          <p:cNvPr id="74" name="cyc4"/>
          <p:cNvSpPr txBox="1"/>
          <p:nvPr/>
        </p:nvSpPr>
        <p:spPr>
          <a:xfrm>
            <a:off x="9906000" y="723900"/>
            <a:ext cx="1384300" cy="2921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ru-RU" sz="1200" b="1" dirty="0">
                <a:solidFill>
                  <a:srgbClr val="A39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цикл  </a:t>
            </a:r>
            <a:r>
              <a:rPr lang="ru-RU" sz="1500" b="1" dirty="0">
                <a:solidFill>
                  <a:srgbClr val="F5EBD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ru-RU" sz="1600" dirty="0"/>
          </a:p>
        </p:txBody>
      </p:sp>
      <p:sp>
        <p:nvSpPr>
          <p:cNvPr id="75" name="cyc5"/>
          <p:cNvSpPr txBox="1"/>
          <p:nvPr/>
        </p:nvSpPr>
        <p:spPr>
          <a:xfrm>
            <a:off x="9906000" y="723900"/>
            <a:ext cx="1384300" cy="2921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ru-RU" sz="1200" b="1" dirty="0">
                <a:solidFill>
                  <a:srgbClr val="A39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цикл  </a:t>
            </a:r>
            <a:r>
              <a:rPr lang="ru-RU" sz="1500" b="1" dirty="0">
                <a:solidFill>
                  <a:srgbClr val="F5EBD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ru-RU" sz="1600" dirty="0"/>
          </a:p>
        </p:txBody>
      </p:sp>
      <p:sp>
        <p:nvSpPr>
          <p:cNvPr id="76" name="cyc6"/>
          <p:cNvSpPr txBox="1"/>
          <p:nvPr/>
        </p:nvSpPr>
        <p:spPr>
          <a:xfrm>
            <a:off x="9906000" y="723900"/>
            <a:ext cx="1384300" cy="2921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ru-RU" sz="1200" b="1" dirty="0">
                <a:solidFill>
                  <a:srgbClr val="A39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цикл  </a:t>
            </a:r>
            <a:r>
              <a:rPr lang="ru-RU" sz="1500" b="1" dirty="0">
                <a:solidFill>
                  <a:srgbClr val="F5EBD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ru-RU" sz="1600" dirty="0"/>
          </a:p>
        </p:txBody>
      </p:sp>
      <p:sp>
        <p:nvSpPr>
          <p:cNvPr id="77" name="cyc7"/>
          <p:cNvSpPr txBox="1"/>
          <p:nvPr/>
        </p:nvSpPr>
        <p:spPr>
          <a:xfrm>
            <a:off x="9906000" y="723900"/>
            <a:ext cx="1384300" cy="2921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ru-RU" sz="1200" b="1" dirty="0">
                <a:solidFill>
                  <a:srgbClr val="A39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цикл  </a:t>
            </a:r>
            <a:r>
              <a:rPr lang="ru-RU" sz="1500" b="1" dirty="0">
                <a:solidFill>
                  <a:srgbClr val="F5EBD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ru-RU" sz="1600" dirty="0"/>
          </a:p>
        </p:txBody>
      </p:sp>
      <p:sp>
        <p:nvSpPr>
          <p:cNvPr id="78" name="cyc8"/>
          <p:cNvSpPr txBox="1"/>
          <p:nvPr/>
        </p:nvSpPr>
        <p:spPr>
          <a:xfrm>
            <a:off x="9906000" y="723900"/>
            <a:ext cx="1384300" cy="2921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ru-RU" sz="1200" b="1" dirty="0">
                <a:solidFill>
                  <a:srgbClr val="A39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цикл  </a:t>
            </a:r>
            <a:r>
              <a:rPr lang="ru-RU" sz="1500" b="1" dirty="0">
                <a:solidFill>
                  <a:srgbClr val="F5EBD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endParaRPr lang="ru-RU" sz="1600" dirty="0"/>
          </a:p>
        </p:txBody>
      </p:sp>
      <p:sp>
        <p:nvSpPr>
          <p:cNvPr id="79" name="cyc9"/>
          <p:cNvSpPr txBox="1"/>
          <p:nvPr/>
        </p:nvSpPr>
        <p:spPr>
          <a:xfrm>
            <a:off x="9906000" y="723900"/>
            <a:ext cx="1384300" cy="2921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ru-RU" sz="1200" b="1" dirty="0">
                <a:solidFill>
                  <a:srgbClr val="A39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цикл  </a:t>
            </a:r>
            <a:r>
              <a:rPr lang="ru-RU" sz="1500" b="1" dirty="0">
                <a:solidFill>
                  <a:srgbClr val="F5EBD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</a:t>
            </a:r>
            <a:endParaRPr lang="ru-RU" sz="1600" dirty="0"/>
          </a:p>
        </p:txBody>
      </p:sp>
      <p:sp>
        <p:nvSpPr>
          <p:cNvPr id="80" name="cyc10"/>
          <p:cNvSpPr txBox="1"/>
          <p:nvPr/>
        </p:nvSpPr>
        <p:spPr>
          <a:xfrm>
            <a:off x="9906000" y="723900"/>
            <a:ext cx="1384300" cy="2921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ru-RU" sz="1200" b="1" dirty="0">
                <a:solidFill>
                  <a:srgbClr val="A39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цикл  </a:t>
            </a:r>
            <a:r>
              <a:rPr lang="ru-RU" sz="1500" b="1" dirty="0">
                <a:solidFill>
                  <a:srgbClr val="F5EBD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ru-RU" sz="1600" dirty="0"/>
          </a:p>
        </p:txBody>
      </p:sp>
      <p:sp>
        <p:nvSpPr>
          <p:cNvPr id="81" name="cyc11"/>
          <p:cNvSpPr txBox="1"/>
          <p:nvPr/>
        </p:nvSpPr>
        <p:spPr>
          <a:xfrm>
            <a:off x="9906000" y="723900"/>
            <a:ext cx="1384300" cy="2921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ru-RU" sz="1200" b="1" dirty="0">
                <a:solidFill>
                  <a:srgbClr val="A39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цикл  </a:t>
            </a:r>
            <a:r>
              <a:rPr lang="ru-RU" sz="1500" b="1" dirty="0">
                <a:solidFill>
                  <a:srgbClr val="F5EBD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</a:t>
            </a:r>
            <a:endParaRPr lang="ru-RU" sz="1600" dirty="0"/>
          </a:p>
        </p:txBody>
      </p:sp>
      <p:sp>
        <p:nvSpPr>
          <p:cNvPr id="82" name="cyc12"/>
          <p:cNvSpPr txBox="1"/>
          <p:nvPr/>
        </p:nvSpPr>
        <p:spPr>
          <a:xfrm>
            <a:off x="9906000" y="723900"/>
            <a:ext cx="1384300" cy="2921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ru-RU" sz="1200" b="1" dirty="0">
                <a:solidFill>
                  <a:srgbClr val="A39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цикл  </a:t>
            </a:r>
            <a:r>
              <a:rPr lang="ru-RU" sz="1500" b="1" dirty="0">
                <a:solidFill>
                  <a:srgbClr val="F5EBD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</a:t>
            </a:r>
            <a:endParaRPr lang="ru-RU" sz="1600" dirty="0"/>
          </a:p>
        </p:txBody>
      </p:sp>
      <p:sp>
        <p:nvSpPr>
          <p:cNvPr id="83" name="cyc13"/>
          <p:cNvSpPr txBox="1"/>
          <p:nvPr/>
        </p:nvSpPr>
        <p:spPr>
          <a:xfrm>
            <a:off x="9906000" y="723900"/>
            <a:ext cx="1384300" cy="2921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ru-RU" sz="1200" b="1" dirty="0">
                <a:solidFill>
                  <a:srgbClr val="A39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цикл  </a:t>
            </a:r>
            <a:r>
              <a:rPr lang="ru-RU" sz="1500" b="1" dirty="0">
                <a:solidFill>
                  <a:srgbClr val="F5EBD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</a:t>
            </a:r>
            <a:endParaRPr lang="ru-RU" sz="1600" dirty="0"/>
          </a:p>
        </p:txBody>
      </p:sp>
      <p:sp>
        <p:nvSpPr>
          <p:cNvPr id="84" name="cyc14"/>
          <p:cNvSpPr txBox="1"/>
          <p:nvPr/>
        </p:nvSpPr>
        <p:spPr>
          <a:xfrm>
            <a:off x="9906000" y="723900"/>
            <a:ext cx="1384300" cy="2921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ru-RU" sz="1200" b="1" dirty="0">
                <a:solidFill>
                  <a:srgbClr val="A39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цикл  </a:t>
            </a:r>
            <a:r>
              <a:rPr lang="ru-RU" sz="1500" b="1" dirty="0">
                <a:solidFill>
                  <a:srgbClr val="F5EBD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</a:t>
            </a:r>
            <a:endParaRPr lang="ru-RU" sz="1600" dirty="0"/>
          </a:p>
        </p:txBody>
      </p:sp>
      <p:sp>
        <p:nvSpPr>
          <p:cNvPr id="85" name="cyc15"/>
          <p:cNvSpPr txBox="1"/>
          <p:nvPr/>
        </p:nvSpPr>
        <p:spPr>
          <a:xfrm>
            <a:off x="9906000" y="723900"/>
            <a:ext cx="1384300" cy="2921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ru-RU" sz="1200" b="1" dirty="0">
                <a:solidFill>
                  <a:srgbClr val="A39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цикл  </a:t>
            </a:r>
            <a:r>
              <a:rPr lang="ru-RU" sz="1500" b="1" dirty="0">
                <a:solidFill>
                  <a:srgbClr val="F5EBD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</a:t>
            </a:r>
            <a:endParaRPr lang="ru-RU" sz="1600" dirty="0"/>
          </a:p>
        </p:txBody>
      </p:sp>
      <p:sp>
        <p:nvSpPr>
          <p:cNvPr id="86" name="cyc16"/>
          <p:cNvSpPr txBox="1"/>
          <p:nvPr/>
        </p:nvSpPr>
        <p:spPr>
          <a:xfrm>
            <a:off x="9906000" y="723900"/>
            <a:ext cx="1384300" cy="2921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ru-RU" sz="1200" b="1" dirty="0">
                <a:solidFill>
                  <a:srgbClr val="A39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цикл  </a:t>
            </a:r>
            <a:r>
              <a:rPr lang="ru-RU" sz="1500" b="1" dirty="0">
                <a:solidFill>
                  <a:srgbClr val="F5EBD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</a:t>
            </a:r>
            <a:endParaRPr lang="ru-RU" sz="1600" dirty="0"/>
          </a:p>
        </p:txBody>
      </p:sp>
      <p:sp>
        <p:nvSpPr>
          <p:cNvPr id="87" name="cyc17"/>
          <p:cNvSpPr txBox="1"/>
          <p:nvPr/>
        </p:nvSpPr>
        <p:spPr>
          <a:xfrm>
            <a:off x="9906000" y="723900"/>
            <a:ext cx="1384300" cy="2921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ru-RU" sz="1200" b="1" dirty="0">
                <a:solidFill>
                  <a:srgbClr val="A39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цикл  </a:t>
            </a:r>
            <a:r>
              <a:rPr lang="ru-RU" sz="1500" b="1" dirty="0">
                <a:solidFill>
                  <a:srgbClr val="F5EBD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</a:t>
            </a:r>
            <a:endParaRPr lang="ru-RU" sz="1600" dirty="0"/>
          </a:p>
        </p:txBody>
      </p:sp>
      <p:sp>
        <p:nvSpPr>
          <p:cNvPr id="88" name="cyc18"/>
          <p:cNvSpPr txBox="1"/>
          <p:nvPr/>
        </p:nvSpPr>
        <p:spPr>
          <a:xfrm>
            <a:off x="9906000" y="723900"/>
            <a:ext cx="1384300" cy="2921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ru-RU" sz="1200" b="1" dirty="0">
                <a:solidFill>
                  <a:srgbClr val="A39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цикл  </a:t>
            </a:r>
            <a:r>
              <a:rPr lang="ru-RU" sz="1500" b="1" dirty="0">
                <a:solidFill>
                  <a:srgbClr val="F5EBD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</a:t>
            </a:r>
            <a:endParaRPr lang="ru-RU" sz="1600" dirty="0"/>
          </a:p>
        </p:txBody>
      </p:sp>
      <p:sp>
        <p:nvSpPr>
          <p:cNvPr id="89" name="cyc19"/>
          <p:cNvSpPr txBox="1"/>
          <p:nvPr/>
        </p:nvSpPr>
        <p:spPr>
          <a:xfrm>
            <a:off x="9906000" y="723900"/>
            <a:ext cx="1384300" cy="2921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ru-RU" sz="1200" b="1" dirty="0">
                <a:solidFill>
                  <a:srgbClr val="A39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цикл  </a:t>
            </a:r>
            <a:r>
              <a:rPr lang="ru-RU" sz="1500" b="1" dirty="0">
                <a:solidFill>
                  <a:srgbClr val="F5EBD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</a:t>
            </a:r>
            <a:endParaRPr lang="ru-RU" sz="1600" dirty="0"/>
          </a:p>
        </p:txBody>
      </p:sp>
      <p:sp>
        <p:nvSpPr>
          <p:cNvPr id="90" name="cyc20"/>
          <p:cNvSpPr txBox="1"/>
          <p:nvPr/>
        </p:nvSpPr>
        <p:spPr>
          <a:xfrm>
            <a:off x="9906000" y="723900"/>
            <a:ext cx="1384300" cy="2921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ru-RU" sz="1200" b="1" dirty="0">
                <a:solidFill>
                  <a:srgbClr val="A39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цикл  </a:t>
            </a:r>
            <a:r>
              <a:rPr lang="ru-RU" sz="1500" b="1" dirty="0">
                <a:solidFill>
                  <a:srgbClr val="F5EBD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</a:t>
            </a:r>
            <a:endParaRPr lang="ru-RU" sz="1600" dirty="0"/>
          </a:p>
        </p:txBody>
      </p:sp>
      <p:sp>
        <p:nvSpPr>
          <p:cNvPr id="91" name="num0"/>
          <p:cNvSpPr txBox="1"/>
          <p:nvPr/>
        </p:nvSpPr>
        <p:spPr>
          <a:xfrm>
            <a:off x="7797800" y="990600"/>
            <a:ext cx="3619500" cy="736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ru-RU" sz="4800" b="1" dirty="0">
                <a:solidFill>
                  <a:srgbClr val="FF8A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0,00</a:t>
            </a:r>
            <a:r>
              <a:rPr lang="ru-RU" sz="2000" b="1" dirty="0">
                <a:solidFill>
                  <a:srgbClr val="F5E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порции</a:t>
            </a:r>
            <a:endParaRPr lang="ru-RU" sz="1600" dirty="0"/>
          </a:p>
        </p:txBody>
      </p:sp>
      <p:sp>
        <p:nvSpPr>
          <p:cNvPr id="92" name="num1"/>
          <p:cNvSpPr txBox="1"/>
          <p:nvPr/>
        </p:nvSpPr>
        <p:spPr>
          <a:xfrm>
            <a:off x="7797800" y="990600"/>
            <a:ext cx="3619500" cy="736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ru-RU" sz="4800" b="1" dirty="0">
                <a:solidFill>
                  <a:srgbClr val="FF8A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0,70</a:t>
            </a:r>
            <a:r>
              <a:rPr lang="ru-RU" sz="2000" b="1" dirty="0">
                <a:solidFill>
                  <a:srgbClr val="F5E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порции</a:t>
            </a:r>
            <a:endParaRPr lang="ru-RU" sz="1600" dirty="0"/>
          </a:p>
        </p:txBody>
      </p:sp>
      <p:sp>
        <p:nvSpPr>
          <p:cNvPr id="93" name="num2"/>
          <p:cNvSpPr txBox="1"/>
          <p:nvPr/>
        </p:nvSpPr>
        <p:spPr>
          <a:xfrm>
            <a:off x="7797800" y="990600"/>
            <a:ext cx="3619500" cy="736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ru-RU" sz="4800" b="1" dirty="0">
                <a:solidFill>
                  <a:srgbClr val="FF8A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1,61</a:t>
            </a:r>
            <a:r>
              <a:rPr lang="ru-RU" sz="2000" b="1" dirty="0">
                <a:solidFill>
                  <a:srgbClr val="F5E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порции</a:t>
            </a:r>
            <a:endParaRPr lang="ru-RU" sz="1600" dirty="0"/>
          </a:p>
        </p:txBody>
      </p:sp>
      <p:sp>
        <p:nvSpPr>
          <p:cNvPr id="94" name="num3"/>
          <p:cNvSpPr txBox="1"/>
          <p:nvPr/>
        </p:nvSpPr>
        <p:spPr>
          <a:xfrm>
            <a:off x="7797800" y="990600"/>
            <a:ext cx="3619500" cy="736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ru-RU" sz="4800" b="1" dirty="0">
                <a:solidFill>
                  <a:srgbClr val="FF8A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2,58</a:t>
            </a:r>
            <a:r>
              <a:rPr lang="ru-RU" sz="2000" b="1" dirty="0">
                <a:solidFill>
                  <a:srgbClr val="F5E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порции</a:t>
            </a:r>
            <a:endParaRPr lang="ru-RU" sz="1600" dirty="0"/>
          </a:p>
        </p:txBody>
      </p:sp>
      <p:sp>
        <p:nvSpPr>
          <p:cNvPr id="95" name="num4"/>
          <p:cNvSpPr txBox="1"/>
          <p:nvPr/>
        </p:nvSpPr>
        <p:spPr>
          <a:xfrm>
            <a:off x="7797800" y="990600"/>
            <a:ext cx="3619500" cy="736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ru-RU" sz="4800" b="1" dirty="0">
                <a:solidFill>
                  <a:srgbClr val="FF8A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3,57</a:t>
            </a:r>
            <a:r>
              <a:rPr lang="ru-RU" sz="2000" b="1" dirty="0">
                <a:solidFill>
                  <a:srgbClr val="F5E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порции</a:t>
            </a:r>
            <a:endParaRPr lang="ru-RU" sz="1600" dirty="0"/>
          </a:p>
        </p:txBody>
      </p:sp>
      <p:sp>
        <p:nvSpPr>
          <p:cNvPr id="96" name="num5"/>
          <p:cNvSpPr txBox="1"/>
          <p:nvPr/>
        </p:nvSpPr>
        <p:spPr>
          <a:xfrm>
            <a:off x="7797800" y="990600"/>
            <a:ext cx="3619500" cy="736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ru-RU" sz="4800" b="1" dirty="0">
                <a:solidFill>
                  <a:srgbClr val="FF8A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4,57</a:t>
            </a:r>
            <a:r>
              <a:rPr lang="ru-RU" sz="2000" b="1" dirty="0">
                <a:solidFill>
                  <a:srgbClr val="F5E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порции</a:t>
            </a:r>
            <a:endParaRPr lang="ru-RU" sz="1600" dirty="0"/>
          </a:p>
        </p:txBody>
      </p:sp>
      <p:sp>
        <p:nvSpPr>
          <p:cNvPr id="97" name="num6"/>
          <p:cNvSpPr txBox="1"/>
          <p:nvPr/>
        </p:nvSpPr>
        <p:spPr>
          <a:xfrm>
            <a:off x="7797800" y="990600"/>
            <a:ext cx="3619500" cy="736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ru-RU" sz="4800" b="1" dirty="0">
                <a:solidFill>
                  <a:srgbClr val="FF8A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5,57</a:t>
            </a:r>
            <a:r>
              <a:rPr lang="ru-RU" sz="2000" b="1" dirty="0">
                <a:solidFill>
                  <a:srgbClr val="F5E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порции</a:t>
            </a:r>
            <a:endParaRPr lang="ru-RU" sz="1600" dirty="0"/>
          </a:p>
        </p:txBody>
      </p:sp>
      <p:sp>
        <p:nvSpPr>
          <p:cNvPr id="98" name="num7"/>
          <p:cNvSpPr txBox="1"/>
          <p:nvPr/>
        </p:nvSpPr>
        <p:spPr>
          <a:xfrm>
            <a:off x="7797800" y="990600"/>
            <a:ext cx="3619500" cy="736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ru-RU" sz="4800" b="1" dirty="0">
                <a:solidFill>
                  <a:srgbClr val="FF8A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6,57</a:t>
            </a:r>
            <a:r>
              <a:rPr lang="ru-RU" sz="2000" b="1" dirty="0">
                <a:solidFill>
                  <a:srgbClr val="F5E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порции</a:t>
            </a:r>
            <a:endParaRPr lang="ru-RU" sz="1600" dirty="0"/>
          </a:p>
        </p:txBody>
      </p:sp>
      <p:sp>
        <p:nvSpPr>
          <p:cNvPr id="99" name="num8"/>
          <p:cNvSpPr txBox="1"/>
          <p:nvPr/>
        </p:nvSpPr>
        <p:spPr>
          <a:xfrm>
            <a:off x="7797800" y="990600"/>
            <a:ext cx="3619500" cy="736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ru-RU" sz="4800" b="1" dirty="0">
                <a:solidFill>
                  <a:srgbClr val="FF8A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7,57</a:t>
            </a:r>
            <a:r>
              <a:rPr lang="ru-RU" sz="2000" b="1" dirty="0">
                <a:solidFill>
                  <a:srgbClr val="F5E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порции</a:t>
            </a:r>
            <a:endParaRPr lang="ru-RU" sz="1600" dirty="0"/>
          </a:p>
        </p:txBody>
      </p:sp>
      <p:sp>
        <p:nvSpPr>
          <p:cNvPr id="100" name="num9"/>
          <p:cNvSpPr txBox="1"/>
          <p:nvPr/>
        </p:nvSpPr>
        <p:spPr>
          <a:xfrm>
            <a:off x="7797800" y="990600"/>
            <a:ext cx="3619500" cy="736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ru-RU" sz="4800" b="1" dirty="0">
                <a:solidFill>
                  <a:srgbClr val="FF8A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8,57</a:t>
            </a:r>
            <a:r>
              <a:rPr lang="ru-RU" sz="2000" b="1" dirty="0">
                <a:solidFill>
                  <a:srgbClr val="F5E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порции</a:t>
            </a:r>
            <a:endParaRPr lang="ru-RU" sz="1600" dirty="0"/>
          </a:p>
        </p:txBody>
      </p:sp>
      <p:sp>
        <p:nvSpPr>
          <p:cNvPr id="101" name="num10"/>
          <p:cNvSpPr txBox="1"/>
          <p:nvPr/>
        </p:nvSpPr>
        <p:spPr>
          <a:xfrm>
            <a:off x="7797800" y="990600"/>
            <a:ext cx="3619500" cy="736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ru-RU" sz="4800" b="1" dirty="0">
                <a:solidFill>
                  <a:srgbClr val="FF8A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9,57</a:t>
            </a:r>
            <a:r>
              <a:rPr lang="ru-RU" sz="2000" b="1" dirty="0">
                <a:solidFill>
                  <a:srgbClr val="F5E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порции</a:t>
            </a:r>
            <a:endParaRPr lang="ru-RU" sz="1600" dirty="0"/>
          </a:p>
        </p:txBody>
      </p:sp>
      <p:sp>
        <p:nvSpPr>
          <p:cNvPr id="102" name="num11"/>
          <p:cNvSpPr txBox="1"/>
          <p:nvPr/>
        </p:nvSpPr>
        <p:spPr>
          <a:xfrm>
            <a:off x="7797800" y="990600"/>
            <a:ext cx="3619500" cy="736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ru-RU" sz="4800" b="1" dirty="0">
                <a:solidFill>
                  <a:srgbClr val="FF8A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10,57</a:t>
            </a:r>
            <a:r>
              <a:rPr lang="ru-RU" sz="2000" b="1" dirty="0">
                <a:solidFill>
                  <a:srgbClr val="F5E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порции</a:t>
            </a:r>
            <a:endParaRPr lang="ru-RU" sz="1600" dirty="0"/>
          </a:p>
        </p:txBody>
      </p:sp>
      <p:sp>
        <p:nvSpPr>
          <p:cNvPr id="103" name="num12"/>
          <p:cNvSpPr txBox="1"/>
          <p:nvPr/>
        </p:nvSpPr>
        <p:spPr>
          <a:xfrm>
            <a:off x="7797800" y="990600"/>
            <a:ext cx="3619500" cy="736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ru-RU" sz="4800" b="1" dirty="0">
                <a:solidFill>
                  <a:srgbClr val="FF8A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11,57</a:t>
            </a:r>
            <a:r>
              <a:rPr lang="ru-RU" sz="2000" b="1" dirty="0">
                <a:solidFill>
                  <a:srgbClr val="F5E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порции</a:t>
            </a:r>
            <a:endParaRPr lang="ru-RU" sz="1600" dirty="0"/>
          </a:p>
        </p:txBody>
      </p:sp>
      <p:sp>
        <p:nvSpPr>
          <p:cNvPr id="104" name="num13"/>
          <p:cNvSpPr txBox="1"/>
          <p:nvPr/>
        </p:nvSpPr>
        <p:spPr>
          <a:xfrm>
            <a:off x="7797800" y="990600"/>
            <a:ext cx="3619500" cy="736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ru-RU" sz="4800" b="1" dirty="0">
                <a:solidFill>
                  <a:srgbClr val="FF8A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12,57</a:t>
            </a:r>
            <a:r>
              <a:rPr lang="ru-RU" sz="2000" b="1" dirty="0">
                <a:solidFill>
                  <a:srgbClr val="F5E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порции</a:t>
            </a:r>
            <a:endParaRPr lang="ru-RU" sz="1600" dirty="0"/>
          </a:p>
        </p:txBody>
      </p:sp>
      <p:sp>
        <p:nvSpPr>
          <p:cNvPr id="105" name="num14"/>
          <p:cNvSpPr txBox="1"/>
          <p:nvPr/>
        </p:nvSpPr>
        <p:spPr>
          <a:xfrm>
            <a:off x="7797800" y="990600"/>
            <a:ext cx="3619500" cy="736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ru-RU" sz="4800" b="1" dirty="0">
                <a:solidFill>
                  <a:srgbClr val="FF8A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13,57</a:t>
            </a:r>
            <a:r>
              <a:rPr lang="ru-RU" sz="2000" b="1" dirty="0">
                <a:solidFill>
                  <a:srgbClr val="F5E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порции</a:t>
            </a:r>
            <a:endParaRPr lang="ru-RU" sz="1600" dirty="0"/>
          </a:p>
        </p:txBody>
      </p:sp>
      <p:sp>
        <p:nvSpPr>
          <p:cNvPr id="106" name="num15"/>
          <p:cNvSpPr txBox="1"/>
          <p:nvPr/>
        </p:nvSpPr>
        <p:spPr>
          <a:xfrm>
            <a:off x="7797800" y="990600"/>
            <a:ext cx="3619500" cy="736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ru-RU" sz="4800" b="1" dirty="0">
                <a:solidFill>
                  <a:srgbClr val="FF8A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14,57</a:t>
            </a:r>
            <a:r>
              <a:rPr lang="ru-RU" sz="2000" b="1" dirty="0">
                <a:solidFill>
                  <a:srgbClr val="F5E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порции</a:t>
            </a:r>
            <a:endParaRPr lang="ru-RU" sz="1600" dirty="0"/>
          </a:p>
        </p:txBody>
      </p:sp>
      <p:sp>
        <p:nvSpPr>
          <p:cNvPr id="107" name="num16"/>
          <p:cNvSpPr txBox="1"/>
          <p:nvPr/>
        </p:nvSpPr>
        <p:spPr>
          <a:xfrm>
            <a:off x="7797800" y="990600"/>
            <a:ext cx="3619500" cy="736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ru-RU" sz="4800" b="1" dirty="0">
                <a:solidFill>
                  <a:srgbClr val="FF8A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15,57</a:t>
            </a:r>
            <a:r>
              <a:rPr lang="ru-RU" sz="2000" b="1" dirty="0">
                <a:solidFill>
                  <a:srgbClr val="F5E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порции</a:t>
            </a:r>
            <a:endParaRPr lang="ru-RU" sz="1600" dirty="0"/>
          </a:p>
        </p:txBody>
      </p:sp>
      <p:sp>
        <p:nvSpPr>
          <p:cNvPr id="108" name="num17"/>
          <p:cNvSpPr txBox="1"/>
          <p:nvPr/>
        </p:nvSpPr>
        <p:spPr>
          <a:xfrm>
            <a:off x="7797800" y="990600"/>
            <a:ext cx="3619500" cy="736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ru-RU" sz="4800" b="1" dirty="0">
                <a:solidFill>
                  <a:srgbClr val="FF8A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16,57</a:t>
            </a:r>
            <a:r>
              <a:rPr lang="ru-RU" sz="2000" b="1" dirty="0">
                <a:solidFill>
                  <a:srgbClr val="F5E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порции</a:t>
            </a:r>
            <a:endParaRPr lang="ru-RU" sz="1600" dirty="0"/>
          </a:p>
        </p:txBody>
      </p:sp>
      <p:sp>
        <p:nvSpPr>
          <p:cNvPr id="109" name="num18"/>
          <p:cNvSpPr txBox="1"/>
          <p:nvPr/>
        </p:nvSpPr>
        <p:spPr>
          <a:xfrm>
            <a:off x="7797800" y="990600"/>
            <a:ext cx="3619500" cy="736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ru-RU" sz="4800" b="1" dirty="0">
                <a:solidFill>
                  <a:srgbClr val="FF8A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17,57</a:t>
            </a:r>
            <a:r>
              <a:rPr lang="ru-RU" sz="2000" b="1" dirty="0">
                <a:solidFill>
                  <a:srgbClr val="F5E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порции</a:t>
            </a:r>
            <a:endParaRPr lang="ru-RU" sz="1600" dirty="0"/>
          </a:p>
        </p:txBody>
      </p:sp>
      <p:sp>
        <p:nvSpPr>
          <p:cNvPr id="110" name="num19"/>
          <p:cNvSpPr txBox="1"/>
          <p:nvPr/>
        </p:nvSpPr>
        <p:spPr>
          <a:xfrm>
            <a:off x="7797800" y="990600"/>
            <a:ext cx="3619500" cy="736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ru-RU" sz="4800" b="1" dirty="0">
                <a:solidFill>
                  <a:srgbClr val="FF8A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18,57</a:t>
            </a:r>
            <a:r>
              <a:rPr lang="ru-RU" sz="2000" b="1" dirty="0">
                <a:solidFill>
                  <a:srgbClr val="F5E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порции</a:t>
            </a:r>
            <a:endParaRPr lang="ru-RU" sz="1600" dirty="0"/>
          </a:p>
        </p:txBody>
      </p:sp>
      <p:sp>
        <p:nvSpPr>
          <p:cNvPr id="111" name="num20"/>
          <p:cNvSpPr txBox="1"/>
          <p:nvPr/>
        </p:nvSpPr>
        <p:spPr>
          <a:xfrm>
            <a:off x="7797800" y="990600"/>
            <a:ext cx="3619500" cy="736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ru-RU" sz="4800" b="1" dirty="0">
                <a:solidFill>
                  <a:srgbClr val="FF8A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19,57</a:t>
            </a:r>
            <a:r>
              <a:rPr lang="ru-RU" sz="2000" b="1" dirty="0">
                <a:solidFill>
                  <a:srgbClr val="F5E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порции</a:t>
            </a:r>
            <a:endParaRPr lang="ru-RU" sz="1600" dirty="0"/>
          </a:p>
        </p:txBody>
      </p:sp>
      <p:pic>
        <p:nvPicPr>
          <p:cNvPr id="112" name="bench" descr="bench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226300" y="3517900"/>
            <a:ext cx="2247900" cy="2070100"/>
          </a:xfrm>
          <a:prstGeom prst="rect">
            <a:avLst/>
          </a:prstGeom>
        </p:spPr>
      </p:pic>
      <p:sp>
        <p:nvSpPr>
          <p:cNvPr id="113" name="sv1"/>
          <p:cNvSpPr txBox="1"/>
          <p:nvPr/>
        </p:nvSpPr>
        <p:spPr>
          <a:xfrm>
            <a:off x="8013700" y="4140200"/>
            <a:ext cx="685800" cy="2921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ru-RU" sz="1700" b="1" dirty="0">
                <a:solidFill>
                  <a:srgbClr val="52B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1,30</a:t>
            </a:r>
            <a:endParaRPr lang="ru-RU" sz="1700" dirty="0"/>
          </a:p>
        </p:txBody>
      </p:sp>
      <p:sp>
        <p:nvSpPr>
          <p:cNvPr id="114" name="svLow2"/>
          <p:cNvSpPr txBox="1"/>
          <p:nvPr/>
        </p:nvSpPr>
        <p:spPr>
          <a:xfrm>
            <a:off x="8013700" y="4140200"/>
            <a:ext cx="685800" cy="2921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ru-RU" sz="1700" b="1" dirty="0">
                <a:solidFill>
                  <a:srgbClr val="52B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0,39</a:t>
            </a:r>
            <a:endParaRPr lang="ru-RU" sz="1700" dirty="0"/>
          </a:p>
        </p:txBody>
      </p:sp>
      <p:sp>
        <p:nvSpPr>
          <p:cNvPr id="115" name="sv2"/>
          <p:cNvSpPr txBox="1"/>
          <p:nvPr/>
        </p:nvSpPr>
        <p:spPr>
          <a:xfrm>
            <a:off x="8013700" y="4140200"/>
            <a:ext cx="685800" cy="2921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ru-RU" sz="1700" b="1" dirty="0">
                <a:solidFill>
                  <a:srgbClr val="52B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1,39</a:t>
            </a:r>
            <a:endParaRPr lang="ru-RU" sz="1700" dirty="0"/>
          </a:p>
        </p:txBody>
      </p:sp>
      <p:sp>
        <p:nvSpPr>
          <p:cNvPr id="116" name="svLow3"/>
          <p:cNvSpPr txBox="1"/>
          <p:nvPr/>
        </p:nvSpPr>
        <p:spPr>
          <a:xfrm>
            <a:off x="8013700" y="4140200"/>
            <a:ext cx="685800" cy="2921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ru-RU" sz="1700" b="1" dirty="0">
                <a:solidFill>
                  <a:srgbClr val="52B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0,42</a:t>
            </a:r>
            <a:endParaRPr lang="ru-RU" sz="1700" dirty="0"/>
          </a:p>
        </p:txBody>
      </p:sp>
      <p:sp>
        <p:nvSpPr>
          <p:cNvPr id="117" name="sv3"/>
          <p:cNvSpPr txBox="1"/>
          <p:nvPr/>
        </p:nvSpPr>
        <p:spPr>
          <a:xfrm>
            <a:off x="8013700" y="4140200"/>
            <a:ext cx="685800" cy="2921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ru-RU" sz="1700" b="1" dirty="0">
                <a:solidFill>
                  <a:srgbClr val="52B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1,42</a:t>
            </a:r>
            <a:endParaRPr lang="ru-RU" sz="1700" dirty="0"/>
          </a:p>
        </p:txBody>
      </p:sp>
      <p:sp>
        <p:nvSpPr>
          <p:cNvPr id="118" name="svLow4"/>
          <p:cNvSpPr txBox="1"/>
          <p:nvPr/>
        </p:nvSpPr>
        <p:spPr>
          <a:xfrm>
            <a:off x="8013700" y="4140200"/>
            <a:ext cx="685800" cy="2921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ru-RU" sz="1700" b="1" dirty="0">
                <a:solidFill>
                  <a:srgbClr val="52B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0,43</a:t>
            </a:r>
            <a:endParaRPr lang="ru-RU" sz="1700" dirty="0"/>
          </a:p>
        </p:txBody>
      </p:sp>
      <p:sp>
        <p:nvSpPr>
          <p:cNvPr id="119" name="sv4"/>
          <p:cNvSpPr txBox="1"/>
          <p:nvPr/>
        </p:nvSpPr>
        <p:spPr>
          <a:xfrm>
            <a:off x="8013700" y="4140200"/>
            <a:ext cx="685800" cy="2921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ru-RU" sz="1700" b="1" dirty="0">
                <a:solidFill>
                  <a:srgbClr val="52B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1,43</a:t>
            </a:r>
            <a:endParaRPr lang="ru-RU" sz="1700" dirty="0"/>
          </a:p>
        </p:txBody>
      </p:sp>
      <p:pic>
        <p:nvPicPr>
          <p:cNvPr id="120" name="plate1" descr="plate1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454900" y="1498600"/>
            <a:ext cx="1790700" cy="2665095"/>
          </a:xfrm>
          <a:prstGeom prst="rect">
            <a:avLst/>
          </a:prstGeom>
        </p:spPr>
      </p:pic>
      <p:pic>
        <p:nvPicPr>
          <p:cNvPr id="121" name="plateLow" descr="plateLow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454900" y="1498600"/>
            <a:ext cx="1790700" cy="2665095"/>
          </a:xfrm>
          <a:prstGeom prst="rect">
            <a:avLst/>
          </a:prstGeom>
        </p:spPr>
      </p:pic>
      <p:pic>
        <p:nvPicPr>
          <p:cNvPr id="122" name="plateFull" descr="plateFull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454900" y="1498600"/>
            <a:ext cx="1790700" cy="2665095"/>
          </a:xfrm>
          <a:prstGeom prst="rect">
            <a:avLst/>
          </a:prstGeom>
        </p:spPr>
      </p:pic>
      <p:pic>
        <p:nvPicPr>
          <p:cNvPr id="123" name="kapgir" descr="kapgir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061200" y="1130300"/>
            <a:ext cx="1828800" cy="1943100"/>
          </a:xfrm>
          <a:prstGeom prst="rect">
            <a:avLst/>
          </a:prstGeom>
        </p:spPr>
      </p:pic>
      <p:pic>
        <p:nvPicPr>
          <p:cNvPr id="124" name="guest1" descr="guest1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423400" y="1600200"/>
            <a:ext cx="2552700" cy="4298950"/>
          </a:xfrm>
          <a:prstGeom prst="rect">
            <a:avLst/>
          </a:prstGeom>
        </p:spPr>
      </p:pic>
      <p:pic>
        <p:nvPicPr>
          <p:cNvPr id="125" name="guest2" descr="guest2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423400" y="1600200"/>
            <a:ext cx="2552700" cy="4298950"/>
          </a:xfrm>
          <a:prstGeom prst="rect">
            <a:avLst/>
          </a:prstGeom>
        </p:spPr>
      </p:pic>
      <p:pic>
        <p:nvPicPr>
          <p:cNvPr id="126" name="guest3" descr="guest3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423400" y="1600200"/>
            <a:ext cx="2552700" cy="4298950"/>
          </a:xfrm>
          <a:prstGeom prst="rect">
            <a:avLst/>
          </a:prstGeom>
        </p:spPr>
      </p:pic>
      <p:pic>
        <p:nvPicPr>
          <p:cNvPr id="127" name="guest4" descr="guest4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9423400" y="1600200"/>
            <a:ext cx="2552700" cy="4298950"/>
          </a:xfrm>
          <a:prstGeom prst="rect">
            <a:avLst/>
          </a:prstGeom>
        </p:spPr>
      </p:pic>
      <p:pic>
        <p:nvPicPr>
          <p:cNvPr id="128" name="guest8" descr="guest8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9423400" y="1600200"/>
            <a:ext cx="2552700" cy="4298950"/>
          </a:xfrm>
          <a:prstGeom prst="rect">
            <a:avLst/>
          </a:prstGeom>
        </p:spPr>
      </p:pic>
      <p:pic>
        <p:nvPicPr>
          <p:cNvPr id="129" name="guest12" descr="guest12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9423400" y="1600200"/>
            <a:ext cx="2768600" cy="4298950"/>
          </a:xfrm>
          <a:prstGeom prst="rect">
            <a:avLst/>
          </a:prstGeom>
        </p:spPr>
      </p:pic>
      <p:pic>
        <p:nvPicPr>
          <p:cNvPr id="130" name="guest20" descr="guest20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9423400" y="1600200"/>
            <a:ext cx="2768600" cy="4298950"/>
          </a:xfrm>
          <a:prstGeom prst="rect">
            <a:avLst/>
          </a:prstGeom>
        </p:spPr>
      </p:pic>
      <p:pic>
        <p:nvPicPr>
          <p:cNvPr id="131" name="btnFly" descr="btnFly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0580370" y="4251325"/>
            <a:ext cx="239395" cy="239395"/>
          </a:xfrm>
          <a:prstGeom prst="rect">
            <a:avLst/>
          </a:prstGeom>
        </p:spPr>
      </p:pic>
      <p:sp>
        <p:nvSpPr>
          <p:cNvPr id="132" name="chpok"/>
          <p:cNvSpPr txBox="1"/>
          <p:nvPr/>
        </p:nvSpPr>
        <p:spPr>
          <a:xfrm rot="600000">
            <a:off x="9486265" y="1928495"/>
            <a:ext cx="1460500" cy="482600"/>
          </a:xfrm>
          <a:prstGeom prst="roundRect">
            <a:avLst>
              <a:gd name="adj" fmla="val 34105"/>
            </a:avLst>
          </a:prstGeom>
          <a:solidFill>
            <a:srgbClr val="E8432D"/>
          </a:solidFill>
          <a:ln w="38100">
            <a:solidFill>
              <a:srgbClr val="17181B"/>
            </a:solidFill>
          </a:ln>
          <a:effectLst>
            <a:outerShdw sx="100000" sy="100000" kx="0" ky="0" algn="bl" rotWithShape="0" blurRad="76200" dist="50800" dir="5400000">
              <a:srgbClr val="000000">
                <a:alpha val="4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ru-RU" sz="1900" b="1" dirty="0">
                <a:solidFill>
                  <a:srgbClr val="F5EBD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ЧПОК!</a:t>
            </a:r>
            <a:endParaRPr lang="ru-RU" sz="1900" dirty="0"/>
          </a:p>
        </p:txBody>
      </p:sp>
      <p:sp>
        <p:nvSpPr>
          <p:cNvPr id="133" name="eat2"/>
          <p:cNvSpPr txBox="1"/>
          <p:nvPr/>
        </p:nvSpPr>
        <p:spPr>
          <a:xfrm>
            <a:off x="10096500" y="2057400"/>
            <a:ext cx="1397000" cy="368300"/>
          </a:xfrm>
          <a:prstGeom prst="rect">
            <a:avLst/>
          </a:prstGeom>
          <a:noFill/>
          <a:ln/>
          <a:effectLst>
            <a:outerShdw sx="100000" sy="100000" kx="0" ky="0" algn="bl" rotWithShape="0" blurRad="101600" dist="50800" dir="5400000">
              <a:srgbClr val="17181B">
                <a:alpha val="100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ru-RU" sz="2000" b="1" dirty="0">
                <a:solidFill>
                  <a:srgbClr val="FF8A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+0,91</a:t>
            </a:r>
            <a:endParaRPr lang="ru-RU" sz="2000" dirty="0"/>
          </a:p>
        </p:txBody>
      </p:sp>
      <p:sp>
        <p:nvSpPr>
          <p:cNvPr id="134" name="eat3"/>
          <p:cNvSpPr txBox="1"/>
          <p:nvPr/>
        </p:nvSpPr>
        <p:spPr>
          <a:xfrm>
            <a:off x="10096500" y="2057400"/>
            <a:ext cx="1397000" cy="368300"/>
          </a:xfrm>
          <a:prstGeom prst="rect">
            <a:avLst/>
          </a:prstGeom>
          <a:noFill/>
          <a:ln/>
          <a:effectLst>
            <a:outerShdw sx="100000" sy="100000" kx="0" ky="0" algn="bl" rotWithShape="0" blurRad="101600" dist="50800" dir="5400000">
              <a:srgbClr val="17181B">
                <a:alpha val="100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ru-RU" sz="2000" b="1" dirty="0">
                <a:solidFill>
                  <a:srgbClr val="FF8A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+0,97</a:t>
            </a:r>
            <a:endParaRPr lang="ru-RU" sz="2000" dirty="0"/>
          </a:p>
        </p:txBody>
      </p:sp>
      <p:sp>
        <p:nvSpPr>
          <p:cNvPr id="135" name="eat4"/>
          <p:cNvSpPr txBox="1"/>
          <p:nvPr/>
        </p:nvSpPr>
        <p:spPr>
          <a:xfrm>
            <a:off x="10096500" y="2057400"/>
            <a:ext cx="1397000" cy="368300"/>
          </a:xfrm>
          <a:prstGeom prst="rect">
            <a:avLst/>
          </a:prstGeom>
          <a:noFill/>
          <a:ln/>
          <a:effectLst>
            <a:outerShdw sx="100000" sy="100000" kx="0" ky="0" algn="bl" rotWithShape="0" blurRad="101600" dist="50800" dir="5400000">
              <a:srgbClr val="17181B">
                <a:alpha val="100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ru-RU" sz="2000" b="1" dirty="0">
                <a:solidFill>
                  <a:srgbClr val="FF8A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+0,99</a:t>
            </a:r>
            <a:endParaRPr lang="ru-RU" sz="2000" dirty="0"/>
          </a:p>
        </p:txBody>
      </p:sp>
      <p:sp>
        <p:nvSpPr>
          <p:cNvPr id="136" name="add1"/>
          <p:cNvSpPr txBox="1"/>
          <p:nvPr/>
        </p:nvSpPr>
        <p:spPr>
          <a:xfrm>
            <a:off x="8858250" y="2730500"/>
            <a:ext cx="952500" cy="546100"/>
          </a:xfrm>
          <a:prstGeom prst="rect">
            <a:avLst/>
          </a:prstGeom>
          <a:noFill/>
          <a:ln/>
          <a:effectLst>
            <a:outerShdw sx="100000" sy="100000" kx="0" ky="0" algn="bl" rotWithShape="0" blurRad="101600" dist="50800" dir="5400000">
              <a:srgbClr val="17181B">
                <a:alpha val="100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ru-RU" sz="2700" b="1" dirty="0">
                <a:solidFill>
                  <a:srgbClr val="F6BB2A"/>
                </a:solidFill>
                <a:latin typeface="Segoe Print" pitchFamily="34" charset="0"/>
                <a:ea typeface="Segoe Print" pitchFamily="34" charset="-122"/>
                <a:cs typeface="Segoe Print" pitchFamily="34" charset="-120"/>
              </a:rPr>
              <a:t>+1</a:t>
            </a:r>
            <a:endParaRPr lang="ru-RU" sz="2700" dirty="0"/>
          </a:p>
        </p:txBody>
      </p:sp>
      <p:sp>
        <p:nvSpPr>
          <p:cNvPr id="137" name="moreA"/>
          <p:cNvSpPr txBox="1"/>
          <p:nvPr/>
        </p:nvSpPr>
        <p:spPr>
          <a:xfrm>
            <a:off x="7647305" y="5676900"/>
            <a:ext cx="3819525" cy="589280"/>
          </a:xfrm>
          <a:prstGeom prst="roundRect">
            <a:avLst>
              <a:gd name="adj" fmla="val 77586"/>
            </a:avLst>
          </a:prstGeom>
          <a:solidFill>
            <a:srgbClr val="F6BB2A"/>
          </a:solidFill>
          <a:ln/>
          <a:effectLst>
            <a:outerShdw sx="100000" sy="100000" kx="0" ky="0" algn="bl" rotWithShape="0" blurRad="6350" dist="57150" dir="5400000">
              <a:srgbClr val="CF9214">
                <a:alpha val="100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ru-RU" sz="1800" b="1" dirty="0">
                <a:solidFill>
                  <a:srgbClr val="1B181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ЕЩЁ ОДНУ ПОРЦИЮ!</a:t>
            </a:r>
            <a:endParaRPr lang="ru-RU" sz="1800" dirty="0"/>
          </a:p>
        </p:txBody>
      </p:sp>
      <p:sp>
        <p:nvSpPr>
          <p:cNvPr id="138" name="moreB"/>
          <p:cNvSpPr txBox="1"/>
          <p:nvPr/>
        </p:nvSpPr>
        <p:spPr>
          <a:xfrm>
            <a:off x="7647305" y="5676900"/>
            <a:ext cx="3819525" cy="589280"/>
          </a:xfrm>
          <a:prstGeom prst="roundRect">
            <a:avLst>
              <a:gd name="adj" fmla="val 77586"/>
            </a:avLst>
          </a:prstGeom>
          <a:solidFill>
            <a:srgbClr val="F6BB2A"/>
          </a:solidFill>
          <a:ln/>
          <a:effectLst>
            <a:outerShdw sx="100000" sy="100000" kx="0" ky="0" algn="bl" rotWithShape="0" blurRad="6350" dist="57150" dir="5400000">
              <a:srgbClr val="CF9214">
                <a:alpha val="100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ru-RU" sz="1800" b="1" dirty="0">
                <a:solidFill>
                  <a:srgbClr val="1B181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ЕЩЁ ОДНУ ПОРЦИЮ!</a:t>
            </a:r>
            <a:endParaRPr lang="ru-RU" sz="1800" dirty="0"/>
          </a:p>
        </p:txBody>
      </p:sp>
      <p:pic>
        <p:nvPicPr>
          <p:cNvPr id="139" name="finalBg" descr="Фон кульминации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0" name="finBadge"/>
          <p:cNvSpPr txBox="1"/>
          <p:nvPr/>
        </p:nvSpPr>
        <p:spPr>
          <a:xfrm>
            <a:off x="5111750" y="450850"/>
            <a:ext cx="1968500" cy="215900"/>
          </a:xfrm>
          <a:prstGeom prst="roundRect">
            <a:avLst>
              <a:gd name="adj" fmla="val 211765"/>
            </a:avLst>
          </a:prstGeom>
          <a:solidFill>
            <a:srgbClr val="E8432D"/>
          </a:solidFill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ru-RU" sz="1000" b="1" spc="150" kern="0" dirty="0">
                <a:solidFill>
                  <a:srgbClr val="F5E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ШУТОЧНЫЙ ВЫВОД</a:t>
            </a:r>
            <a:endParaRPr lang="ru-RU" sz="1000" dirty="0"/>
          </a:p>
        </p:txBody>
      </p:sp>
      <p:sp>
        <p:nvSpPr>
          <p:cNvPr id="141" name="l1"/>
          <p:cNvSpPr txBox="1"/>
          <p:nvPr/>
        </p:nvSpPr>
        <p:spPr>
          <a:xfrm>
            <a:off x="254000" y="1809750"/>
            <a:ext cx="11684000" cy="952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ru-RU" sz="6000" dirty="0">
                <a:solidFill>
                  <a:srgbClr val="F5EBD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ТАРЕЛКА СХОДИТСЯ.</a:t>
            </a:r>
            <a:endParaRPr lang="ru-RU" sz="6000" dirty="0"/>
          </a:p>
        </p:txBody>
      </p:sp>
      <p:sp>
        <p:nvSpPr>
          <p:cNvPr id="142" name="l2"/>
          <p:cNvSpPr txBox="1"/>
          <p:nvPr/>
        </p:nvSpPr>
        <p:spPr>
          <a:xfrm>
            <a:off x="254000" y="2787650"/>
            <a:ext cx="11684000" cy="952500"/>
          </a:xfrm>
          <a:prstGeom prst="rect">
            <a:avLst/>
          </a:prstGeom>
          <a:noFill/>
          <a:ln/>
          <a:effectLst>
            <a:outerShdw sx="100000" sy="100000" kx="0" ky="0" algn="bl" rotWithShape="0" blurRad="381000" dist="50800" dir="5400000">
              <a:srgbClr val="E8432D">
                <a:alpha val="4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ru-RU" sz="6000" dirty="0">
                <a:solidFill>
                  <a:srgbClr val="E8432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ГОСТЬ РАСХОДИТСЯ.</a:t>
            </a:r>
            <a:endParaRPr lang="ru-RU" sz="6000" dirty="0"/>
          </a:p>
        </p:txBody>
      </p:sp>
      <p:sp>
        <p:nvSpPr>
          <p:cNvPr id="143" name="l1s"/>
          <p:cNvSpPr txBox="1"/>
          <p:nvPr/>
        </p:nvSpPr>
        <p:spPr>
          <a:xfrm>
            <a:off x="254000" y="923290"/>
            <a:ext cx="11684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ru-RU" sz="4800" dirty="0">
                <a:solidFill>
                  <a:srgbClr val="F5EBD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ТАРЕЛКА СХОДИТСЯ.</a:t>
            </a:r>
            <a:endParaRPr lang="ru-RU" sz="4800" dirty="0"/>
          </a:p>
        </p:txBody>
      </p:sp>
      <p:sp>
        <p:nvSpPr>
          <p:cNvPr id="144" name="l2s"/>
          <p:cNvSpPr txBox="1"/>
          <p:nvPr/>
        </p:nvSpPr>
        <p:spPr>
          <a:xfrm>
            <a:off x="254000" y="1705610"/>
            <a:ext cx="11684000" cy="762000"/>
          </a:xfrm>
          <a:prstGeom prst="rect">
            <a:avLst/>
          </a:prstGeom>
          <a:noFill/>
          <a:ln/>
          <a:effectLst>
            <a:outerShdw sx="100000" sy="100000" kx="0" ky="0" algn="bl" rotWithShape="0" blurRad="381000" dist="50800" dir="5400000">
              <a:srgbClr val="E8432D">
                <a:alpha val="4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ru-RU" sz="4800" dirty="0">
                <a:solidFill>
                  <a:srgbClr val="E8432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ГОСТЬ РАСХОДИТСЯ.</a:t>
            </a:r>
            <a:endParaRPr lang="ru-RU" sz="4800" dirty="0"/>
          </a:p>
        </p:txBody>
      </p:sp>
      <p:sp>
        <p:nvSpPr>
          <p:cNvPr id="145" name="sub"/>
          <p:cNvSpPr txBox="1"/>
          <p:nvPr/>
        </p:nvSpPr>
        <p:spPr>
          <a:xfrm>
            <a:off x="254000" y="3263900"/>
            <a:ext cx="11684000" cy="6070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ru-RU" sz="3800" dirty="0">
                <a:solidFill>
                  <a:srgbClr val="F5EBD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Плов не исчез. </a:t>
            </a:r>
            <a:r>
              <a:rPr lang="ru-RU" sz="3800" dirty="0">
                <a:solidFill>
                  <a:srgbClr val="F6B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Он в вас.</a:t>
            </a:r>
            <a:endParaRPr lang="ru-RU" sz="3800" dirty="0"/>
          </a:p>
        </p:txBody>
      </p:sp>
      <p:pic>
        <p:nvPicPr>
          <p:cNvPr id="146" name="arrow" descr="arrow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4645660" y="3822700"/>
            <a:ext cx="2901315" cy="274066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0" presetClass="exit" presetSubtype="0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" dur="1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14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0" presetClass="exit" presetSubtype="0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" dur="1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14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22" presetClass="entr" presetSubtype="8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" dur="9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53" presetClass="entr" presetSubtype="16" fill="hold" grpId="0" nodeType="withEffect">
                                  <p:stCondLst>
                                    <p:cond delay="145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3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w*1.14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3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h*1.14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3" presetClass="entr" presetSubtype="16" fill="hold" grpId="0" nodeType="withEffect">
                                  <p:stCondLst>
                                    <p:cond delay="14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3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w*1.14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3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h*1.14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1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xit" presetSubtype="0" fill="hold" grpId="0" nodeType="withEffect">
                                  <p:stCondLst>
                                    <p:cond delay="10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" dur="15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149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5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6" presetClass="emph" presetSubtype="0" fill="hold" grpId="1" nodeType="withEffect">
                                  <p:stCondLst>
                                    <p:cond delay="1100"/>
                                  </p:stCondLst>
                                  <p:childTnLst>
                                    <p:animScale>
                                      <p:cBhvr>
                                        <p:cTn id="29" dur="225" fill="hold" autoRev="1"/>
                                        <p:tgtEl>
                                          <p:spTgt spid="92"/>
                                        </p:tgtEl>
                                      </p:cBhvr>
                                      <p:by x="107000" y="107000"/>
                                    </p:animScale>
                                  </p:childTnLst>
                                </p:cTn>
                              </p:par>
                              <p:par>
                                <p:cTn id="32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31" dur="900" fill="hold" autoRev="1" repeatCount="indefinite"/>
                                        <p:tgtEl>
                                          <p:spTgt spid="137"/>
                                        </p:tgtEl>
                                      </p:cBhvr>
                                      <p:by x="104000" y="104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0" presetClass="pat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0.0074 E" pathEditMode="relative">
                                      <p:cBhvr>
                                        <p:cTn id="39" dur="140" fill="hold" autoRev="1" decel="50000"/>
                                        <p:tgtEl>
                                          <p:spTgt spid="1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  <p:subTnLst>
                                    <p:audio>
                                      <p:cMediaNode vol="80000">
                                        <p:cTn id="40" display="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ndTgt r:embed="rId900" name="gulp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43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42" dur="200" fill="hold" autoRev="1"/>
                                        <p:tgtEl>
                                          <p:spTgt spid="124"/>
                                        </p:tgtEl>
                                      </p:cBhvr>
                                      <p:by x="104000" y="104000"/>
                                    </p:animScale>
                                  </p:childTnLst>
                                </p:cTn>
                              </p:par>
                              <p:par>
                                <p:cTn id="46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4" dur="22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219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22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" presetClass="exit" presetSubtype="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42" presetClass="entr" presetSubtype="0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8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6" dur="380" fill="hold"/>
                                        <p:tgtEl>
                                          <p:spTgt spid="1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380" fill="hold"/>
                                        <p:tgtEl>
                                          <p:spTgt spid="1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10" presetClass="exit" presetSubtype="0" fill="hold" grpId="1" nodeType="withEffect">
                                  <p:stCondLst>
                                    <p:cond delay="82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9" dur="3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2" dur="12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11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5" dur="12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11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22" presetClass="entr" presetSubtype="8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9" dur="76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53" presetClass="entr" presetSubtype="16" fill="hold" grpId="0" nodeType="withEffect">
                                  <p:stCondLst>
                                    <p:cond delay="74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3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w*1.14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3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h*1.14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" dur="1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53" presetClass="entr" presetSubtype="16" fill="hold" grpId="0" nodeType="withEffect">
                                  <p:stCondLst>
                                    <p:cond delay="74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3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w*1.14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3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h*1.14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9" dur="1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0" presetClass="exit" presetSubtype="0" fill="hold" grpId="2" nodeType="withEffect">
                                  <p:stCondLst>
                                    <p:cond delay="38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5" dur="15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149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grpId="0" nodeType="withEffect">
                                  <p:stCondLst>
                                    <p:cond delay="38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15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26" presetClass="emph" presetSubtype="0" fill="hold" grpId="1" nodeType="withEffect">
                                  <p:stCondLst>
                                    <p:cond delay="430"/>
                                  </p:stCondLst>
                                  <p:childTnLst>
                                    <p:animScale>
                                      <p:cBhvr>
                                        <p:cTn id="91" dur="225" fill="hold" autoRev="1"/>
                                        <p:tgtEl>
                                          <p:spTgt spid="93"/>
                                        </p:tgtEl>
                                      </p:cBhvr>
                                      <p:by x="107000" y="107000"/>
                                    </p:animScale>
                                  </p:childTnLst>
                                </p:cTn>
                              </p:par>
                              <p:par>
                                <p:cTn id="95" presetID="10" presetClass="exit" presetSubtype="0" fill="hold" grpId="1" nodeType="withEffect">
                                  <p:stCondLst>
                                    <p:cond delay="26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3" dur="22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219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22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22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0" presetClass="path" presetSubtype="0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-0.1198 -0.1389 L 0 0 E" pathEditMode="relative">
                                      <p:cBhvr>
                                        <p:cTn id="102" dur="285" fill="hold" decel="50000"/>
                                        <p:tgtEl>
                                          <p:spTgt spid="1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5" presetID="32" presetClass="emph" presetSubtype="0" fill="hold" grpId="2" nodeType="withEffect">
                                  <p:stCondLst>
                                    <p:cond delay="585"/>
                                  </p:stCondLst>
                                  <p:childTnLst>
                                    <p:animRot by="480000">
                                      <p:cBhvr>
                                        <p:cTn id="104" dur="75" fill="hold" autoRev="1" repeatCount="2000"/>
                                        <p:tgtEl>
                                          <p:spTgt spid="12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08" presetID="10" presetClass="exit" presetSubtype="0" fill="hold" grpId="3" nodeType="withEffect">
                                  <p:stCondLst>
                                    <p:cond delay="89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6" dur="33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329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0" presetClass="exit" presetSubtype="0" fill="hold" grpId="1" nodeType="withEffect">
                                  <p:stCondLst>
                                    <p:cond delay="72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9" dur="16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159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4" presetID="10" presetClass="entr" presetSubtype="0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16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26" presetClass="emph" presetSubtype="0" fill="hold" grpId="1" nodeType="withEffect">
                                  <p:stCondLst>
                                    <p:cond delay="720"/>
                                  </p:stCondLst>
                                  <p:childTnLst>
                                    <p:animScale>
                                      <p:cBhvr>
                                        <p:cTn id="115" dur="250" fill="hold" autoRev="1"/>
                                        <p:tgtEl>
                                          <p:spTgt spid="12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  <p:subTnLst>
                                    <p:audio>
                                      <p:cMediaNode vol="80000">
                                        <p:cTn id="116" display="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ndTgt r:embed="rId901" name="plop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19" presetID="1" presetClass="exit" presetSubtype="0" fill="hold" grpId="1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" presetClass="entr" presetSubtype="0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6" presetID="42" presetClass="entr" presetSubtype="0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38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4" dur="380" fill="hold"/>
                                        <p:tgtEl>
                                          <p:spTgt spid="1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5" dur="380" fill="hold"/>
                                        <p:tgtEl>
                                          <p:spTgt spid="1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9" presetID="10" presetClass="exit" presetSubtype="0" fill="hold" grpId="1" nodeType="withEffect">
                                  <p:stCondLst>
                                    <p:cond delay="14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7" dur="3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271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0" presetClass="path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0.0074 E" pathEditMode="relative">
                                      <p:cBhvr>
                                        <p:cTn id="132" dur="140" fill="hold" autoRev="1" decel="50000"/>
                                        <p:tgtEl>
                                          <p:spTgt spid="1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  <p:subTnLst>
                                    <p:audio>
                                      <p:cMediaNode vol="80000">
                                        <p:cTn id="133" display="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ndTgt r:embed="rId900" name="gulp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36" presetID="26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35" dur="200" fill="hold" autoRev="1"/>
                                        <p:tgtEl>
                                          <p:spTgt spid="125"/>
                                        </p:tgtEl>
                                      </p:cBhvr>
                                      <p:by x="104000" y="104000"/>
                                    </p:animScale>
                                  </p:childTnLst>
                                </p:cTn>
                              </p:par>
                              <p:par>
                                <p:cTn id="139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7" dur="22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219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2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1" dur="22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4" presetID="1" presetClass="exit" presetSubtype="0" fill="hold" grpId="1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6" presetID="1" presetClass="entr" presetSubtype="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1" presetID="42" presetClass="entr" presetSubtype="0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38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9" dur="380" fill="hold"/>
                                        <p:tgtEl>
                                          <p:spTgt spid="1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0" dur="380" fill="hold"/>
                                        <p:tgtEl>
                                          <p:spTgt spid="1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4" presetID="10" presetClass="exit" presetSubtype="0" fill="hold" grpId="1" nodeType="withEffect">
                                  <p:stCondLst>
                                    <p:cond delay="82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2" dur="3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7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5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0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8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3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1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5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9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1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5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3" dur="3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7" dur="3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1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9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2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7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5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0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8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2" dur="3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5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8" dur="3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1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3" dur="12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11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8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6" dur="12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11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1" presetID="22" presetClass="entr" presetSubtype="8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10" dur="6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6" presetID="53" presetClass="entr" presetSubtype="16" fill="hold" grpId="0" nodeType="withEffect">
                                  <p:stCondLst>
                                    <p:cond delay="82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3" dur="3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w*1.14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4" dur="3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h*1.14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5" dur="1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1" presetID="53" presetClass="entr" presetSubtype="16" fill="hold" grpId="0" nodeType="withEffect">
                                  <p:stCondLst>
                                    <p:cond delay="820"/>
                                  </p:stCondLst>
                                  <p:childTnLst>
                                    <p:set>
                                      <p:cBhvr>
                                        <p:cTn id="2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8" dur="3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w*1.14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9" dur="3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h*1.14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0" dur="1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8" presetID="10" presetClass="exit" presetSubtype="0" fill="hold" grpId="2" nodeType="withEffect">
                                  <p:stCondLst>
                                    <p:cond delay="38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6" dur="15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7" dur="1" fill="hold">
                                          <p:stCondLst>
                                            <p:cond delay="149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1" presetID="10" presetClass="entr" presetSubtype="0" fill="hold" grpId="0" nodeType="withEffect">
                                  <p:stCondLst>
                                    <p:cond delay="380"/>
                                  </p:stCondLst>
                                  <p:childTnLst>
                                    <p:set>
                                      <p:cBhvr>
                                        <p:cTn id="2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0" dur="15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3" presetID="26" presetClass="emph" presetSubtype="0" fill="hold" grpId="1" nodeType="withEffect">
                                  <p:stCondLst>
                                    <p:cond delay="430"/>
                                  </p:stCondLst>
                                  <p:childTnLst>
                                    <p:animScale>
                                      <p:cBhvr>
                                        <p:cTn id="232" dur="225" fill="hold" autoRev="1"/>
                                        <p:tgtEl>
                                          <p:spTgt spid="94"/>
                                        </p:tgtEl>
                                      </p:cBhvr>
                                      <p:by x="107000" y="107000"/>
                                    </p:animScale>
                                  </p:childTnLst>
                                </p:cTn>
                              </p:par>
                              <p:par>
                                <p:cTn id="236" presetID="10" presetClass="exit" presetSubtype="0" fill="hold" grpId="2" nodeType="withEffect">
                                  <p:stCondLst>
                                    <p:cond delay="26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4" dur="22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5" dur="1" fill="hold">
                                          <p:stCondLst>
                                            <p:cond delay="219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9" presetID="10" presetClass="entr" presetSubtype="0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2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8" dur="22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2" presetID="10" presetClass="entr" presetSubtype="0" fill="hold" grpId="4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1" dur="22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4" presetID="0" presetClass="path" presetSubtype="0" fill="hold" grpId="5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-0.1198 -0.1389 L 0 0 E" pathEditMode="relative">
                                      <p:cBhvr>
                                        <p:cTn id="243" dur="285" fill="hold" decel="50000"/>
                                        <p:tgtEl>
                                          <p:spTgt spid="1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6" presetID="32" presetClass="emph" presetSubtype="0" fill="hold" grpId="6" nodeType="withEffect">
                                  <p:stCondLst>
                                    <p:cond delay="585"/>
                                  </p:stCondLst>
                                  <p:childTnLst>
                                    <p:animRot by="480000">
                                      <p:cBhvr>
                                        <p:cTn id="245" dur="75" fill="hold" autoRev="1" repeatCount="2000"/>
                                        <p:tgtEl>
                                          <p:spTgt spid="12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49" presetID="10" presetClass="exit" presetSubtype="0" fill="hold" grpId="7" nodeType="withEffect">
                                  <p:stCondLst>
                                    <p:cond delay="89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7" dur="33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8" dur="1" fill="hold">
                                          <p:stCondLst>
                                            <p:cond delay="329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2" presetID="10" presetClass="exit" presetSubtype="0" fill="hold" grpId="3" nodeType="withEffect">
                                  <p:stCondLst>
                                    <p:cond delay="72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0" dur="16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1" dur="1" fill="hold">
                                          <p:stCondLst>
                                            <p:cond delay="159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5" presetID="10" presetClass="entr" presetSubtype="0" fill="hold" grpId="3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2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4" dur="16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8" presetID="26" presetClass="emph" presetSubtype="0" fill="hold" grpId="4" nodeType="withEffect">
                                  <p:stCondLst>
                                    <p:cond delay="720"/>
                                  </p:stCondLst>
                                  <p:childTnLst>
                                    <p:animScale>
                                      <p:cBhvr>
                                        <p:cTn id="256" dur="250" fill="hold" autoRev="1"/>
                                        <p:tgtEl>
                                          <p:spTgt spid="12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  <p:subTnLst>
                                    <p:audio>
                                      <p:cMediaNode vol="80000">
                                        <p:cTn id="257" display="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ndTgt r:embed="rId901" name="plop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260" presetID="1" presetClass="exit" presetSubtype="0" fill="hold" grpId="1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2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2" presetID="1" presetClass="entr" presetSubtype="0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2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7" presetID="42" presetClass="entr" presetSubtype="0" fill="hold" grpId="2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2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4" dur="38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65" dur="380" fill="hold"/>
                                        <p:tgtEl>
                                          <p:spTgt spid="1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6" dur="380" fill="hold"/>
                                        <p:tgtEl>
                                          <p:spTgt spid="1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0" presetID="10" presetClass="exit" presetSubtype="0" fill="hold" grpId="3" nodeType="withEffect">
                                  <p:stCondLst>
                                    <p:cond delay="14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8" dur="3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9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2" fill="hold">
                      <p:stCondLst>
                        <p:cond delay="indefinite"/>
                      </p:stCondLst>
                      <p:childTnLst>
                        <p:par>
                          <p:cTn id="412" fill="hold">
                            <p:stCondLst>
                              <p:cond delay="0"/>
                            </p:stCondLst>
                            <p:childTnLst>
                              <p:par>
                                <p:cTn id="275" presetID="0" presetClass="path" presetSubtype="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0.0074 E" pathEditMode="relative">
                                      <p:cBhvr>
                                        <p:cTn id="273" dur="140" fill="hold" autoRev="1" decel="50000"/>
                                        <p:tgtEl>
                                          <p:spTgt spid="1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  <p:subTnLst>
                                    <p:audio>
                                      <p:cMediaNode vol="80000">
                                        <p:cTn id="274" display="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ndTgt r:embed="rId900" name="gulp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277" presetID="26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276" dur="200" fill="hold" autoRev="1"/>
                                        <p:tgtEl>
                                          <p:spTgt spid="126"/>
                                        </p:tgtEl>
                                      </p:cBhvr>
                                      <p:by x="104000" y="104000"/>
                                    </p:animScale>
                                  </p:childTnLst>
                                </p:cTn>
                              </p:par>
                              <p:par>
                                <p:cTn id="280" presetID="10" presetClass="exit" presetSubtype="0" fill="hold" grpId="5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8" dur="22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9" dur="1" fill="hold">
                                          <p:stCondLst>
                                            <p:cond delay="219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3" presetID="10" presetClass="entr" presetSubtype="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2" dur="22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5" presetID="1" presetClass="exit" presetSubtype="0" fill="hold" grpId="1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2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7" presetID="1" presetClass="entr" presetSubtype="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2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2" presetID="42" presetClass="entr" presetSubtype="0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2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9" dur="38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90" dur="380" fill="hold"/>
                                        <p:tgtEl>
                                          <p:spTgt spid="1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1" dur="380" fill="hold"/>
                                        <p:tgtEl>
                                          <p:spTgt spid="1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5" presetID="10" presetClass="exit" presetSubtype="0" fill="hold" grpId="1" nodeType="withEffect">
                                  <p:stCondLst>
                                    <p:cond delay="82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3" dur="3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8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6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7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1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9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3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7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5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9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3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1" dur="3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5" dur="3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9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7" dur="3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2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0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1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3" dur="3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8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7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0" dur="3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3" dur="3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6" dur="3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9" dur="3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2" dur="3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6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44" dur="12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5" dur="1" fill="hold">
                                          <p:stCondLst>
                                            <p:cond delay="11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9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47" dur="12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8" dur="1" fill="hold">
                                          <p:stCondLst>
                                            <p:cond delay="11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2" presetID="22" presetClass="entr" presetSubtype="8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51" dur="6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7" presetID="53" presetClass="entr" presetSubtype="16" fill="hold" grpId="0" nodeType="withEffect">
                                  <p:stCondLst>
                                    <p:cond delay="820"/>
                                  </p:stCondLst>
                                  <p:childTnLst>
                                    <p:set>
                                      <p:cBhvr>
                                        <p:cTn id="3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4" dur="3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w*1.14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5" dur="3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h*1.14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6" dur="1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2" presetID="53" presetClass="entr" presetSubtype="16" fill="hold" grpId="0" nodeType="withEffect">
                                  <p:stCondLst>
                                    <p:cond delay="820"/>
                                  </p:stCondLst>
                                  <p:childTnLst>
                                    <p:set>
                                      <p:cBhvr>
                                        <p:cTn id="3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9" dur="3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w*1.14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0" dur="3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h*1.14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1" dur="1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4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9" presetID="10" presetClass="exit" presetSubtype="0" fill="hold" grpId="2" nodeType="withEffect">
                                  <p:stCondLst>
                                    <p:cond delay="38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7" dur="15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8" dur="1" fill="hold">
                                          <p:stCondLst>
                                            <p:cond delay="149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2" presetID="10" presetClass="entr" presetSubtype="0" fill="hold" grpId="0" nodeType="withEffect">
                                  <p:stCondLst>
                                    <p:cond delay="380"/>
                                  </p:stCondLst>
                                  <p:childTnLst>
                                    <p:set>
                                      <p:cBhvr>
                                        <p:cTn id="3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1" dur="15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4" presetID="26" presetClass="emph" presetSubtype="0" fill="hold" grpId="1" nodeType="withEffect">
                                  <p:stCondLst>
                                    <p:cond delay="430"/>
                                  </p:stCondLst>
                                  <p:childTnLst>
                                    <p:animScale>
                                      <p:cBhvr>
                                        <p:cTn id="373" dur="225" fill="hold" autoRev="1"/>
                                        <p:tgtEl>
                                          <p:spTgt spid="95"/>
                                        </p:tgtEl>
                                      </p:cBhvr>
                                      <p:by x="107000" y="107000"/>
                                    </p:animScale>
                                  </p:childTnLst>
                                </p:cTn>
                              </p:par>
                              <p:par>
                                <p:cTn id="377" presetID="10" presetClass="exit" presetSubtype="0" fill="hold" grpId="2" nodeType="withEffect">
                                  <p:stCondLst>
                                    <p:cond delay="26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75" dur="22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6" dur="1" fill="hold">
                                          <p:stCondLst>
                                            <p:cond delay="219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0" presetID="10" presetClass="entr" presetSubtype="0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3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9" dur="22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3" presetID="10" presetClass="entr" presetSubtype="0" fill="hold" grpId="8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3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2" dur="22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5" presetID="0" presetClass="path" presetSubtype="0" fill="hold" grpId="9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-0.1198 -0.1389 L 0 0 E" pathEditMode="relative">
                                      <p:cBhvr>
                                        <p:cTn id="384" dur="285" fill="hold" decel="50000"/>
                                        <p:tgtEl>
                                          <p:spTgt spid="1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87" presetID="32" presetClass="emph" presetSubtype="0" fill="hold" grpId="10" nodeType="withEffect">
                                  <p:stCondLst>
                                    <p:cond delay="585"/>
                                  </p:stCondLst>
                                  <p:childTnLst>
                                    <p:animRot by="480000">
                                      <p:cBhvr>
                                        <p:cTn id="386" dur="75" fill="hold" autoRev="1" repeatCount="2000"/>
                                        <p:tgtEl>
                                          <p:spTgt spid="12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90" presetID="10" presetClass="exit" presetSubtype="0" fill="hold" grpId="11" nodeType="withEffect">
                                  <p:stCondLst>
                                    <p:cond delay="89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88" dur="33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9" dur="1" fill="hold">
                                          <p:stCondLst>
                                            <p:cond delay="329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3" presetID="10" presetClass="exit" presetSubtype="0" fill="hold" grpId="5" nodeType="withEffect">
                                  <p:stCondLst>
                                    <p:cond delay="72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91" dur="16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2" dur="1" fill="hold">
                                          <p:stCondLst>
                                            <p:cond delay="159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6" presetID="10" presetClass="entr" presetSubtype="0" fill="hold" grpId="6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3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5" dur="16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9" presetID="26" presetClass="emph" presetSubtype="0" fill="hold" grpId="7" nodeType="withEffect">
                                  <p:stCondLst>
                                    <p:cond delay="720"/>
                                  </p:stCondLst>
                                  <p:childTnLst>
                                    <p:animScale>
                                      <p:cBhvr>
                                        <p:cTn id="397" dur="250" fill="hold" autoRev="1"/>
                                        <p:tgtEl>
                                          <p:spTgt spid="12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  <p:subTnLst>
                                    <p:audio>
                                      <p:cMediaNode vol="80000">
                                        <p:cTn id="398" display="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ndTgt r:embed="rId901" name="plop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401" presetID="1" presetClass="exit" presetSubtype="0" fill="hold" grpId="1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4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3" presetID="1" presetClass="entr" presetSubtype="0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4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8" presetID="42" presetClass="entr" presetSubtype="0" fill="hold" grpId="4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4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5" dur="38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06" dur="380" fill="hold"/>
                                        <p:tgtEl>
                                          <p:spTgt spid="1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7" dur="380" fill="hold"/>
                                        <p:tgtEl>
                                          <p:spTgt spid="1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1" presetID="10" presetClass="exit" presetSubtype="0" fill="hold" grpId="5" nodeType="withEffect">
                                  <p:stCondLst>
                                    <p:cond delay="14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09" dur="3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3" fill="hold">
                      <p:stCondLst>
                        <p:cond delay="indefinite"/>
                      </p:stCondLst>
                      <p:childTnLst>
                        <p:par>
                          <p:cTn id="753" fill="hold">
                            <p:stCondLst>
                              <p:cond delay="0"/>
                            </p:stCondLst>
                            <p:childTnLst>
                              <p:par>
                                <p:cTn id="419" presetID="53" presetClass="exit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14" dur="25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5" dur="25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416" dur="25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7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 vol="80000">
                                        <p:cTn id="418" display="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ndTgt r:embed="rId90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424" presetID="53" presetClass="entr" presetSubtype="16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1" dur="3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w*1.14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2" dur="3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h*1.14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3" dur="15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6" presetID="26" presetClass="emph" presetSubtype="0" fill="hold" grpId="1" nodeType="withEffect">
                                  <p:stCondLst>
                                    <p:cond delay="400"/>
                                  </p:stCondLst>
                                  <p:childTnLst>
                                    <p:animScale>
                                      <p:cBhvr>
                                        <p:cTn id="425" dur="250" fill="hold" autoRev="1" repeatCount="4000"/>
                                        <p:tgtEl>
                                          <p:spTgt spid="62"/>
                                        </p:tgtEl>
                                      </p:cBhvr>
                                      <p:by x="106000" y="106000"/>
                                    </p:animScale>
                                  </p:childTnLst>
                                </p:cTn>
                              </p:par>
                              <p:par>
                                <p:cTn id="431" presetID="53" presetClass="exit" presetSubtype="16" fill="hold" grpId="2" nodeType="withEffect">
                                  <p:stCondLst>
                                    <p:cond delay="230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27" dur="25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8" dur="25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429" dur="25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0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7" presetID="53" presetClass="entr" presetSubtype="16" fill="hold" grpId="0" nodeType="withEffect">
                                  <p:stCondLst>
                                    <p:cond delay="2350"/>
                                  </p:stCondLst>
                                  <p:childTnLst>
                                    <p:set>
                                      <p:cBhvr>
                                        <p:cTn id="4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3" dur="4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w*1.14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4" dur="4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h*1.14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5" dur="2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 vol="80000">
                                        <p:cTn id="436" display="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ndTgt r:embed="rId903" name="din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439" presetID="26" presetClass="emph" presetSubtype="0" fill="hold" grpId="1" nodeType="withEffect">
                                  <p:stCondLst>
                                    <p:cond delay="2800"/>
                                  </p:stCondLst>
                                  <p:childTnLst>
                                    <p:animScale>
                                      <p:cBhvr>
                                        <p:cTn id="438" dur="900" fill="hold" autoRev="1" repeatCount="indefinite"/>
                                        <p:tgtEl>
                                          <p:spTgt spid="63"/>
                                        </p:tgtEl>
                                      </p:cBhvr>
                                      <p:by x="104000" y="104000"/>
                                    </p:animScale>
                                  </p:childTnLst>
                                </p:cTn>
                              </p:par>
                              <p:par>
                                <p:cTn id="442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40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1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43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1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49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3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7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55" dur="3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9" dur="3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3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61" dur="3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6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64" dur="3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5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9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67" dur="3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2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70" dur="3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1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73" dur="3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7" dur="3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0" dur="3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3" dur="3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6" dur="3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9" dur="3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3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91" dur="1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2" dur="1" fill="hold">
                                          <p:stCondLst>
                                            <p:cond delay="14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6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94" dur="1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5" dur="1" fill="hold">
                                          <p:stCondLst>
                                            <p:cond delay="14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9" presetID="22" presetClass="entr" presetSubtype="8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98" dur="22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4" presetID="53" presetClass="entr" presetSubtype="16" fill="hold" grpId="0" nodeType="withEffect">
                                  <p:stCondLst>
                                    <p:cond delay="2250"/>
                                  </p:stCondLst>
                                  <p:childTnLst>
                                    <p:set>
                                      <p:cBhvr>
                                        <p:cTn id="5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1" dur="3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w*1.14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2" dur="3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h*1.14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3" dur="1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9" presetID="53" presetClass="entr" presetSubtype="16" fill="hold" grpId="0" nodeType="withEffect">
                                  <p:stCondLst>
                                    <p:cond delay="2250"/>
                                  </p:stCondLst>
                                  <p:childTnLst>
                                    <p:set>
                                      <p:cBhvr>
                                        <p:cTn id="5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6" dur="3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w*1.14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7" dur="3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h*1.14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8" dur="1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4" presetID="53" presetClass="entr" presetSubtype="16" fill="hold" grpId="0" nodeType="withEffect">
                                  <p:stCondLst>
                                    <p:cond delay="2350"/>
                                  </p:stCondLst>
                                  <p:childTnLst>
                                    <p:set>
                                      <p:cBhvr>
                                        <p:cTn id="5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1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w*1.14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2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h*1.14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3" dur="25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6" presetID="1" presetClass="exit" presetSubtype="0" fill="hold" grpId="2" nodeType="withEffect">
                                  <p:stCondLst>
                                    <p:cond delay="297"/>
                                  </p:stCondLst>
                                  <p:childTnLst>
                                    <p:set>
                                      <p:cBhvr>
                                        <p:cTn id="5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9" presetID="1" presetClass="entr" presetSubtype="0" fill="hold" grpId="0" nodeType="withEffect">
                                  <p:stCondLst>
                                    <p:cond delay="297"/>
                                  </p:stCondLst>
                                  <p:childTnLst>
                                    <p:set>
                                      <p:cBhvr>
                                        <p:cTn id="5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 vol="80000">
                                        <p:cTn id="518" display="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ndTgt r:embed="rId904" name="t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521" presetID="1" presetClass="exit" presetSubtype="0" fill="hold" grpId="1" nodeType="withEffect">
                                  <p:stCondLst>
                                    <p:cond delay="297"/>
                                  </p:stCondLst>
                                  <p:childTnLst>
                                    <p:set>
                                      <p:cBhvr>
                                        <p:cTn id="5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3" presetID="1" presetClass="entr" presetSubtype="0" fill="hold" grpId="0" nodeType="withEffect">
                                  <p:stCondLst>
                                    <p:cond delay="297"/>
                                  </p:stCondLst>
                                  <p:childTnLst>
                                    <p:set>
                                      <p:cBhvr>
                                        <p:cTn id="5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5" presetID="1" presetClass="exit" presetSubtype="0" fill="hold" grpId="1" nodeType="withEffect">
                                  <p:stCondLst>
                                    <p:cond delay="426"/>
                                  </p:stCondLst>
                                  <p:childTnLst>
                                    <p:set>
                                      <p:cBhvr>
                                        <p:cTn id="5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8" presetID="1" presetClass="entr" presetSubtype="0" fill="hold" grpId="0" nodeType="withEffect">
                                  <p:stCondLst>
                                    <p:cond delay="426"/>
                                  </p:stCondLst>
                                  <p:childTnLst>
                                    <p:set>
                                      <p:cBhvr>
                                        <p:cTn id="5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 vol="80000">
                                        <p:cTn id="527" display="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ndTgt r:embed="rId900" name="gulp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530" presetID="1" presetClass="exit" presetSubtype="0" fill="hold" grpId="1" nodeType="withEffect">
                                  <p:stCondLst>
                                    <p:cond delay="426"/>
                                  </p:stCondLst>
                                  <p:childTnLst>
                                    <p:set>
                                      <p:cBhvr>
                                        <p:cTn id="5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2" presetID="1" presetClass="entr" presetSubtype="0" fill="hold" grpId="0" nodeType="withEffect">
                                  <p:stCondLst>
                                    <p:cond delay="426"/>
                                  </p:stCondLst>
                                  <p:childTnLst>
                                    <p:set>
                                      <p:cBhvr>
                                        <p:cTn id="5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4" presetID="1" presetClass="exit" presetSubtype="0" fill="hold" grpId="1" nodeType="withEffect">
                                  <p:stCondLst>
                                    <p:cond delay="555"/>
                                  </p:stCondLst>
                                  <p:childTnLst>
                                    <p:set>
                                      <p:cBhvr>
                                        <p:cTn id="5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7" presetID="1" presetClass="entr" presetSubtype="0" fill="hold" grpId="0" nodeType="withEffect">
                                  <p:stCondLst>
                                    <p:cond delay="555"/>
                                  </p:stCondLst>
                                  <p:childTnLst>
                                    <p:set>
                                      <p:cBhvr>
                                        <p:cTn id="5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 vol="80000">
                                        <p:cTn id="536" display="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ndTgt r:embed="rId904" name="t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539" presetID="1" presetClass="exit" presetSubtype="0" fill="hold" grpId="1" nodeType="withEffect">
                                  <p:stCondLst>
                                    <p:cond delay="555"/>
                                  </p:stCondLst>
                                  <p:childTnLst>
                                    <p:set>
                                      <p:cBhvr>
                                        <p:cTn id="5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1" presetID="1" presetClass="entr" presetSubtype="0" fill="hold" grpId="0" nodeType="withEffect">
                                  <p:stCondLst>
                                    <p:cond delay="555"/>
                                  </p:stCondLst>
                                  <p:childTnLst>
                                    <p:set>
                                      <p:cBhvr>
                                        <p:cTn id="5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3" presetID="1" presetClass="exit" presetSubtype="0" fill="hold" grpId="1" nodeType="withEffect">
                                  <p:stCondLst>
                                    <p:cond delay="684"/>
                                  </p:stCondLst>
                                  <p:childTnLst>
                                    <p:set>
                                      <p:cBhvr>
                                        <p:cTn id="5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6" presetID="1" presetClass="entr" presetSubtype="0" fill="hold" grpId="0" nodeType="withEffect">
                                  <p:stCondLst>
                                    <p:cond delay="684"/>
                                  </p:stCondLst>
                                  <p:childTnLst>
                                    <p:set>
                                      <p:cBhvr>
                                        <p:cTn id="5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 vol="80000">
                                        <p:cTn id="545" display="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ndTgt r:embed="rId904" name="t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548" presetID="1" presetClass="exit" presetSubtype="0" fill="hold" grpId="1" nodeType="withEffect">
                                  <p:stCondLst>
                                    <p:cond delay="684"/>
                                  </p:stCondLst>
                                  <p:childTnLst>
                                    <p:set>
                                      <p:cBhvr>
                                        <p:cTn id="5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0" presetID="1" presetClass="entr" presetSubtype="0" fill="hold" grpId="0" nodeType="withEffect">
                                  <p:stCondLst>
                                    <p:cond delay="684"/>
                                  </p:stCondLst>
                                  <p:childTnLst>
                                    <p:set>
                                      <p:cBhvr>
                                        <p:cTn id="5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2" presetID="1" presetClass="exit" presetSubtype="0" fill="hold" grpId="1" nodeType="withEffect">
                                  <p:stCondLst>
                                    <p:cond delay="813"/>
                                  </p:stCondLst>
                                  <p:childTnLst>
                                    <p:set>
                                      <p:cBhvr>
                                        <p:cTn id="5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5" presetID="1" presetClass="entr" presetSubtype="0" fill="hold" grpId="0" nodeType="withEffect">
                                  <p:stCondLst>
                                    <p:cond delay="813"/>
                                  </p:stCondLst>
                                  <p:childTnLst>
                                    <p:set>
                                      <p:cBhvr>
                                        <p:cTn id="5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 vol="80000">
                                        <p:cTn id="554" display="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ndTgt r:embed="rId900" name="gulp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557" presetID="1" presetClass="exit" presetSubtype="0" fill="hold" grpId="1" nodeType="withEffect">
                                  <p:stCondLst>
                                    <p:cond delay="813"/>
                                  </p:stCondLst>
                                  <p:childTnLst>
                                    <p:set>
                                      <p:cBhvr>
                                        <p:cTn id="5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9" presetID="1" presetClass="entr" presetSubtype="0" fill="hold" grpId="0" nodeType="withEffect">
                                  <p:stCondLst>
                                    <p:cond delay="813"/>
                                  </p:stCondLst>
                                  <p:childTnLst>
                                    <p:set>
                                      <p:cBhvr>
                                        <p:cTn id="5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1" presetID="1" presetClass="exit" presetSubtype="0" fill="hold" grpId="1" nodeType="withEffect">
                                  <p:stCondLst>
                                    <p:cond delay="942"/>
                                  </p:stCondLst>
                                  <p:childTnLst>
                                    <p:set>
                                      <p:cBhvr>
                                        <p:cTn id="5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4" presetID="1" presetClass="entr" presetSubtype="0" fill="hold" grpId="0" nodeType="withEffect">
                                  <p:stCondLst>
                                    <p:cond delay="942"/>
                                  </p:stCondLst>
                                  <p:childTnLst>
                                    <p:set>
                                      <p:cBhvr>
                                        <p:cTn id="5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 vol="80000">
                                        <p:cTn id="563" display="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ndTgt r:embed="rId904" name="t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566" presetID="1" presetClass="exit" presetSubtype="0" fill="hold" grpId="1" nodeType="withEffect">
                                  <p:stCondLst>
                                    <p:cond delay="942"/>
                                  </p:stCondLst>
                                  <p:childTnLst>
                                    <p:set>
                                      <p:cBhvr>
                                        <p:cTn id="5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8" presetID="1" presetClass="entr" presetSubtype="0" fill="hold" grpId="0" nodeType="withEffect">
                                  <p:stCondLst>
                                    <p:cond delay="942"/>
                                  </p:stCondLst>
                                  <p:childTnLst>
                                    <p:set>
                                      <p:cBhvr>
                                        <p:cTn id="5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0" presetID="1" presetClass="exit" presetSubtype="0" fill="hold" grpId="1" nodeType="withEffect">
                                  <p:stCondLst>
                                    <p:cond delay="1071"/>
                                  </p:stCondLst>
                                  <p:childTnLst>
                                    <p:set>
                                      <p:cBhvr>
                                        <p:cTn id="5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3" presetID="1" presetClass="entr" presetSubtype="0" fill="hold" grpId="0" nodeType="withEffect">
                                  <p:stCondLst>
                                    <p:cond delay="1071"/>
                                  </p:stCondLst>
                                  <p:childTnLst>
                                    <p:set>
                                      <p:cBhvr>
                                        <p:cTn id="5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 vol="80000">
                                        <p:cTn id="572" display="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ndTgt r:embed="rId904" name="t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575" presetID="1" presetClass="exit" presetSubtype="0" fill="hold" grpId="1" nodeType="withEffect">
                                  <p:stCondLst>
                                    <p:cond delay="1071"/>
                                  </p:stCondLst>
                                  <p:childTnLst>
                                    <p:set>
                                      <p:cBhvr>
                                        <p:cTn id="5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7" presetID="1" presetClass="entr" presetSubtype="0" fill="hold" grpId="0" nodeType="withEffect">
                                  <p:stCondLst>
                                    <p:cond delay="1071"/>
                                  </p:stCondLst>
                                  <p:childTnLst>
                                    <p:set>
                                      <p:cBhvr>
                                        <p:cTn id="5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9" presetID="1" presetClass="exit" presetSubtype="0" fill="hold" grpId="1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5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2" presetID="1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5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 vol="80000">
                                        <p:cTn id="581" display="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ndTgt r:embed="rId900" name="gulp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584" presetID="1" presetClass="exit" presetSubtype="0" fill="hold" grpId="1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5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6" presetID="1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5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8" presetID="1" presetClass="exit" presetSubtype="0" fill="hold" grpId="1" nodeType="withEffect">
                                  <p:stCondLst>
                                    <p:cond delay="1329"/>
                                  </p:stCondLst>
                                  <p:childTnLst>
                                    <p:set>
                                      <p:cBhvr>
                                        <p:cTn id="5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1" presetID="1" presetClass="entr" presetSubtype="0" fill="hold" grpId="0" nodeType="withEffect">
                                  <p:stCondLst>
                                    <p:cond delay="1329"/>
                                  </p:stCondLst>
                                  <p:childTnLst>
                                    <p:set>
                                      <p:cBhvr>
                                        <p:cTn id="5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 vol="80000">
                                        <p:cTn id="590" display="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ndTgt r:embed="rId904" name="t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593" presetID="1" presetClass="exit" presetSubtype="0" fill="hold" grpId="1" nodeType="withEffect">
                                  <p:stCondLst>
                                    <p:cond delay="1329"/>
                                  </p:stCondLst>
                                  <p:childTnLst>
                                    <p:set>
                                      <p:cBhvr>
                                        <p:cTn id="5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5" presetID="1" presetClass="entr" presetSubtype="0" fill="hold" grpId="0" nodeType="withEffect">
                                  <p:stCondLst>
                                    <p:cond delay="1329"/>
                                  </p:stCondLst>
                                  <p:childTnLst>
                                    <p:set>
                                      <p:cBhvr>
                                        <p:cTn id="5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7" presetID="1" presetClass="exit" presetSubtype="0" fill="hold" grpId="1" nodeType="withEffect">
                                  <p:stCondLst>
                                    <p:cond delay="1458"/>
                                  </p:stCondLst>
                                  <p:childTnLst>
                                    <p:set>
                                      <p:cBhvr>
                                        <p:cTn id="5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0" presetID="1" presetClass="entr" presetSubtype="0" fill="hold" grpId="0" nodeType="withEffect">
                                  <p:stCondLst>
                                    <p:cond delay="1458"/>
                                  </p:stCondLst>
                                  <p:childTnLst>
                                    <p:set>
                                      <p:cBhvr>
                                        <p:cTn id="5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 vol="80000">
                                        <p:cTn id="599" display="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ndTgt r:embed="rId904" name="t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602" presetID="1" presetClass="exit" presetSubtype="0" fill="hold" grpId="1" nodeType="withEffect">
                                  <p:stCondLst>
                                    <p:cond delay="1458"/>
                                  </p:stCondLst>
                                  <p:childTnLst>
                                    <p:set>
                                      <p:cBhvr>
                                        <p:cTn id="6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4" presetID="1" presetClass="entr" presetSubtype="0" fill="hold" grpId="0" nodeType="withEffect">
                                  <p:stCondLst>
                                    <p:cond delay="1458"/>
                                  </p:stCondLst>
                                  <p:childTnLst>
                                    <p:set>
                                      <p:cBhvr>
                                        <p:cTn id="6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6" presetID="1" presetClass="exit" presetSubtype="0" fill="hold" grpId="1" nodeType="withEffect">
                                  <p:stCondLst>
                                    <p:cond delay="1587"/>
                                  </p:stCondLst>
                                  <p:childTnLst>
                                    <p:set>
                                      <p:cBhvr>
                                        <p:cTn id="6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9" presetID="1" presetClass="entr" presetSubtype="0" fill="hold" grpId="0" nodeType="withEffect">
                                  <p:stCondLst>
                                    <p:cond delay="1587"/>
                                  </p:stCondLst>
                                  <p:childTnLst>
                                    <p:set>
                                      <p:cBhvr>
                                        <p:cTn id="6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 vol="80000">
                                        <p:cTn id="608" display="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ndTgt r:embed="rId900" name="gulp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611" presetID="1" presetClass="exit" presetSubtype="0" fill="hold" grpId="1" nodeType="withEffect">
                                  <p:stCondLst>
                                    <p:cond delay="1587"/>
                                  </p:stCondLst>
                                  <p:childTnLst>
                                    <p:set>
                                      <p:cBhvr>
                                        <p:cTn id="6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3" presetID="1" presetClass="entr" presetSubtype="0" fill="hold" grpId="0" nodeType="withEffect">
                                  <p:stCondLst>
                                    <p:cond delay="1587"/>
                                  </p:stCondLst>
                                  <p:childTnLst>
                                    <p:set>
                                      <p:cBhvr>
                                        <p:cTn id="6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5" presetID="1" presetClass="exit" presetSubtype="0" fill="hold" grpId="1" nodeType="withEffect">
                                  <p:stCondLst>
                                    <p:cond delay="1716"/>
                                  </p:stCondLst>
                                  <p:childTnLst>
                                    <p:set>
                                      <p:cBhvr>
                                        <p:cTn id="6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8" presetID="1" presetClass="entr" presetSubtype="0" fill="hold" grpId="0" nodeType="withEffect">
                                  <p:stCondLst>
                                    <p:cond delay="1716"/>
                                  </p:stCondLst>
                                  <p:childTnLst>
                                    <p:set>
                                      <p:cBhvr>
                                        <p:cTn id="6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 vol="80000">
                                        <p:cTn id="617" display="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ndTgt r:embed="rId904" name="t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620" presetID="1" presetClass="exit" presetSubtype="0" fill="hold" grpId="1" nodeType="withEffect">
                                  <p:stCondLst>
                                    <p:cond delay="1716"/>
                                  </p:stCondLst>
                                  <p:childTnLst>
                                    <p:set>
                                      <p:cBhvr>
                                        <p:cTn id="6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2" presetID="1" presetClass="entr" presetSubtype="0" fill="hold" grpId="0" nodeType="withEffect">
                                  <p:stCondLst>
                                    <p:cond delay="1716"/>
                                  </p:stCondLst>
                                  <p:childTnLst>
                                    <p:set>
                                      <p:cBhvr>
                                        <p:cTn id="6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4" presetID="1" presetClass="exit" presetSubtype="0" fill="hold" grpId="1" nodeType="withEffect">
                                  <p:stCondLst>
                                    <p:cond delay="1845"/>
                                  </p:stCondLst>
                                  <p:childTnLst>
                                    <p:set>
                                      <p:cBhvr>
                                        <p:cTn id="6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7" presetID="1" presetClass="entr" presetSubtype="0" fill="hold" grpId="0" nodeType="withEffect">
                                  <p:stCondLst>
                                    <p:cond delay="1845"/>
                                  </p:stCondLst>
                                  <p:childTnLst>
                                    <p:set>
                                      <p:cBhvr>
                                        <p:cTn id="6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 vol="80000">
                                        <p:cTn id="626" display="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ndTgt r:embed="rId904" name="t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629" presetID="1" presetClass="exit" presetSubtype="0" fill="hold" grpId="1" nodeType="withEffect">
                                  <p:stCondLst>
                                    <p:cond delay="1845"/>
                                  </p:stCondLst>
                                  <p:childTnLst>
                                    <p:set>
                                      <p:cBhvr>
                                        <p:cTn id="6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1" presetID="1" presetClass="entr" presetSubtype="0" fill="hold" grpId="0" nodeType="withEffect">
                                  <p:stCondLst>
                                    <p:cond delay="1845"/>
                                  </p:stCondLst>
                                  <p:childTnLst>
                                    <p:set>
                                      <p:cBhvr>
                                        <p:cTn id="6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3" presetID="1" presetClass="exit" presetSubtype="0" fill="hold" grpId="1" nodeType="withEffect">
                                  <p:stCondLst>
                                    <p:cond delay="1974"/>
                                  </p:stCondLst>
                                  <p:childTnLst>
                                    <p:set>
                                      <p:cBhvr>
                                        <p:cTn id="6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6" presetID="1" presetClass="entr" presetSubtype="0" fill="hold" grpId="0" nodeType="withEffect">
                                  <p:stCondLst>
                                    <p:cond delay="1974"/>
                                  </p:stCondLst>
                                  <p:childTnLst>
                                    <p:set>
                                      <p:cBhvr>
                                        <p:cTn id="6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 vol="80000">
                                        <p:cTn id="635" display="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ndTgt r:embed="rId900" name="gulp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638" presetID="1" presetClass="exit" presetSubtype="0" fill="hold" grpId="1" nodeType="withEffect">
                                  <p:stCondLst>
                                    <p:cond delay="1974"/>
                                  </p:stCondLst>
                                  <p:childTnLst>
                                    <p:set>
                                      <p:cBhvr>
                                        <p:cTn id="6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0" presetID="1" presetClass="entr" presetSubtype="0" fill="hold" grpId="0" nodeType="withEffect">
                                  <p:stCondLst>
                                    <p:cond delay="1974"/>
                                  </p:stCondLst>
                                  <p:childTnLst>
                                    <p:set>
                                      <p:cBhvr>
                                        <p:cTn id="6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2" presetID="1" presetClass="exit" presetSubtype="0" fill="hold" grpId="1" nodeType="withEffect">
                                  <p:stCondLst>
                                    <p:cond delay="2103"/>
                                  </p:stCondLst>
                                  <p:childTnLst>
                                    <p:set>
                                      <p:cBhvr>
                                        <p:cTn id="6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5" presetID="1" presetClass="entr" presetSubtype="0" fill="hold" grpId="0" nodeType="withEffect">
                                  <p:stCondLst>
                                    <p:cond delay="2103"/>
                                  </p:stCondLst>
                                  <p:childTnLst>
                                    <p:set>
                                      <p:cBhvr>
                                        <p:cTn id="6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 vol="80000">
                                        <p:cTn id="644" display="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ndTgt r:embed="rId904" name="t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647" presetID="1" presetClass="exit" presetSubtype="0" fill="hold" grpId="1" nodeType="withEffect">
                                  <p:stCondLst>
                                    <p:cond delay="2103"/>
                                  </p:stCondLst>
                                  <p:childTnLst>
                                    <p:set>
                                      <p:cBhvr>
                                        <p:cTn id="6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9" presetID="1" presetClass="entr" presetSubtype="0" fill="hold" grpId="0" nodeType="withEffect">
                                  <p:stCondLst>
                                    <p:cond delay="2103"/>
                                  </p:stCondLst>
                                  <p:childTnLst>
                                    <p:set>
                                      <p:cBhvr>
                                        <p:cTn id="6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1" presetID="1" presetClass="exit" presetSubtype="0" fill="hold" grpId="1" nodeType="withEffect">
                                  <p:stCondLst>
                                    <p:cond delay="2232"/>
                                  </p:stCondLst>
                                  <p:childTnLst>
                                    <p:set>
                                      <p:cBhvr>
                                        <p:cTn id="6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4" presetID="1" presetClass="entr" presetSubtype="0" fill="hold" grpId="0" nodeType="withEffect">
                                  <p:stCondLst>
                                    <p:cond delay="2232"/>
                                  </p:stCondLst>
                                  <p:childTnLst>
                                    <p:set>
                                      <p:cBhvr>
                                        <p:cTn id="6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 vol="80000">
                                        <p:cTn id="653" display="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ndTgt r:embed="rId904" name="t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656" presetID="1" presetClass="exit" presetSubtype="0" fill="hold" grpId="1" nodeType="withEffect">
                                  <p:stCondLst>
                                    <p:cond delay="2232"/>
                                  </p:stCondLst>
                                  <p:childTnLst>
                                    <p:set>
                                      <p:cBhvr>
                                        <p:cTn id="6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8" presetID="1" presetClass="entr" presetSubtype="0" fill="hold" grpId="0" nodeType="withEffect">
                                  <p:stCondLst>
                                    <p:cond delay="2232"/>
                                  </p:stCondLst>
                                  <p:childTnLst>
                                    <p:set>
                                      <p:cBhvr>
                                        <p:cTn id="6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0" presetID="26" presetClass="emph" presetSubtype="0" fill="hold" grpId="1" nodeType="withEffect">
                                  <p:stCondLst>
                                    <p:cond delay="2282"/>
                                  </p:stCondLst>
                                  <p:childTnLst>
                                    <p:animScale>
                                      <p:cBhvr>
                                        <p:cTn id="659" dur="225" fill="hold" autoRev="1"/>
                                        <p:tgtEl>
                                          <p:spTgt spid="111"/>
                                        </p:tgtEl>
                                      </p:cBhvr>
                                      <p:by x="108000" y="108000"/>
                                    </p:animScale>
                                  </p:childTnLst>
                                </p:cTn>
                              </p:par>
                              <p:par>
                                <p:cTn id="662" presetID="26" presetClass="emph" presetSubtype="0" fill="hold" grpId="1" nodeType="withEffect">
                                  <p:stCondLst>
                                    <p:cond delay="426"/>
                                  </p:stCondLst>
                                  <p:childTnLst>
                                    <p:animScale>
                                      <p:cBhvr>
                                        <p:cTn id="661" dur="150" fill="hold" autoRev="1"/>
                                        <p:tgtEl>
                                          <p:spTgt spid="127"/>
                                        </p:tgtEl>
                                      </p:cBhvr>
                                      <p:by x="104000" y="104000"/>
                                    </p:animScale>
                                  </p:childTnLst>
                                </p:cTn>
                              </p:par>
                              <p:par>
                                <p:cTn id="665" presetID="10" presetClass="exit" presetSubtype="0" fill="hold" grpId="2" nodeType="withEffect">
                                  <p:stCondLst>
                                    <p:cond delay="684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63" dur="16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64" dur="1" fill="hold">
                                          <p:stCondLst>
                                            <p:cond delay="159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8" presetID="10" presetClass="entr" presetSubtype="0" fill="hold" grpId="0" nodeType="withEffect">
                                  <p:stCondLst>
                                    <p:cond delay="684"/>
                                  </p:stCondLst>
                                  <p:childTnLst>
                                    <p:set>
                                      <p:cBhvr>
                                        <p:cTn id="6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7" dur="16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0" presetID="26" presetClass="emph" presetSubtype="0" fill="hold" grpId="1" nodeType="withEffect">
                                  <p:stCondLst>
                                    <p:cond delay="942"/>
                                  </p:stCondLst>
                                  <p:childTnLst>
                                    <p:animScale>
                                      <p:cBhvr>
                                        <p:cTn id="669" dur="150" fill="hold" autoRev="1"/>
                                        <p:tgtEl>
                                          <p:spTgt spid="128"/>
                                        </p:tgtEl>
                                      </p:cBhvr>
                                      <p:by x="104000" y="104000"/>
                                    </p:animScale>
                                  </p:childTnLst>
                                </p:cTn>
                              </p:par>
                              <p:par>
                                <p:cTn id="673" presetID="10" presetClass="exit" presetSubtype="0" fill="hold" grpId="2" nodeType="withEffect">
                                  <p:stCondLst>
                                    <p:cond delay="12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71" dur="16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72" dur="1" fill="hold">
                                          <p:stCondLst>
                                            <p:cond delay="159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6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6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5" dur="16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8" presetID="26" presetClass="emph" presetSubtype="0" fill="hold" grpId="1" nodeType="withEffect">
                                  <p:stCondLst>
                                    <p:cond delay="1458"/>
                                  </p:stCondLst>
                                  <p:childTnLst>
                                    <p:animScale>
                                      <p:cBhvr>
                                        <p:cTn id="677" dur="150" fill="hold" autoRev="1"/>
                                        <p:tgtEl>
                                          <p:spTgt spid="129"/>
                                        </p:tgtEl>
                                      </p:cBhvr>
                                      <p:by x="104000" y="104000"/>
                                    </p:animScale>
                                  </p:childTnLst>
                                </p:cTn>
                              </p:par>
                              <p:par>
                                <p:cTn id="680" presetID="26" presetClass="emph" presetSubtype="0" fill="hold" grpId="2" nodeType="withEffect">
                                  <p:stCondLst>
                                    <p:cond delay="1974"/>
                                  </p:stCondLst>
                                  <p:childTnLst>
                                    <p:animScale>
                                      <p:cBhvr>
                                        <p:cTn id="679" dur="150" fill="hold" autoRev="1"/>
                                        <p:tgtEl>
                                          <p:spTgt spid="129"/>
                                        </p:tgtEl>
                                      </p:cBhvr>
                                      <p:by x="104000" y="104000"/>
                                    </p:animScale>
                                  </p:childTnLst>
                                </p:cTn>
                              </p:par>
                              <p:par>
                                <p:cTn id="683" presetID="10" presetClass="exit" presetSubtype="0" fill="hold" grpId="3" nodeType="withEffect">
                                  <p:stCondLst>
                                    <p:cond delay="2232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81" dur="2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82" dur="1" fill="hold">
                                          <p:stCondLst>
                                            <p:cond delay="199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6" presetID="10" presetClass="entr" presetSubtype="0" fill="hold" grpId="0" nodeType="withEffect">
                                  <p:stCondLst>
                                    <p:cond delay="2232"/>
                                  </p:stCondLst>
                                  <p:childTnLst>
                                    <p:set>
                                      <p:cBhvr>
                                        <p:cTn id="6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5" dur="2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8" presetID="32" presetClass="emph" presetSubtype="0" fill="hold" grpId="1" nodeType="withEffect">
                                  <p:stCondLst>
                                    <p:cond delay="2532"/>
                                  </p:stCondLst>
                                  <p:childTnLst>
                                    <p:animRot by="90000">
                                      <p:cBhvr>
                                        <p:cTn id="687" dur="400" fill="hold" autoRev="1" repeatCount="2000"/>
                                        <p:tgtEl>
                                          <p:spTgt spid="13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690" presetID="32" presetClass="emph" presetSubtype="0" fill="hold" grpId="2" nodeType="withEffect">
                                  <p:stCondLst>
                                    <p:cond delay="4132"/>
                                  </p:stCondLst>
                                  <p:childTnLst>
                                    <p:animRot by="-90000">
                                      <p:cBhvr>
                                        <p:cTn id="689" dur="400" fill="hold" autoRev="1" repeatCount="2000"/>
                                        <p:tgtEl>
                                          <p:spTgt spid="13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692" presetID="32" presetClass="emph" presetSubtype="0" fill="hold" grpId="3" nodeType="withEffect">
                                  <p:stCondLst>
                                    <p:cond delay="5732"/>
                                  </p:stCondLst>
                                  <p:childTnLst>
                                    <p:animRot by="90000">
                                      <p:cBhvr>
                                        <p:cTn id="691" dur="400" fill="hold" autoRev="1" repeatCount="2000"/>
                                        <p:tgtEl>
                                          <p:spTgt spid="13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694" presetID="32" presetClass="emph" presetSubtype="0" fill="hold" grpId="4" nodeType="withEffect">
                                  <p:stCondLst>
                                    <p:cond delay="7332"/>
                                  </p:stCondLst>
                                  <p:childTnLst>
                                    <p:animRot by="-90000">
                                      <p:cBhvr>
                                        <p:cTn id="693" dur="400" fill="hold" autoRev="1" repeatCount="2000"/>
                                        <p:tgtEl>
                                          <p:spTgt spid="13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696" presetID="32" presetClass="emph" presetSubtype="0" fill="hold" grpId="5" nodeType="withEffect">
                                  <p:stCondLst>
                                    <p:cond delay="8932"/>
                                  </p:stCondLst>
                                  <p:childTnLst>
                                    <p:animRot by="90000">
                                      <p:cBhvr>
                                        <p:cTn id="695" dur="400" fill="hold" autoRev="1" repeatCount="2000"/>
                                        <p:tgtEl>
                                          <p:spTgt spid="13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698" presetID="32" presetClass="emph" presetSubtype="0" fill="hold" grpId="6" nodeType="withEffect">
                                  <p:stCondLst>
                                    <p:cond delay="10532"/>
                                  </p:stCondLst>
                                  <p:childTnLst>
                                    <p:animRot by="-90000">
                                      <p:cBhvr>
                                        <p:cTn id="697" dur="400" fill="hold" autoRev="1" repeatCount="2000"/>
                                        <p:tgtEl>
                                          <p:spTgt spid="13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00" presetID="32" presetClass="emph" presetSubtype="0" fill="hold" grpId="7" nodeType="withEffect">
                                  <p:stCondLst>
                                    <p:cond delay="12132"/>
                                  </p:stCondLst>
                                  <p:childTnLst>
                                    <p:animRot by="90000">
                                      <p:cBhvr>
                                        <p:cTn id="699" dur="400" fill="hold" autoRev="1" repeatCount="2000"/>
                                        <p:tgtEl>
                                          <p:spTgt spid="13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02" presetID="32" presetClass="emph" presetSubtype="0" fill="hold" grpId="8" nodeType="withEffect">
                                  <p:stCondLst>
                                    <p:cond delay="13732"/>
                                  </p:stCondLst>
                                  <p:childTnLst>
                                    <p:animRot by="-90000">
                                      <p:cBhvr>
                                        <p:cTn id="701" dur="400" fill="hold" autoRev="1" repeatCount="2000"/>
                                        <p:tgtEl>
                                          <p:spTgt spid="13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04" presetID="1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7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6" presetID="0" presetClass="path" presetSubtype="0" fill="hold" grpId="1" nodeType="withEffect">
                                  <p:stCondLst>
                                    <p:cond delay="1200"/>
                                  </p:stCondLst>
                                  <p:childTnLst>
                                    <p:animMotion origin="layout" path="M 0 0 L 0.1354 -0.3889 E" pathEditMode="relative">
                                      <p:cBhvr>
                                        <p:cTn id="705" dur="1000" fill="hold" decel="50000"/>
                                        <p:tgtEl>
                                          <p:spTgt spid="1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8" presetID="8" presetClass="emph" presetSubtype="0" fill="hold" grpId="2" nodeType="withEffect">
                                  <p:stCondLst>
                                    <p:cond delay="1200"/>
                                  </p:stCondLst>
                                  <p:childTnLst>
                                    <p:animRot by="54000000">
                                      <p:cBhvr>
                                        <p:cTn id="707" dur="1000" fill="hold"/>
                                        <p:tgtEl>
                                          <p:spTgt spid="13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11" presetID="10" presetClass="exit" presetSubtype="0" fill="hold" grpId="3" nodeType="withEffect">
                                  <p:stCondLst>
                                    <p:cond delay="19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09" dur="3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1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7" presetID="53" presetClass="entr" presetSubtype="16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7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3" dur="450" fill="hold"/>
                                        <p:tgtEl>
                                          <p:spTgt spid="1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w*1.14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4" dur="450" fill="hold"/>
                                        <p:tgtEl>
                                          <p:spTgt spid="1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h*1.14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15" dur="225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 vol="80000">
                                        <p:cTn id="716" display="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ndTgt r:embed="rId905" name="boin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720" presetID="10" presetClass="exit" presetSubtype="0" fill="hold" grpId="1" nodeType="withEffect">
                                  <p:stCondLst>
                                    <p:cond delay="25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18" dur="3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19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3" presetID="10" presetClass="entr" presetSubtype="0" fill="hold" grpId="1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2" dur="2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5" presetID="32" presetClass="emph" presetSubtype="0" fill="hold" grpId="13" nodeType="withEffect">
                                  <p:stCondLst>
                                    <p:cond delay="200"/>
                                  </p:stCondLst>
                                  <p:childTnLst>
                                    <p:animRot by="600000">
                                      <p:cBhvr>
                                        <p:cTn id="724" dur="100" fill="hold" autoRev="1" repeatCount="2000"/>
                                        <p:tgtEl>
                                          <p:spTgt spid="12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27" presetID="32" presetClass="emph" presetSubtype="0" fill="hold" grpId="14" nodeType="withEffect">
                                  <p:stCondLst>
                                    <p:cond delay="600"/>
                                  </p:stCondLst>
                                  <p:childTnLst>
                                    <p:animRot by="600000">
                                      <p:cBhvr>
                                        <p:cTn id="726" dur="100" fill="hold" autoRev="1" repeatCount="2000"/>
                                        <p:tgtEl>
                                          <p:spTgt spid="12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29" presetID="32" presetClass="emph" presetSubtype="0" fill="hold" grpId="15" nodeType="withEffect">
                                  <p:stCondLst>
                                    <p:cond delay="1000"/>
                                  </p:stCondLst>
                                  <p:childTnLst>
                                    <p:animRot by="600000">
                                      <p:cBhvr>
                                        <p:cTn id="728" dur="100" fill="hold" autoRev="1" repeatCount="2000"/>
                                        <p:tgtEl>
                                          <p:spTgt spid="12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31" presetID="32" presetClass="emph" presetSubtype="0" fill="hold" grpId="16" nodeType="withEffect">
                                  <p:stCondLst>
                                    <p:cond delay="1400"/>
                                  </p:stCondLst>
                                  <p:childTnLst>
                                    <p:animRot by="600000">
                                      <p:cBhvr>
                                        <p:cTn id="730" dur="100" fill="hold" autoRev="1" repeatCount="2000"/>
                                        <p:tgtEl>
                                          <p:spTgt spid="12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33" presetID="32" presetClass="emph" presetSubtype="0" fill="hold" grpId="17" nodeType="withEffect">
                                  <p:stCondLst>
                                    <p:cond delay="1800"/>
                                  </p:stCondLst>
                                  <p:childTnLst>
                                    <p:animRot by="600000">
                                      <p:cBhvr>
                                        <p:cTn id="732" dur="100" fill="hold" autoRev="1" repeatCount="2000"/>
                                        <p:tgtEl>
                                          <p:spTgt spid="12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36" presetID="10" presetClass="exit" presetSubtype="0" fill="hold" grpId="18" nodeType="withEffect">
                                  <p:stCondLst>
                                    <p:cond delay="23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34" dur="25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35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8" presetID="0" presetClass="emph" presetSubtype="0" fill="hold" grpId="8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16 0 E" pathEditMode="relative">
                                      <p:cBhvr>
                                        <p:cTn id="737" dur="50" fill="hold" autoRev="1" repeatCount="3000"/>
                                        <p:tgtEl>
                                          <p:spTgt spid="1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40" presetID="0" presetClass="emph" presetSubtype="0" fill="hold" grpId="9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16 0 E" pathEditMode="relative">
                                      <p:cBhvr>
                                        <p:cTn id="739" dur="50" fill="hold" autoRev="1" repeatCount="3000"/>
                                        <p:tgtEl>
                                          <p:spTgt spid="1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42" presetID="0" presetClass="emph" presetSubtype="0" fill="hold" grpId="10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16 0 E" pathEditMode="relative">
                                      <p:cBhvr>
                                        <p:cTn id="741" dur="50" fill="hold" autoRev="1" repeatCount="3000"/>
                                        <p:tgtEl>
                                          <p:spTgt spid="1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44" presetID="0" presetClass="emph" presetSubtype="0" fill="hold" grpId="11" nodeType="withEffect">
                                  <p:stCondLst>
                                    <p:cond delay="900"/>
                                  </p:stCondLst>
                                  <p:childTnLst>
                                    <p:animMotion origin="layout" path="M 0 0 L 0.0016 0 E" pathEditMode="relative">
                                      <p:cBhvr>
                                        <p:cTn id="743" dur="50" fill="hold" autoRev="1" repeatCount="3000"/>
                                        <p:tgtEl>
                                          <p:spTgt spid="1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46" presetID="0" presetClass="emph" presetSubtype="0" fill="hold" grpId="12" nodeType="withEffect">
                                  <p:stCondLst>
                                    <p:cond delay="1200"/>
                                  </p:stCondLst>
                                  <p:childTnLst>
                                    <p:animMotion origin="layout" path="M 0 0 L 0.0016 0 E" pathEditMode="relative">
                                      <p:cBhvr>
                                        <p:cTn id="745" dur="50" fill="hold" autoRev="1" repeatCount="3000"/>
                                        <p:tgtEl>
                                          <p:spTgt spid="1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48" presetID="0" presetClass="emph" presetSubtype="0" fill="hold" grpId="13" nodeType="withEffect">
                                  <p:stCondLst>
                                    <p:cond delay="1500"/>
                                  </p:stCondLst>
                                  <p:childTnLst>
                                    <p:animMotion origin="layout" path="M 0 0 L 0.0016 0 E" pathEditMode="relative">
                                      <p:cBhvr>
                                        <p:cTn id="747" dur="50" fill="hold" autoRev="1" repeatCount="3000"/>
                                        <p:tgtEl>
                                          <p:spTgt spid="1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50" presetID="0" presetClass="emph" presetSubtype="0" fill="hold" grpId="14" nodeType="withEffect">
                                  <p:stCondLst>
                                    <p:cond delay="1800"/>
                                  </p:stCondLst>
                                  <p:childTnLst>
                                    <p:animMotion origin="layout" path="M 0 0 L 0.0016 0 E" pathEditMode="relative">
                                      <p:cBhvr>
                                        <p:cTn id="749" dur="50" fill="hold" autoRev="1" repeatCount="3000"/>
                                        <p:tgtEl>
                                          <p:spTgt spid="1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52" presetID="0" presetClass="emph" presetSubtype="0" fill="hold" grpId="15" nodeType="withEffect">
                                  <p:stCondLst>
                                    <p:cond delay="2100"/>
                                  </p:stCondLst>
                                  <p:childTnLst>
                                    <p:animMotion origin="layout" path="M 0 0 L 0.0016 0 E" pathEditMode="relative">
                                      <p:cBhvr>
                                        <p:cTn id="751" dur="50" fill="hold" autoRev="1" repeatCount="3000"/>
                                        <p:tgtEl>
                                          <p:spTgt spid="1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4" fill="hold">
                      <p:stCondLst>
                        <p:cond delay="indefinite"/>
                      </p:stCondLst>
                      <p:childTnLst>
                        <p:par>
                          <p:cTn id="780" fill="hold">
                            <p:stCondLst>
                              <p:cond delay="0"/>
                            </p:stCondLst>
                            <p:childTnLst>
                              <p:par>
                                <p:cTn id="7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6" dur="45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 vol="80000">
                                        <p:cTn id="757" display="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ndTgt r:embed="rId906" name="drumroll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761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7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0" dur="5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7" presetID="42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7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3" dur="6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64" dur="600" fill="hold"/>
                                        <p:tgtEl>
                                          <p:spTgt spid="1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5" dur="600" fill="hold"/>
                                        <p:tgtEl>
                                          <p:spTgt spid="1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 vol="80000">
                                        <p:cTn id="766" display="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ndTgt r:embed="rId907" name="sw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773" presetID="53" presetClass="entr" presetSubtype="32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7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69" dur="550" fill="hold"/>
                                        <p:tgtEl>
                                          <p:spTgt spid="1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2.6"/>
                                          </p:val>
                                        </p:tav>
                                        <p:tav tm="70000">
                                          <p:val>
                                            <p:strVal val="#ppt_w*0.94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70" dur="550" fill="hold"/>
                                        <p:tgtEl>
                                          <p:spTgt spid="1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2.6"/>
                                          </p:val>
                                        </p:tav>
                                        <p:tav tm="70000">
                                          <p:val>
                                            <p:strVal val="#ppt_h*0.94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71" dur="248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 vol="80000">
                                        <p:cTn id="772" display="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ndTgt r:embed="rId908" name="stamp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775" presetID="0" presetClass="emph" presetSubtype="0" fill="hold" grpId="1" nodeType="withEffect">
                                  <p:stCondLst>
                                    <p:cond delay="1550"/>
                                  </p:stCondLst>
                                  <p:childTnLst>
                                    <p:animMotion origin="layout" path="M 0 0 L 0.006 0 E" pathEditMode="relative">
                                      <p:cBhvr>
                                        <p:cTn id="774" dur="83" fill="hold" autoRev="1" repeatCount="3000"/>
                                        <p:tgtEl>
                                          <p:spTgt spid="14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77" presetID="0" presetClass="emph" presetSubtype="0" fill="hold" grpId="1" nodeType="withEffect">
                                  <p:stCondLst>
                                    <p:cond delay="1550"/>
                                  </p:stCondLst>
                                  <p:childTnLst>
                                    <p:animMotion origin="layout" path="M 0 0 L 0.006 0 E" pathEditMode="relative">
                                      <p:cBhvr>
                                        <p:cTn id="776" dur="83" fill="hold" autoRev="1" repeatCount="3000"/>
                                        <p:tgtEl>
                                          <p:spTgt spid="14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79" presetID="0" presetClass="emph" presetSubtype="0" fill="hold" grpId="1" nodeType="withEffect">
                                  <p:stCondLst>
                                    <p:cond delay="1850"/>
                                  </p:stCondLst>
                                  <p:childTnLst>
                                    <p:animMotion origin="layout" path="M 0 0 L 0.006 0 E" pathEditMode="relative">
                                      <p:cBhvr>
                                        <p:cTn id="778" dur="83" fill="hold" autoRev="1" repeatCount="3000"/>
                                        <p:tgtEl>
                                          <p:spTgt spid="14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1" fill="hold">
                      <p:stCondLst>
                        <p:cond delay="indefinite"/>
                      </p:stCondLst>
                      <p:childTnLst>
                        <p:par>
                          <p:cTn id="814" fill="hold">
                            <p:stCondLst>
                              <p:cond delay="0"/>
                            </p:stCondLst>
                            <p:childTnLst>
                              <p:par>
                                <p:cTn id="784" presetID="0" presetClass="path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-0.14315 E" pathEditMode="relative">
                                      <p:cBhvr>
                                        <p:cTn id="782" dur="800" fill="hold" decel="50000"/>
                                        <p:tgtEl>
                                          <p:spTgt spid="14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  <p:subTnLst>
                                    <p:audio>
                                      <p:cMediaNode vol="80000">
                                        <p:cTn id="783" display="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ndTgt r:embed="rId90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786" presetID="6" presetClass="emph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785" dur="800" fill="hold" decel="50000"/>
                                        <p:tgtEl>
                                          <p:spTgt spid="141"/>
                                        </p:tgtEl>
                                      </p:cBhvr>
                                      <p:by x="80000" y="80000"/>
                                    </p:animScale>
                                  </p:childTnLst>
                                </p:cTn>
                              </p:par>
                              <p:par>
                                <p:cTn id="788" presetID="0" presetClass="path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-0.17167 E" pathEditMode="relative">
                                      <p:cBhvr>
                                        <p:cTn id="787" dur="800" fill="hold" decel="50000"/>
                                        <p:tgtEl>
                                          <p:spTgt spid="14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90" presetID="6" presetClass="emph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789" dur="800" fill="hold" decel="50000"/>
                                        <p:tgtEl>
                                          <p:spTgt spid="142"/>
                                        </p:tgtEl>
                                      </p:cBhvr>
                                      <p:by x="80000" y="80000"/>
                                    </p:animScale>
                                  </p:childTnLst>
                                </p:cTn>
                              </p:par>
                              <p:par>
                                <p:cTn id="792" presetID="1" presetClass="exit" presetSubtype="0" fill="hold" grpId="4" nodeType="withEffect">
                                  <p:stCondLst>
                                    <p:cond delay="820"/>
                                  </p:stCondLst>
                                  <p:childTnLst>
                                    <p:set>
                                      <p:cBhvr>
                                        <p:cTn id="7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4" presetID="1" presetClass="entr" presetSubtype="0" fill="hold" grpId="0" nodeType="withEffect">
                                  <p:stCondLst>
                                    <p:cond delay="820"/>
                                  </p:stCondLst>
                                  <p:childTnLst>
                                    <p:set>
                                      <p:cBhvr>
                                        <p:cTn id="7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6" presetID="1" presetClass="exit" presetSubtype="0" fill="hold" grpId="4" nodeType="withEffect">
                                  <p:stCondLst>
                                    <p:cond delay="820"/>
                                  </p:stCondLst>
                                  <p:childTnLst>
                                    <p:set>
                                      <p:cBhvr>
                                        <p:cTn id="7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8" presetID="1" presetClass="entr" presetSubtype="0" fill="hold" grpId="0" nodeType="withEffect">
                                  <p:stCondLst>
                                    <p:cond delay="820"/>
                                  </p:stCondLst>
                                  <p:childTnLst>
                                    <p:set>
                                      <p:cBhvr>
                                        <p:cTn id="7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03" presetID="42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7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0" dur="600"/>
                                        <p:tgtEl>
                                          <p:spTgt spid="1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01" dur="600" fill="hold"/>
                                        <p:tgtEl>
                                          <p:spTgt spid="1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2" dur="600" fill="hold"/>
                                        <p:tgtEl>
                                          <p:spTgt spid="1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8" presetID="2" presetClass="entr" presetSubtype="1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8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05" dur="700" fill="hold"/>
                                        <p:tgtEl>
                                          <p:spTgt spid="1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62000">
                                          <p:val>
                                            <p:strVal val="#ppt_y+#ppt_h*0.05"/>
                                          </p:val>
                                        </p:tav>
                                        <p:tav tm="80000">
                                          <p:val>
                                            <p:strVal val="#ppt_y-#ppt_h*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6" dur="700" fill="hold"/>
                                        <p:tgtEl>
                                          <p:spTgt spid="1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 vol="80000">
                                        <p:cTn id="807" display="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ndTgt r:embed="rId905" name="boin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811" presetID="26" presetClass="emph" presetSubtype="0" fill="hold" grpId="1" nodeType="withEffect">
                                  <p:stCondLst>
                                    <p:cond delay="900"/>
                                  </p:stCondLst>
                                  <p:childTnLst>
                                    <p:animScale>
                                      <p:cBhvr>
                                        <p:cTn id="809" dur="200" fill="hold" autoRev="1"/>
                                        <p:tgtEl>
                                          <p:spTgt spid="145"/>
                                        </p:tgtEl>
                                      </p:cBhvr>
                                      <p:by x="104000" y="104000"/>
                                    </p:animScale>
                                  </p:childTnLst>
                                  <p:subTnLst>
                                    <p:audio>
                                      <p:cMediaNode vol="80000">
                                        <p:cTn id="810" display="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ndTgt r:embed="rId909" name="sparkl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813" presetID="26" presetClass="emph" presetSubtype="0" fill="hold" grpId="1" nodeType="withEffect">
                                  <p:stCondLst>
                                    <p:cond delay="1250"/>
                                  </p:stCondLst>
                                  <p:childTnLst>
                                    <p:animScale>
                                      <p:cBhvr>
                                        <p:cTn id="812" dur="450" fill="hold" autoRev="1" repeatCount="indefinite"/>
                                        <p:tgtEl>
                                          <p:spTgt spid="146"/>
                                        </p:tgtEl>
                                      </p:cBhvr>
                                      <p:by x="106000" y="106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Graphic spid="15" grpId="0">
        <p:bldAsOne/>
      </p:bldGraphic>
      <p:bldP spid="25" grpId="0" animBg="1"/>
      <p:bldP spid="26" grpId="0" animBg="1"/>
      <p:bldP spid="91" grpId="0" animBg="1"/>
      <p:bldP spid="92" grpId="0" animBg="1"/>
      <p:bldP spid="92" grpId="1" animBg="1"/>
      <p:bldP spid="137" grpId="0" animBg="1"/>
      <p:bldP spid="137" grpId="1" animBg="1"/>
      <p:bldP spid="138" grpId="0" animBg="1"/>
      <p:bldP spid="138" grpId="1" animBg="1"/>
      <p:bldP spid="113" grpId="0" animBg="1"/>
      <p:bldP spid="114" grpId="0" animBg="1"/>
      <p:bldP spid="133" grpId="0" animBg="1"/>
      <p:bldP spid="133" grpId="1" animBg="1"/>
      <p:bldP spid="25" grpId="1" animBg="1"/>
      <p:bldP spid="26" grpId="1" animBg="1"/>
      <p:bldGraphic spid="16" grpId="0">
        <p:bldAsOne/>
      </p:bldGraphic>
      <p:bldP spid="27" grpId="0" animBg="1"/>
      <p:bldP spid="28" grpId="0" animBg="1"/>
      <p:bldP spid="71" grpId="0" animBg="1"/>
      <p:bldP spid="72" grpId="0" animBg="1"/>
      <p:bldP spid="92" grpId="2" animBg="1"/>
      <p:bldP spid="93" grpId="0" animBg="1"/>
      <p:bldP spid="93" grpId="1" animBg="1"/>
      <p:bldP spid="114" grpId="1" animBg="1"/>
      <p:bldP spid="115" grpId="0" animBg="1"/>
      <p:bldP spid="136" grpId="0" animBg="1"/>
      <p:bldP spid="136" grpId="1" animBg="1"/>
      <p:bldP spid="138" grpId="2" animBg="1"/>
      <p:bldP spid="115" grpId="1" animBg="1"/>
      <p:bldP spid="116" grpId="0" animBg="1"/>
      <p:bldP spid="134" grpId="0" animBg="1"/>
      <p:bldP spid="134" grpId="1" animBg="1"/>
      <p:bldGraphic spid="14" grpId="0">
        <p:bldAsOne/>
      </p:bldGraphic>
      <p:bldGraphic spid="15" grpId="1">
        <p:bldAsOne/>
      </p:bldGraphic>
      <p:bldGraphic spid="16" grpId="1">
        <p:bldAsOne/>
      </p:bldGraphic>
      <p:bldGraphic spid="17" grpId="0">
        <p:bldAsOne/>
      </p:bldGraphic>
      <p:bldP spid="6" grpId="0" animBg="1"/>
      <p:bldP spid="7" grpId="0" animBg="1"/>
      <p:bldP spid="53" grpId="0" animBg="1"/>
      <p:bldP spid="5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27" grpId="1" animBg="1"/>
      <p:bldP spid="28" grpId="1" animBg="1"/>
      <p:bldGraphic spid="18" grpId="0">
        <p:bldAsOne/>
      </p:bldGraphic>
      <p:bldP spid="29" grpId="0" animBg="1"/>
      <p:bldP spid="30" grpId="0" animBg="1"/>
      <p:bldP spid="72" grpId="1" animBg="1"/>
      <p:bldP spid="73" grpId="0" animBg="1"/>
      <p:bldP spid="93" grpId="2" animBg="1"/>
      <p:bldP spid="94" grpId="0" animBg="1"/>
      <p:bldP spid="94" grpId="1" animBg="1"/>
      <p:bldP spid="116" grpId="1" animBg="1"/>
      <p:bldP spid="117" grpId="0" animBg="1"/>
      <p:bldP spid="136" grpId="2" animBg="1"/>
      <p:bldP spid="136" grpId="3" animBg="1"/>
      <p:bldP spid="138" grpId="3" animBg="1"/>
      <p:bldP spid="117" grpId="1" animBg="1"/>
      <p:bldP spid="118" grpId="0" animBg="1"/>
      <p:bldP spid="135" grpId="0" animBg="1"/>
      <p:bldP spid="135" grpId="1" animBg="1"/>
      <p:bldGraphic spid="17" grpId="1">
        <p:bldAsOne/>
      </p:bldGraphic>
      <p:bldGraphic spid="18" grpId="1">
        <p:bldAsOne/>
      </p:bldGraphic>
      <p:bldGraphic spid="19" grpId="0">
        <p:bldAsOne/>
      </p:bldGraphic>
      <p:bldP spid="7" grpId="1" animBg="1"/>
      <p:bldP spid="8" grpId="0" animBg="1"/>
      <p:bldP spid="54" grpId="1" animBg="1"/>
      <p:bldP spid="55" grpId="0" animBg="1"/>
      <p:bldP spid="39" grpId="1" animBg="1"/>
      <p:bldP spid="40" grpId="1" animBg="1"/>
      <p:bldP spid="41" grpId="1" animBg="1"/>
      <p:bldP spid="42" grpId="1" animBg="1"/>
      <p:bldP spid="43" grpId="0" animBg="1"/>
      <p:bldP spid="44" grpId="0" animBg="1"/>
      <p:bldP spid="45" grpId="0" animBg="1"/>
      <p:bldP spid="46" grpId="0" animBg="1"/>
      <p:bldP spid="47" grpId="0" animBg="1"/>
      <p:bldP spid="29" grpId="1" animBg="1"/>
      <p:bldP spid="30" grpId="1" animBg="1"/>
      <p:bldGraphic spid="20" grpId="0">
        <p:bldAsOne/>
      </p:bldGraphic>
      <p:bldP spid="31" grpId="0" animBg="1"/>
      <p:bldP spid="32" grpId="0" animBg="1"/>
      <p:bldP spid="73" grpId="1" animBg="1"/>
      <p:bldP spid="74" grpId="0" animBg="1"/>
      <p:bldP spid="94" grpId="2" animBg="1"/>
      <p:bldP spid="95" grpId="0" animBg="1"/>
      <p:bldP spid="95" grpId="1" animBg="1"/>
      <p:bldP spid="118" grpId="1" animBg="1"/>
      <p:bldP spid="119" grpId="0" animBg="1"/>
      <p:bldP spid="136" grpId="4" animBg="1"/>
      <p:bldP spid="136" grpId="5" animBg="1"/>
      <p:bldP spid="61" grpId="0" animBg="1"/>
      <p:bldP spid="62" grpId="0" animBg="1"/>
      <p:bldP spid="62" grpId="1" animBg="1"/>
      <p:bldP spid="62" grpId="2" animBg="1"/>
      <p:bldP spid="63" grpId="0" animBg="1"/>
      <p:bldP spid="63" grpId="1" animBg="1"/>
      <p:bldGraphic spid="19" grpId="1">
        <p:bldAsOne/>
      </p:bldGraphic>
      <p:bldGraphic spid="20" grpId="1">
        <p:bldAsOne/>
      </p:bldGraphic>
      <p:bldGraphic spid="21" grpId="0">
        <p:bldAsOne/>
      </p:bldGraphic>
      <p:bldP spid="8" grpId="1" animBg="1"/>
      <p:bldP spid="9" grpId="0" animBg="1"/>
      <p:bldP spid="55" grpId="1" animBg="1"/>
      <p:bldP spid="56" grpId="0" animBg="1"/>
      <p:bldP spid="43" grpId="1" animBg="1"/>
      <p:bldP spid="44" grpId="1" animBg="1"/>
      <p:bldP spid="45" grpId="1" animBg="1"/>
      <p:bldP spid="46" grpId="1" animBg="1"/>
      <p:bldP spid="47" grpId="1" animBg="1"/>
      <p:bldP spid="48" grpId="0" animBg="1"/>
      <p:bldP spid="49" grpId="0" animBg="1"/>
      <p:bldP spid="50" grpId="0" animBg="1"/>
      <p:bldP spid="51" grpId="0" animBg="1"/>
      <p:bldP spid="52" grpId="0" animBg="1"/>
      <p:bldP spid="31" grpId="1" animBg="1"/>
      <p:bldP spid="32" grpId="1" animBg="1"/>
      <p:bldGraphic spid="22" grpId="0">
        <p:bldAsOne/>
      </p:bldGraphic>
      <p:bldP spid="33" grpId="0" animBg="1"/>
      <p:bldP spid="34" grpId="0" animBg="1"/>
      <p:bldP spid="64" grpId="0" animBg="1"/>
      <p:bldP spid="95" grpId="2" animBg="1"/>
      <p:bldP spid="96" grpId="0" animBg="1"/>
      <p:bldP spid="74" grpId="1" animBg="1"/>
      <p:bldP spid="75" grpId="0" animBg="1"/>
      <p:bldP spid="96" grpId="1" animBg="1"/>
      <p:bldP spid="97" grpId="0" animBg="1"/>
      <p:bldP spid="75" grpId="1" animBg="1"/>
      <p:bldP spid="76" grpId="0" animBg="1"/>
      <p:bldP spid="97" grpId="1" animBg="1"/>
      <p:bldP spid="98" grpId="0" animBg="1"/>
      <p:bldP spid="76" grpId="1" animBg="1"/>
      <p:bldP spid="77" grpId="0" animBg="1"/>
      <p:bldP spid="98" grpId="1" animBg="1"/>
      <p:bldP spid="99" grpId="0" animBg="1"/>
      <p:bldP spid="77" grpId="1" animBg="1"/>
      <p:bldP spid="78" grpId="0" animBg="1"/>
      <p:bldP spid="99" grpId="1" animBg="1"/>
      <p:bldP spid="100" grpId="0" animBg="1"/>
      <p:bldP spid="78" grpId="1" animBg="1"/>
      <p:bldP spid="79" grpId="0" animBg="1"/>
      <p:bldP spid="100" grpId="1" animBg="1"/>
      <p:bldP spid="101" grpId="0" animBg="1"/>
      <p:bldP spid="79" grpId="1" animBg="1"/>
      <p:bldP spid="80" grpId="0" animBg="1"/>
      <p:bldP spid="101" grpId="1" animBg="1"/>
      <p:bldP spid="102" grpId="0" animBg="1"/>
      <p:bldP spid="80" grpId="1" animBg="1"/>
      <p:bldP spid="81" grpId="0" animBg="1"/>
      <p:bldP spid="102" grpId="1" animBg="1"/>
      <p:bldP spid="103" grpId="0" animBg="1"/>
      <p:bldP spid="81" grpId="1" animBg="1"/>
      <p:bldP spid="82" grpId="0" animBg="1"/>
      <p:bldP spid="103" grpId="1" animBg="1"/>
      <p:bldP spid="104" grpId="0" animBg="1"/>
      <p:bldP spid="82" grpId="1" animBg="1"/>
      <p:bldP spid="83" grpId="0" animBg="1"/>
      <p:bldP spid="104" grpId="1" animBg="1"/>
      <p:bldP spid="105" grpId="0" animBg="1"/>
      <p:bldP spid="83" grpId="1" animBg="1"/>
      <p:bldP spid="84" grpId="0" animBg="1"/>
      <p:bldP spid="105" grpId="1" animBg="1"/>
      <p:bldP spid="106" grpId="0" animBg="1"/>
      <p:bldP spid="84" grpId="1" animBg="1"/>
      <p:bldP spid="85" grpId="0" animBg="1"/>
      <p:bldP spid="106" grpId="1" animBg="1"/>
      <p:bldP spid="107" grpId="0" animBg="1"/>
      <p:bldP spid="85" grpId="1" animBg="1"/>
      <p:bldP spid="86" grpId="0" animBg="1"/>
      <p:bldP spid="107" grpId="1" animBg="1"/>
      <p:bldP spid="108" grpId="0" animBg="1"/>
      <p:bldP spid="86" grpId="1" animBg="1"/>
      <p:bldP spid="87" grpId="0" animBg="1"/>
      <p:bldP spid="108" grpId="1" animBg="1"/>
      <p:bldP spid="109" grpId="0" animBg="1"/>
      <p:bldP spid="87" grpId="1" animBg="1"/>
      <p:bldP spid="88" grpId="0" animBg="1"/>
      <p:bldP spid="109" grpId="1" animBg="1"/>
      <p:bldP spid="110" grpId="0" animBg="1"/>
      <p:bldP spid="88" grpId="1" animBg="1"/>
      <p:bldP spid="89" grpId="0" animBg="1"/>
      <p:bldP spid="110" grpId="1" animBg="1"/>
      <p:bldP spid="111" grpId="0" animBg="1"/>
      <p:bldP spid="89" grpId="1" animBg="1"/>
      <p:bldP spid="90" grpId="0" animBg="1"/>
      <p:bldP spid="111" grpId="1" animBg="1"/>
      <p:bldP spid="132" grpId="0" animBg="1"/>
      <p:bldP spid="132" grpId="1" animBg="1"/>
      <p:bldP spid="140" grpId="0" animBg="1"/>
      <p:bldP spid="141" grpId="0" animBg="1"/>
      <p:bldP spid="142" grpId="0" animBg="1"/>
      <p:bldP spid="141" grpId="1" animBg="1"/>
      <p:bldP spid="140" grpId="1" animBg="1"/>
      <p:bldP spid="142" grpId="1" animBg="1"/>
      <p:bldP spid="141" grpId="2" animBg="1"/>
      <p:bldP spid="141" grpId="3" animBg="1"/>
      <p:bldP spid="142" grpId="2" animBg="1"/>
      <p:bldP spid="142" grpId="3" animBg="1"/>
      <p:bldP spid="141" grpId="4" animBg="1"/>
      <p:bldP spid="143" grpId="0" animBg="1"/>
      <p:bldP spid="142" grpId="4" animBg="1"/>
      <p:bldP spid="144" grpId="0" animBg="1"/>
      <p:bldP spid="145" grpId="0" animBg="1"/>
      <p:bldP spid="145" grpId="1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5"/>
          <p:cNvSpPr/>
          <p:nvPr>
            <p:ph idx="105" type="body" hasCustomPrompt="1"/>
          </p:nvPr>
        </p:nvSpPr>
        <p:spPr>
          <a:xfrm>
            <a:off x="1651000" y="6553200"/>
            <a:ext cx="4445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ru-RU" sz="950" b="1" spc="120" kern="0" dirty="0">
                <a:solidFill>
                  <a:srgbClr val="D8C7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ГЛАВНОЕ ОТКРЫТИЕ</a:t>
            </a:r>
            <a:endParaRPr lang="ru-RU" sz="950" dirty="0"/>
          </a:p>
        </p:txBody>
      </p:sp>
      <p:pic>
        <p:nvPicPr>
          <p:cNvPr id="3" name="world15" descr="world15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50000" y="2095500"/>
            <a:ext cx="5397500" cy="4381500"/>
          </a:xfrm>
          <a:prstGeom prst="rect">
            <a:avLst/>
          </a:prstGeom>
        </p:spPr>
      </p:pic>
      <p:pic>
        <p:nvPicPr>
          <p:cNvPr id="4" name="world1" descr="world1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26250" y="4064000"/>
            <a:ext cx="4445000" cy="2413000"/>
          </a:xfrm>
          <a:prstGeom prst="rect">
            <a:avLst/>
          </a:prstGeom>
        </p:spPr>
      </p:pic>
      <p:pic>
        <p:nvPicPr>
          <p:cNvPr id="5" name="world2" descr="Гора плова на весь экран, жар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06400"/>
            <a:ext cx="12192000" cy="6070600"/>
          </a:xfrm>
          <a:prstGeom prst="rect">
            <a:avLst/>
          </a:prstGeom>
        </p:spPr>
      </p:pic>
      <p:pic>
        <p:nvPicPr>
          <p:cNvPr id="6" name="world2b" descr="Вспышка жара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06400"/>
            <a:ext cx="12192000" cy="6070600"/>
          </a:xfrm>
          <a:prstGeom prst="rect">
            <a:avLst/>
          </a:prstGeom>
        </p:spPr>
      </p:pic>
      <p:sp>
        <p:nvSpPr>
          <p:cNvPr id="7" name="headBg"/>
          <p:cNvSpPr/>
          <p:nvPr/>
        </p:nvSpPr>
        <p:spPr>
          <a:xfrm>
            <a:off x="558800" y="584200"/>
            <a:ext cx="9398000" cy="927100"/>
          </a:xfrm>
          <a:prstGeom prst="roundRect">
            <a:avLst>
              <a:gd name="adj" fmla="val 12329"/>
            </a:avLst>
          </a:prstGeom>
          <a:solidFill>
            <a:srgbClr val="17181B">
              <a:alpha val="94000"/>
            </a:srgbClr>
          </a:solidFill>
          <a:ln/>
          <a:effectLst>
            <a:outerShdw sx="100000" sy="100000" kx="0" ky="0" algn="bl" rotWithShape="0" blurRad="304800" dist="101600" dir="5400000">
              <a:srgbClr val="000000">
                <a:alpha val="45000"/>
              </a:srgbClr>
            </a:outerShdw>
          </a:effectLst>
        </p:spPr>
      </p:sp>
      <p:sp>
        <p:nvSpPr>
          <p:cNvPr id="8" name="Text 5"/>
          <p:cNvSpPr/>
          <p:nvPr>
            <p:ph idx="106" type="body" hasCustomPrompt="1"/>
          </p:nvPr>
        </p:nvSpPr>
        <p:spPr>
          <a:xfrm>
            <a:off x="698500" y="622300"/>
            <a:ext cx="88900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ru-RU" sz="1100" b="1" spc="350" kern="0" dirty="0">
                <a:solidFill>
                  <a:srgbClr val="F6B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КОЭФФИЦИЕНТ БАБУШКИ</a:t>
            </a:r>
            <a:endParaRPr lang="ru-RU" sz="1100" dirty="0"/>
          </a:p>
        </p:txBody>
      </p:sp>
      <p:sp>
        <p:nvSpPr>
          <p:cNvPr id="9" name="Text 5"/>
          <p:cNvSpPr/>
          <p:nvPr>
            <p:ph idx="107" type="title" hasCustomPrompt="1"/>
          </p:nvPr>
        </p:nvSpPr>
        <p:spPr>
          <a:xfrm>
            <a:off x="698500" y="863600"/>
            <a:ext cx="10795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ru-RU" sz="3200" dirty="0">
                <a:solidFill>
                  <a:srgbClr val="F5EBD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Главное открытие исследования</a:t>
            </a:r>
            <a:endParaRPr lang="ru-RU" sz="3200" dirty="0"/>
          </a:p>
        </p:txBody>
      </p:sp>
      <p:sp>
        <p:nvSpPr>
          <p:cNvPr id="10" name="panel"/>
          <p:cNvSpPr/>
          <p:nvPr/>
        </p:nvSpPr>
        <p:spPr>
          <a:xfrm>
            <a:off x="698500" y="1663700"/>
            <a:ext cx="5715000" cy="4622800"/>
          </a:xfrm>
          <a:prstGeom prst="roundRect">
            <a:avLst>
              <a:gd name="adj" fmla="val 3758"/>
            </a:avLst>
          </a:prstGeom>
          <a:solidFill>
            <a:srgbClr val="26292E"/>
          </a:solidFill>
          <a:ln w="19050">
            <a:solidFill>
              <a:srgbClr val="3A3E45"/>
            </a:solidFill>
            <a:prstDash val="solid"/>
          </a:ln>
          <a:effectLst>
            <a:outerShdw sx="100000" sy="100000" kx="0" ky="0" algn="bl" rotWithShape="0" blurRad="508000" dist="203200" dir="5400000">
              <a:srgbClr val="000000">
                <a:alpha val="60000"/>
              </a:srgbClr>
            </a:outerShdw>
          </a:effectLst>
        </p:spPr>
      </p:sp>
      <p:sp>
        <p:nvSpPr>
          <p:cNvPr id="11" name="badgeK"/>
          <p:cNvSpPr txBox="1"/>
          <p:nvPr/>
        </p:nvSpPr>
        <p:spPr>
          <a:xfrm>
            <a:off x="4000500" y="1562100"/>
            <a:ext cx="2222500" cy="215900"/>
          </a:xfrm>
          <a:prstGeom prst="roundRect">
            <a:avLst>
              <a:gd name="adj" fmla="val 211765"/>
            </a:avLst>
          </a:prstGeom>
          <a:solidFill>
            <a:srgbClr val="E8432D"/>
          </a:solidFill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ru-RU" sz="1000" b="1" spc="150" kern="0" dirty="0">
                <a:solidFill>
                  <a:srgbClr val="F5E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ШУТОЧНАЯ КОНСТАНТА</a:t>
            </a:r>
            <a:endParaRPr lang="ru-RU" sz="1000" dirty="0"/>
          </a:p>
        </p:txBody>
      </p:sp>
      <p:sp>
        <p:nvSpPr>
          <p:cNvPr id="12" name="k"/>
          <p:cNvSpPr txBox="1"/>
          <p:nvPr/>
        </p:nvSpPr>
        <p:spPr>
          <a:xfrm>
            <a:off x="952500" y="1543050"/>
            <a:ext cx="736600" cy="152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sz="10000" i="1" dirty="0">
                <a:solidFill>
                  <a:srgbClr val="F6B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</a:t>
            </a:r>
            <a:endParaRPr lang="ru-RU" sz="10000" dirty="0"/>
          </a:p>
        </p:txBody>
      </p:sp>
      <p:sp>
        <p:nvSpPr>
          <p:cNvPr id="13" name="ksub"/>
          <p:cNvSpPr txBox="1"/>
          <p:nvPr/>
        </p:nvSpPr>
        <p:spPr>
          <a:xfrm>
            <a:off x="1574800" y="2692400"/>
            <a:ext cx="14986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sz="2400" i="1" dirty="0">
                <a:solidFill>
                  <a:srgbClr val="E9DCB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бабушки</a:t>
            </a:r>
            <a:endParaRPr lang="ru-RU" sz="2400" dirty="0"/>
          </a:p>
        </p:txBody>
      </p:sp>
      <p:sp>
        <p:nvSpPr>
          <p:cNvPr id="14" name="eq"/>
          <p:cNvSpPr txBox="1"/>
          <p:nvPr/>
        </p:nvSpPr>
        <p:spPr>
          <a:xfrm>
            <a:off x="3028950" y="1778000"/>
            <a:ext cx="635000" cy="1143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sz="7800" dirty="0">
                <a:solidFill>
                  <a:srgbClr val="D8C79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=</a:t>
            </a:r>
            <a:endParaRPr lang="ru-RU" sz="7800" dirty="0"/>
          </a:p>
        </p:txBody>
      </p:sp>
      <p:sp>
        <p:nvSpPr>
          <p:cNvPr id="15" name="kv15"/>
          <p:cNvSpPr txBox="1"/>
          <p:nvPr/>
        </p:nvSpPr>
        <p:spPr>
          <a:xfrm>
            <a:off x="3784600" y="1543050"/>
            <a:ext cx="1905000" cy="152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sz="10000" dirty="0">
                <a:solidFill>
                  <a:srgbClr val="F6B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1,5</a:t>
            </a:r>
            <a:endParaRPr lang="ru-RU" sz="10000" dirty="0"/>
          </a:p>
        </p:txBody>
      </p:sp>
      <p:sp>
        <p:nvSpPr>
          <p:cNvPr id="16" name="kv1"/>
          <p:cNvSpPr txBox="1"/>
          <p:nvPr/>
        </p:nvSpPr>
        <p:spPr>
          <a:xfrm>
            <a:off x="3784600" y="1543050"/>
            <a:ext cx="1079500" cy="152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sz="10000" dirty="0">
                <a:solidFill>
                  <a:srgbClr val="F6B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ru-RU" sz="10000" dirty="0"/>
          </a:p>
        </p:txBody>
      </p:sp>
      <p:sp>
        <p:nvSpPr>
          <p:cNvPr id="17" name="kv2"/>
          <p:cNvSpPr txBox="1"/>
          <p:nvPr/>
        </p:nvSpPr>
        <p:spPr>
          <a:xfrm>
            <a:off x="3784600" y="1543050"/>
            <a:ext cx="1079500" cy="152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sz="10000" dirty="0">
                <a:solidFill>
                  <a:srgbClr val="E84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ru-RU" sz="10000" dirty="0"/>
          </a:p>
        </p:txBody>
      </p:sp>
      <p:sp>
        <p:nvSpPr>
          <p:cNvPr id="18" name="track"/>
          <p:cNvSpPr/>
          <p:nvPr/>
        </p:nvSpPr>
        <p:spPr>
          <a:xfrm>
            <a:off x="990600" y="3213100"/>
            <a:ext cx="5156200" cy="101600"/>
          </a:xfrm>
          <a:prstGeom prst="roundRect">
            <a:avLst>
              <a:gd name="adj" fmla="val 54000"/>
            </a:avLst>
          </a:prstGeom>
          <a:solidFill>
            <a:srgbClr val="3A3E45"/>
          </a:solidFill>
          <a:ln/>
        </p:spPr>
      </p:sp>
      <p:sp>
        <p:nvSpPr>
          <p:cNvPr id="19" name="fill15"/>
          <p:cNvSpPr/>
          <p:nvPr/>
        </p:nvSpPr>
        <p:spPr>
          <a:xfrm>
            <a:off x="990600" y="3213100"/>
            <a:ext cx="2667000" cy="101600"/>
          </a:xfrm>
          <a:prstGeom prst="roundRect">
            <a:avLst>
              <a:gd name="adj" fmla="val 54000"/>
            </a:avLst>
          </a:prstGeom>
          <a:solidFill>
            <a:srgbClr val="F6BB2A"/>
          </a:solidFill>
          <a:ln/>
        </p:spPr>
      </p:sp>
      <p:pic>
        <p:nvPicPr>
          <p:cNvPr id="20" name="fill2" descr="fill2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68700" y="3175000"/>
            <a:ext cx="2616200" cy="177800"/>
          </a:xfrm>
          <a:prstGeom prst="rect">
            <a:avLst/>
          </a:prstGeom>
        </p:spPr>
      </p:pic>
      <p:sp>
        <p:nvSpPr>
          <p:cNvPr id="21" name="knob"/>
          <p:cNvSpPr/>
          <p:nvPr/>
        </p:nvSpPr>
        <p:spPr>
          <a:xfrm>
            <a:off x="3413125" y="3108325"/>
            <a:ext cx="311150" cy="311150"/>
          </a:xfrm>
          <a:prstGeom prst="ellipse">
            <a:avLst/>
          </a:prstGeom>
          <a:solidFill>
            <a:srgbClr val="F5EBD5"/>
          </a:solidFill>
          <a:ln w="44450">
            <a:solidFill>
              <a:srgbClr val="F6BB2A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50000"/>
              </a:srgbClr>
            </a:outerShdw>
          </a:effectLst>
        </p:spPr>
      </p:sp>
      <p:sp>
        <p:nvSpPr>
          <p:cNvPr id="22" name="knob2"/>
          <p:cNvSpPr/>
          <p:nvPr/>
        </p:nvSpPr>
        <p:spPr>
          <a:xfrm>
            <a:off x="5813425" y="3108325"/>
            <a:ext cx="311150" cy="311150"/>
          </a:xfrm>
          <a:prstGeom prst="ellipse">
            <a:avLst/>
          </a:prstGeom>
          <a:solidFill>
            <a:srgbClr val="F5EBD5"/>
          </a:solidFill>
          <a:ln w="44450">
            <a:solidFill>
              <a:srgbClr val="E8432D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50000"/>
              </a:srgbClr>
            </a:outerShdw>
          </a:effectLst>
        </p:spPr>
      </p:sp>
      <p:sp>
        <p:nvSpPr>
          <p:cNvPr id="23" name="tick1"/>
          <p:cNvSpPr txBox="1"/>
          <p:nvPr/>
        </p:nvSpPr>
        <p:spPr>
          <a:xfrm>
            <a:off x="850900" y="3460750"/>
            <a:ext cx="635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ru-RU" sz="1300" b="1" dirty="0">
                <a:solidFill>
                  <a:srgbClr val="A39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ru-RU" sz="1300" dirty="0"/>
          </a:p>
        </p:txBody>
      </p:sp>
      <p:sp>
        <p:nvSpPr>
          <p:cNvPr id="24" name="tick2"/>
          <p:cNvSpPr txBox="1"/>
          <p:nvPr/>
        </p:nvSpPr>
        <p:spPr>
          <a:xfrm>
            <a:off x="3251200" y="3460750"/>
            <a:ext cx="635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ru-RU" sz="1300" b="1" dirty="0">
                <a:solidFill>
                  <a:srgbClr val="A39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1,5</a:t>
            </a:r>
            <a:endParaRPr lang="ru-RU" sz="1300" dirty="0"/>
          </a:p>
        </p:txBody>
      </p:sp>
      <p:sp>
        <p:nvSpPr>
          <p:cNvPr id="25" name="tick3"/>
          <p:cNvSpPr txBox="1"/>
          <p:nvPr/>
        </p:nvSpPr>
        <p:spPr>
          <a:xfrm>
            <a:off x="5651500" y="3460750"/>
            <a:ext cx="635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ru-RU" sz="1300" b="1" dirty="0">
                <a:solidFill>
                  <a:srgbClr val="A39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ru-RU" sz="1300" dirty="0"/>
          </a:p>
        </p:txBody>
      </p:sp>
      <p:sp>
        <p:nvSpPr>
          <p:cNvPr id="26" name="model"/>
          <p:cNvSpPr/>
          <p:nvPr/>
        </p:nvSpPr>
        <p:spPr>
          <a:xfrm>
            <a:off x="977900" y="3759200"/>
            <a:ext cx="5156200" cy="1455420"/>
          </a:xfrm>
          <a:prstGeom prst="roundRect">
            <a:avLst>
              <a:gd name="adj" fmla="val 9424"/>
            </a:avLst>
          </a:prstGeom>
          <a:solidFill>
            <a:srgbClr val="F5EBD5"/>
          </a:solidFill>
          <a:ln/>
          <a:effectLst>
            <a:outerShdw sx="100000" sy="100000" kx="0" ky="0" algn="bl" rotWithShape="0" blurRad="381000" dist="152400" dir="5400000">
              <a:srgbClr val="000000">
                <a:alpha val="35000"/>
              </a:srgbClr>
            </a:outerShdw>
          </a:effectLst>
        </p:spPr>
      </p:sp>
      <p:sp>
        <p:nvSpPr>
          <p:cNvPr id="27" name="badgeM"/>
          <p:cNvSpPr txBox="1"/>
          <p:nvPr/>
        </p:nvSpPr>
        <p:spPr>
          <a:xfrm>
            <a:off x="4546600" y="3663950"/>
            <a:ext cx="1409700" cy="215900"/>
          </a:xfrm>
          <a:prstGeom prst="roundRect">
            <a:avLst>
              <a:gd name="adj" fmla="val 211765"/>
            </a:avLst>
          </a:prstGeom>
          <a:solidFill>
            <a:srgbClr val="F6BB2A"/>
          </a:solidFill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ru-RU" sz="1000" b="1" spc="150" kern="0" dirty="0">
                <a:solidFill>
                  <a:srgbClr val="1B18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МАТЕМАТИКА</a:t>
            </a:r>
            <a:endParaRPr lang="ru-RU" sz="1000" dirty="0"/>
          </a:p>
        </p:txBody>
      </p:sp>
      <p:sp>
        <p:nvSpPr>
          <p:cNvPr id="28" name="eqno"/>
          <p:cNvSpPr txBox="1"/>
          <p:nvPr/>
        </p:nvSpPr>
        <p:spPr>
          <a:xfrm>
            <a:off x="5473700" y="3962400"/>
            <a:ext cx="4826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ru-RU" sz="1900" dirty="0">
                <a:solidFill>
                  <a:srgbClr val="4A42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(2)</a:t>
            </a:r>
            <a:endParaRPr lang="ru-RU" sz="1900" dirty="0"/>
          </a:p>
        </p:txBody>
      </p:sp>
      <p:sp>
        <p:nvSpPr>
          <p:cNvPr id="29" name="rec"/>
          <p:cNvSpPr txBox="1"/>
          <p:nvPr/>
        </p:nvSpPr>
        <p:spPr>
          <a:xfrm>
            <a:off x="1181100" y="3854450"/>
            <a:ext cx="4254500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sz="2600" i="1" dirty="0">
                <a:solidFill>
                  <a:srgbClr val="1B18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</a:t>
            </a:r>
            <a:r>
              <a:rPr lang="ru-RU" sz="2600" baseline="-25000" dirty="0">
                <a:solidFill>
                  <a:srgbClr val="1B18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r>
              <a:rPr lang="ru-RU" sz="2600" dirty="0">
                <a:solidFill>
                  <a:srgbClr val="1B18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= 1,  </a:t>
            </a:r>
            <a:r>
              <a:rPr lang="ru-RU" sz="2600" i="1" dirty="0">
                <a:solidFill>
                  <a:srgbClr val="1B18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</a:t>
            </a:r>
            <a:r>
              <a:rPr lang="ru-RU" sz="2600" i="1" baseline="-25000" dirty="0">
                <a:solidFill>
                  <a:srgbClr val="1B18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</a:t>
            </a:r>
            <a:r>
              <a:rPr lang="ru-RU" sz="2600" baseline="-25000" dirty="0">
                <a:solidFill>
                  <a:srgbClr val="1B18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+1</a:t>
            </a:r>
            <a:r>
              <a:rPr lang="ru-RU" sz="2600" dirty="0">
                <a:solidFill>
                  <a:srgbClr val="1B18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= 0,3 · </a:t>
            </a:r>
            <a:r>
              <a:rPr lang="ru-RU" sz="2600" i="1" dirty="0">
                <a:solidFill>
                  <a:srgbClr val="1B18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</a:t>
            </a:r>
            <a:r>
              <a:rPr lang="ru-RU" sz="2600" i="1" baseline="-25000" dirty="0">
                <a:solidFill>
                  <a:srgbClr val="1B18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</a:t>
            </a:r>
            <a:r>
              <a:rPr lang="ru-RU" sz="2600" dirty="0">
                <a:solidFill>
                  <a:srgbClr val="1B18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+ </a:t>
            </a:r>
            <a:r>
              <a:rPr lang="ru-RU" sz="2600" i="1" dirty="0">
                <a:solidFill>
                  <a:srgbClr val="B32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</a:t>
            </a:r>
            <a:r>
              <a:rPr lang="ru-RU" sz="2600" i="1" baseline="30000" dirty="0">
                <a:solidFill>
                  <a:srgbClr val="B32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</a:t>
            </a:r>
            <a:endParaRPr lang="ru-RU" sz="2600" dirty="0"/>
          </a:p>
        </p:txBody>
      </p:sp>
      <p:sp>
        <p:nvSpPr>
          <p:cNvPr id="30" name="addsL"/>
          <p:cNvSpPr txBox="1"/>
          <p:nvPr/>
        </p:nvSpPr>
        <p:spPr>
          <a:xfrm>
            <a:off x="1181100" y="4330700"/>
            <a:ext cx="1524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ru-RU" sz="1600" b="1" dirty="0">
                <a:solidFill>
                  <a:srgbClr val="4A4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добавки </a:t>
            </a:r>
            <a:r>
              <a:rPr lang="ru-RU" sz="1700" i="1" dirty="0">
                <a:solidFill>
                  <a:srgbClr val="B32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r>
              <a:rPr lang="ru-RU" sz="1700" i="1" baseline="-25000" dirty="0">
                <a:solidFill>
                  <a:srgbClr val="B32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</a:t>
            </a:r>
            <a:r>
              <a:rPr lang="ru-RU" sz="1700" dirty="0">
                <a:solidFill>
                  <a:srgbClr val="B32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= </a:t>
            </a:r>
            <a:r>
              <a:rPr lang="ru-RU" sz="1700" i="1" dirty="0">
                <a:solidFill>
                  <a:srgbClr val="B32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</a:t>
            </a:r>
            <a:r>
              <a:rPr lang="ru-RU" sz="1700" i="1" baseline="30000" dirty="0">
                <a:solidFill>
                  <a:srgbClr val="B32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</a:t>
            </a:r>
            <a:r>
              <a:rPr lang="ru-RU" sz="1600" b="1" dirty="0">
                <a:solidFill>
                  <a:srgbClr val="4A4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</a:t>
            </a:r>
            <a:endParaRPr lang="ru-RU" sz="1600" dirty="0"/>
          </a:p>
        </p:txBody>
      </p:sp>
      <p:pic>
        <p:nvPicPr>
          <p:cNvPr id="31" name="chips15" descr="chips15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84780" y="4287520"/>
            <a:ext cx="2628900" cy="393700"/>
          </a:xfrm>
          <a:prstGeom prst="rect">
            <a:avLst/>
          </a:prstGeom>
        </p:spPr>
      </p:pic>
      <p:pic>
        <p:nvPicPr>
          <p:cNvPr id="32" name="chips1" descr="chips1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684780" y="4287520"/>
            <a:ext cx="1790700" cy="393700"/>
          </a:xfrm>
          <a:prstGeom prst="rect">
            <a:avLst/>
          </a:prstGeom>
        </p:spPr>
      </p:pic>
      <p:pic>
        <p:nvPicPr>
          <p:cNvPr id="33" name="chips2" descr="chips2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684780" y="4287520"/>
            <a:ext cx="1790700" cy="393700"/>
          </a:xfrm>
          <a:prstGeom prst="rect">
            <a:avLst/>
          </a:prstGeom>
        </p:spPr>
      </p:pic>
      <p:sp>
        <p:nvSpPr>
          <p:cNvPr id="34" name="vDiv"/>
          <p:cNvSpPr txBox="1"/>
          <p:nvPr/>
        </p:nvSpPr>
        <p:spPr>
          <a:xfrm>
            <a:off x="1181100" y="4730750"/>
            <a:ext cx="2019300" cy="368300"/>
          </a:xfrm>
          <a:prstGeom prst="roundRect">
            <a:avLst>
              <a:gd name="adj" fmla="val 24828"/>
            </a:avLst>
          </a:prstGeom>
          <a:solidFill>
            <a:srgbClr val="E8432D"/>
          </a:solidFill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ru-RU" sz="1500" spc="30" kern="0" dirty="0">
                <a:solidFill>
                  <a:srgbClr val="F5EBD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РАСХОДИТСЯ</a:t>
            </a:r>
            <a:endParaRPr lang="ru-RU" sz="1500" dirty="0"/>
          </a:p>
        </p:txBody>
      </p:sp>
      <p:sp>
        <p:nvSpPr>
          <p:cNvPr id="35" name="vConv"/>
          <p:cNvSpPr txBox="1"/>
          <p:nvPr/>
        </p:nvSpPr>
        <p:spPr>
          <a:xfrm>
            <a:off x="1181100" y="4730750"/>
            <a:ext cx="2489200" cy="368300"/>
          </a:xfrm>
          <a:prstGeom prst="roundRect">
            <a:avLst>
              <a:gd name="adj" fmla="val 24828"/>
            </a:avLst>
          </a:prstGeom>
          <a:solidFill>
            <a:srgbClr val="1FA3B4"/>
          </a:solidFill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ru-RU" sz="1500" spc="30" kern="0" dirty="0">
                <a:solidFill>
                  <a:srgbClr val="F5EBD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СХОДИТСЯ К 10/7</a:t>
            </a:r>
            <a:endParaRPr lang="ru-RU" sz="1500" dirty="0"/>
          </a:p>
        </p:txBody>
      </p:sp>
      <p:sp>
        <p:nvSpPr>
          <p:cNvPr id="36" name="vmDiv"/>
          <p:cNvSpPr txBox="1"/>
          <p:nvPr/>
        </p:nvSpPr>
        <p:spPr>
          <a:xfrm>
            <a:off x="3314700" y="4743450"/>
            <a:ext cx="24130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ru-RU" sz="1800" i="1" dirty="0">
                <a:solidFill>
                  <a:srgbClr val="1B18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</a:t>
            </a:r>
            <a:r>
              <a:rPr lang="ru-RU" sz="1800" i="1" baseline="-25000" dirty="0">
                <a:solidFill>
                  <a:srgbClr val="1B18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</a:t>
            </a:r>
            <a:r>
              <a:rPr lang="ru-RU" sz="1800" dirty="0">
                <a:solidFill>
                  <a:srgbClr val="1B18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≈ </a:t>
            </a:r>
            <a:r>
              <a:rPr lang="ru-RU" sz="1800" i="1" dirty="0">
                <a:solidFill>
                  <a:srgbClr val="1B18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</a:t>
            </a:r>
            <a:r>
              <a:rPr lang="ru-RU" sz="1800" i="1" baseline="30000" dirty="0">
                <a:solidFill>
                  <a:srgbClr val="1B18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</a:t>
            </a:r>
            <a:r>
              <a:rPr lang="ru-RU" sz="1800" dirty="0">
                <a:solidFill>
                  <a:srgbClr val="1B18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/(</a:t>
            </a:r>
            <a:r>
              <a:rPr lang="ru-RU" sz="1800" i="1" dirty="0">
                <a:solidFill>
                  <a:srgbClr val="1B18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</a:t>
            </a:r>
            <a:r>
              <a:rPr lang="ru-RU" sz="1800" dirty="0">
                <a:solidFill>
                  <a:srgbClr val="1B18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− 0,3) </a:t>
            </a:r>
            <a:r>
              <a:rPr lang="ru-RU" sz="1800" dirty="0">
                <a:solidFill>
                  <a:srgbClr val="1B18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r>
              <a:rPr lang="ru-RU" sz="1800" dirty="0">
                <a:solidFill>
                  <a:srgbClr val="1B18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∞</a:t>
            </a:r>
            <a:endParaRPr lang="ru-RU" sz="1800" dirty="0"/>
          </a:p>
        </p:txBody>
      </p:sp>
      <p:sp>
        <p:nvSpPr>
          <p:cNvPr id="37" name="vmConv"/>
          <p:cNvSpPr txBox="1"/>
          <p:nvPr/>
        </p:nvSpPr>
        <p:spPr>
          <a:xfrm>
            <a:off x="3784600" y="4743450"/>
            <a:ext cx="20320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ru-RU" sz="1800" i="1" dirty="0">
                <a:solidFill>
                  <a:srgbClr val="1B18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</a:t>
            </a:r>
            <a:r>
              <a:rPr lang="ru-RU" sz="1800" i="1" baseline="-25000" dirty="0">
                <a:solidFill>
                  <a:srgbClr val="1B18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</a:t>
            </a:r>
            <a:r>
              <a:rPr lang="ru-RU" sz="1800" dirty="0">
                <a:solidFill>
                  <a:srgbClr val="1B18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ru-RU" sz="1800" dirty="0">
                <a:solidFill>
                  <a:srgbClr val="1B18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r>
              <a:rPr lang="ru-RU" sz="1800" dirty="0">
                <a:solidFill>
                  <a:srgbClr val="1B18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1/(1 − 0,3)</a:t>
            </a:r>
            <a:endParaRPr lang="ru-RU" sz="1800" dirty="0"/>
          </a:p>
        </p:txBody>
      </p:sp>
      <p:sp>
        <p:nvSpPr>
          <p:cNvPr id="38" name="roLabel"/>
          <p:cNvSpPr txBox="1"/>
          <p:nvPr/>
        </p:nvSpPr>
        <p:spPr>
          <a:xfrm>
            <a:off x="977900" y="5219700"/>
            <a:ext cx="29845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sz="1500" b="1" dirty="0">
                <a:solidFill>
                  <a:srgbClr val="E9DC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Через 10 циклов на тарелке:</a:t>
            </a:r>
            <a:endParaRPr lang="ru-RU" sz="1500" dirty="0"/>
          </a:p>
        </p:txBody>
      </p:sp>
      <p:sp>
        <p:nvSpPr>
          <p:cNvPr id="39" name="ro15"/>
          <p:cNvSpPr txBox="1"/>
          <p:nvPr/>
        </p:nvSpPr>
        <p:spPr>
          <a:xfrm>
            <a:off x="952500" y="5448300"/>
            <a:ext cx="3175000" cy="711200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algn="l" indent="0" marL="0">
              <a:buNone/>
            </a:pPr>
            <a:r>
              <a:rPr lang="ru-RU" sz="5000" b="1" dirty="0">
                <a:solidFill>
                  <a:srgbClr val="F6B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48,1</a:t>
            </a:r>
            <a:r>
              <a:rPr lang="ru-RU" sz="2100" b="1" dirty="0">
                <a:solidFill>
                  <a:srgbClr val="F5E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 порции</a:t>
            </a:r>
            <a:endParaRPr lang="ru-RU" sz="1600" dirty="0"/>
          </a:p>
        </p:txBody>
      </p:sp>
      <p:sp>
        <p:nvSpPr>
          <p:cNvPr id="40" name="ro1"/>
          <p:cNvSpPr txBox="1"/>
          <p:nvPr/>
        </p:nvSpPr>
        <p:spPr>
          <a:xfrm>
            <a:off x="952500" y="5448300"/>
            <a:ext cx="3175000" cy="711200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algn="l" indent="0" marL="0">
              <a:buNone/>
            </a:pPr>
            <a:r>
              <a:rPr lang="ru-RU" sz="5000" b="1" dirty="0">
                <a:solidFill>
                  <a:srgbClr val="F6B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1,43</a:t>
            </a:r>
            <a:r>
              <a:rPr lang="ru-RU" sz="2100" b="1" dirty="0">
                <a:solidFill>
                  <a:srgbClr val="F5E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 порции</a:t>
            </a:r>
            <a:endParaRPr lang="ru-RU" sz="1600" dirty="0"/>
          </a:p>
        </p:txBody>
      </p:sp>
      <p:sp>
        <p:nvSpPr>
          <p:cNvPr id="41" name="ro2"/>
          <p:cNvSpPr txBox="1"/>
          <p:nvPr/>
        </p:nvSpPr>
        <p:spPr>
          <a:xfrm>
            <a:off x="952500" y="5448300"/>
            <a:ext cx="3175000" cy="711200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algn="l" indent="0" marL="0">
              <a:buNone/>
            </a:pPr>
            <a:r>
              <a:rPr lang="ru-RU" sz="5000" b="1" dirty="0">
                <a:solidFill>
                  <a:srgbClr val="E843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602</a:t>
            </a:r>
            <a:r>
              <a:rPr lang="ru-RU" sz="2100" b="1" dirty="0">
                <a:solidFill>
                  <a:srgbClr val="F5E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 порции</a:t>
            </a:r>
            <a:endParaRPr lang="ru-RU" sz="1600" dirty="0"/>
          </a:p>
        </p:txBody>
      </p:sp>
      <p:pic>
        <p:nvPicPr>
          <p:cNvPr id="42" name="bars15" descr="bars15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254500" y="5177790"/>
            <a:ext cx="1917700" cy="762000"/>
          </a:xfrm>
          <a:prstGeom prst="rect">
            <a:avLst/>
          </a:prstGeom>
        </p:spPr>
      </p:pic>
      <p:pic>
        <p:nvPicPr>
          <p:cNvPr id="43" name="bars1" descr="bars1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254500" y="5177790"/>
            <a:ext cx="1917700" cy="762000"/>
          </a:xfrm>
          <a:prstGeom prst="rect">
            <a:avLst/>
          </a:prstGeom>
        </p:spPr>
      </p:pic>
      <p:pic>
        <p:nvPicPr>
          <p:cNvPr id="44" name="bars2" descr="bars2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254500" y="5177790"/>
            <a:ext cx="1917700" cy="762000"/>
          </a:xfrm>
          <a:prstGeom prst="rect">
            <a:avLst/>
          </a:prstGeom>
        </p:spPr>
      </p:pic>
      <p:sp>
        <p:nvSpPr>
          <p:cNvPr id="45" name="sparkCap"/>
          <p:cNvSpPr txBox="1"/>
          <p:nvPr/>
        </p:nvSpPr>
        <p:spPr>
          <a:xfrm>
            <a:off x="4292600" y="5937250"/>
            <a:ext cx="190500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ru-RU" sz="1100" b="1" i="1" dirty="0">
                <a:solidFill>
                  <a:srgbClr val="A39D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</a:t>
            </a:r>
            <a:r>
              <a:rPr lang="ru-RU" sz="1100" b="1" i="1" baseline="-25000" dirty="0">
                <a:solidFill>
                  <a:srgbClr val="A39D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</a:t>
            </a:r>
            <a:r>
              <a:rPr lang="ru-RU" sz="1100" b="1" dirty="0">
                <a:solidFill>
                  <a:srgbClr val="A39D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, </a:t>
            </a:r>
            <a:r>
              <a:rPr lang="ru-RU" sz="1100" b="1" i="1" dirty="0">
                <a:solidFill>
                  <a:srgbClr val="A39D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</a:t>
            </a:r>
            <a:r>
              <a:rPr lang="ru-RU" sz="1100" b="1" dirty="0">
                <a:solidFill>
                  <a:srgbClr val="A39D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= 0…10</a:t>
            </a:r>
            <a:r>
              <a:rPr lang="ru-RU" sz="1000" b="1" dirty="0">
                <a:solidFill>
                  <a:srgbClr val="A39D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лог. шкала</a:t>
            </a:r>
            <a:endParaRPr lang="ru-RU" sz="1000" dirty="0"/>
          </a:p>
        </p:txBody>
      </p:sp>
      <p:sp>
        <p:nvSpPr>
          <p:cNvPr id="46" name="idealRing"/>
          <p:cNvSpPr/>
          <p:nvPr/>
        </p:nvSpPr>
        <p:spPr>
          <a:xfrm rot="-240000">
            <a:off x="6838950" y="3432175"/>
            <a:ext cx="4483735" cy="524510"/>
          </a:xfrm>
          <a:prstGeom prst="roundRect">
            <a:avLst>
              <a:gd name="adj" fmla="val 40097"/>
            </a:avLst>
          </a:prstGeom>
          <a:solidFill>
            <a:srgbClr val="17181B"/>
          </a:solidFill>
          <a:ln w="19050">
            <a:solidFill>
              <a:srgbClr val="D8C79F"/>
            </a:solidFill>
            <a:prstDash val="solid"/>
          </a:ln>
        </p:spPr>
      </p:sp>
      <p:sp>
        <p:nvSpPr>
          <p:cNvPr id="47" name="ideal"/>
          <p:cNvSpPr txBox="1"/>
          <p:nvPr/>
        </p:nvSpPr>
        <p:spPr>
          <a:xfrm rot="-240000">
            <a:off x="6886575" y="3479800"/>
            <a:ext cx="4388485" cy="429260"/>
          </a:xfrm>
          <a:prstGeom prst="roundRect">
            <a:avLst>
              <a:gd name="adj" fmla="val 38343"/>
            </a:avLst>
          </a:prstGeom>
          <a:solidFill>
            <a:srgbClr val="F6BB2A"/>
          </a:solidFill>
          <a:ln w="38100">
            <a:solidFill>
              <a:srgbClr val="17181B"/>
            </a:solidFill>
          </a:ln>
          <a:effectLst>
            <a:outerShdw sx="100000" sy="100000" kx="0" ky="0" algn="bl" rotWithShape="0" blurRad="76200" dist="50800" dir="5400000">
              <a:srgbClr val="000000">
                <a:alpha val="4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ru-RU" sz="1600" b="1" dirty="0">
                <a:solidFill>
                  <a:srgbClr val="1B181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В ПРИРОДЕ НЕ ВСТРЕЧАЕТСЯ</a:t>
            </a:r>
            <a:endParaRPr lang="ru-RU" sz="1600" dirty="0"/>
          </a:p>
        </p:txBody>
      </p:sp>
      <p:sp>
        <p:nvSpPr>
          <p:cNvPr id="48" name="peak"/>
          <p:cNvSpPr txBox="1"/>
          <p:nvPr/>
        </p:nvSpPr>
        <p:spPr>
          <a:xfrm rot="-240000">
            <a:off x="7975600" y="5321300"/>
            <a:ext cx="3594100" cy="520700"/>
          </a:xfrm>
          <a:prstGeom prst="roundRect">
            <a:avLst>
              <a:gd name="adj" fmla="val 17561"/>
            </a:avLst>
          </a:prstGeom>
          <a:solidFill>
            <a:srgbClr val="1B1814"/>
          </a:solidFill>
          <a:ln w="25400">
            <a:solidFill>
              <a:srgbClr val="CF9214"/>
            </a:solidFill>
          </a:ln>
          <a:effectLst>
            <a:outerShdw sx="100000" sy="100000" kx="0" ky="0" algn="bl" rotWithShape="0" blurRad="203200" dist="101600" dir="5400000">
              <a:srgbClr val="000000">
                <a:alpha val="50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ru-RU" sz="2000" b="1" dirty="0">
                <a:solidFill>
                  <a:srgbClr val="F6BB2A"/>
                </a:solidFill>
                <a:latin typeface="Segoe Print" pitchFamily="34" charset="0"/>
                <a:ea typeface="Segoe Print" pitchFamily="34" charset="-122"/>
                <a:cs typeface="Segoe Print" pitchFamily="34" charset="-120"/>
              </a:rPr>
              <a:t>вершина — где-то там </a:t>
            </a:r>
            <a:r>
              <a:rPr lang="ru-RU" sz="2000" b="1" dirty="0">
                <a:solidFill>
                  <a:srgbClr val="F6B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ru-RU" sz="2000" dirty="0"/>
          </a:p>
        </p:txBody>
      </p:sp>
      <p:pic>
        <p:nvPicPr>
          <p:cNvPr id="49" name="gmaUz" descr="gmaUz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388100" y="3327400"/>
            <a:ext cx="2146300" cy="3067050"/>
          </a:xfrm>
          <a:prstGeom prst="rect">
            <a:avLst/>
          </a:prstGeom>
        </p:spPr>
      </p:pic>
      <p:pic>
        <p:nvPicPr>
          <p:cNvPr id="50" name="gmaRu" descr="gmaRu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563100" y="3327400"/>
            <a:ext cx="2146300" cy="3067050"/>
          </a:xfrm>
          <a:prstGeom prst="rect">
            <a:avLst/>
          </a:prstGeom>
        </p:spPr>
      </p:pic>
      <p:sp>
        <p:nvSpPr>
          <p:cNvPr id="51" name="tagUz"/>
          <p:cNvSpPr txBox="1"/>
          <p:nvPr/>
        </p:nvSpPr>
        <p:spPr>
          <a:xfrm rot="-180000">
            <a:off x="6610350" y="3400425"/>
            <a:ext cx="1701165" cy="425450"/>
          </a:xfrm>
          <a:prstGeom prst="roundRect">
            <a:avLst>
              <a:gd name="adj" fmla="val 17194"/>
            </a:avLst>
          </a:prstGeom>
          <a:solidFill>
            <a:srgbClr val="F5EBD5"/>
          </a:solidFill>
          <a:ln w="25400">
            <a:solidFill>
              <a:srgbClr val="17181B"/>
            </a:solidFill>
          </a:ln>
          <a:effectLst>
            <a:outerShdw sx="100000" sy="100000" kx="0" ky="0" algn="bl" rotWithShape="0" blurRad="228600" dist="101600" dir="5400000">
              <a:srgbClr val="000000">
                <a:alpha val="40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ru-RU" sz="1400" b="1" dirty="0">
                <a:solidFill>
                  <a:srgbClr val="1B18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Ташкент: </a:t>
            </a:r>
            <a:r>
              <a:rPr lang="ru-RU" sz="1600" i="1" dirty="0">
                <a:solidFill>
                  <a:srgbClr val="B32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</a:t>
            </a:r>
            <a:r>
              <a:rPr lang="ru-RU" sz="1600" dirty="0">
                <a:solidFill>
                  <a:srgbClr val="B32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= 1,5</a:t>
            </a:r>
            <a:endParaRPr lang="ru-RU" sz="1400" dirty="0"/>
          </a:p>
        </p:txBody>
      </p:sp>
      <p:sp>
        <p:nvSpPr>
          <p:cNvPr id="52" name="tagRu"/>
          <p:cNvSpPr txBox="1"/>
          <p:nvPr/>
        </p:nvSpPr>
        <p:spPr>
          <a:xfrm rot="180000">
            <a:off x="9693275" y="3395345"/>
            <a:ext cx="1885950" cy="434975"/>
          </a:xfrm>
          <a:prstGeom prst="roundRect">
            <a:avLst>
              <a:gd name="adj" fmla="val 16818"/>
            </a:avLst>
          </a:prstGeom>
          <a:solidFill>
            <a:srgbClr val="F5EBD5"/>
          </a:solidFill>
          <a:ln w="25400">
            <a:solidFill>
              <a:srgbClr val="17181B"/>
            </a:solidFill>
          </a:ln>
          <a:effectLst>
            <a:outerShdw sx="100000" sy="100000" kx="0" ky="0" algn="bl" rotWithShape="0" blurRad="228600" dist="101600" dir="5400000">
              <a:srgbClr val="000000">
                <a:alpha val="40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ru-RU" sz="1400" b="1" dirty="0">
                <a:solidFill>
                  <a:srgbClr val="1B18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Петербург: </a:t>
            </a:r>
            <a:r>
              <a:rPr lang="ru-RU" sz="1600" i="1" dirty="0">
                <a:solidFill>
                  <a:srgbClr val="B32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</a:t>
            </a:r>
            <a:r>
              <a:rPr lang="ru-RU" sz="1600" dirty="0">
                <a:solidFill>
                  <a:srgbClr val="B32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= 1,5</a:t>
            </a:r>
            <a:endParaRPr lang="ru-RU" sz="1400" dirty="0"/>
          </a:p>
        </p:txBody>
      </p:sp>
      <p:pic>
        <p:nvPicPr>
          <p:cNvPr id="53" name="alertA" descr="alertA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950585" y="1071880"/>
            <a:ext cx="6241415" cy="2687320"/>
          </a:xfrm>
          <a:prstGeom prst="rect">
            <a:avLst/>
          </a:prstGeom>
        </p:spPr>
      </p:pic>
      <p:pic>
        <p:nvPicPr>
          <p:cNvPr id="54" name="alertB" descr="alertB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606540" y="1646555"/>
            <a:ext cx="4948555" cy="1537970"/>
          </a:xfrm>
          <a:prstGeom prst="rect">
            <a:avLst/>
          </a:prstGeom>
        </p:spPr>
      </p:pic>
      <p:sp>
        <p:nvSpPr>
          <p:cNvPr id="55" name="alertTA"/>
          <p:cNvSpPr txBox="1"/>
          <p:nvPr/>
        </p:nvSpPr>
        <p:spPr>
          <a:xfrm rot="-120000">
            <a:off x="7661910" y="1911985"/>
            <a:ext cx="3746500" cy="10001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80000"/>
              </a:lnSpc>
              <a:buNone/>
            </a:pPr>
            <a:r>
              <a:rPr lang="ru-RU" sz="2150" dirty="0">
                <a:solidFill>
                  <a:srgbClr val="F5EBD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КРИТИЧЕСКИЙ</a:t>
            </a:r>
            <a:endParaRPr lang="ru-RU" sz="2150" dirty="0"/>
          </a:p>
          <a:p>
            <a:pPr algn="l" indent="0" marL="0">
              <a:lnSpc>
                <a:spcPct val="80000"/>
              </a:lnSpc>
              <a:buNone/>
            </a:pPr>
            <a:r>
              <a:rPr lang="ru-RU" sz="2150" dirty="0">
                <a:solidFill>
                  <a:srgbClr val="F5EBD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УРОВЕНЬ</a:t>
            </a:r>
            <a:endParaRPr lang="ru-RU" sz="2150" dirty="0"/>
          </a:p>
          <a:p>
            <a:pPr algn="l" indent="0" marL="0">
              <a:lnSpc>
                <a:spcPct val="80000"/>
              </a:lnSpc>
              <a:buNone/>
            </a:pPr>
            <a:r>
              <a:rPr lang="ru-RU" sz="2150" dirty="0">
                <a:solidFill>
                  <a:srgbClr val="F5EBD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ГОСТЕПРИИМСТВА</a:t>
            </a:r>
            <a:endParaRPr lang="ru-RU" sz="2150" dirty="0"/>
          </a:p>
        </p:txBody>
      </p:sp>
      <p:sp>
        <p:nvSpPr>
          <p:cNvPr id="56" name="alertTB"/>
          <p:cNvSpPr txBox="1"/>
          <p:nvPr/>
        </p:nvSpPr>
        <p:spPr>
          <a:xfrm rot="-120000">
            <a:off x="7661910" y="1911985"/>
            <a:ext cx="3746500" cy="10001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80000"/>
              </a:lnSpc>
              <a:buNone/>
            </a:pPr>
            <a:r>
              <a:rPr lang="ru-RU" sz="2150" dirty="0">
                <a:solidFill>
                  <a:srgbClr val="F6B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КРИТИЧЕСКИЙ</a:t>
            </a:r>
            <a:endParaRPr lang="ru-RU" sz="2150" dirty="0"/>
          </a:p>
          <a:p>
            <a:pPr algn="l" indent="0" marL="0">
              <a:lnSpc>
                <a:spcPct val="80000"/>
              </a:lnSpc>
              <a:buNone/>
            </a:pPr>
            <a:r>
              <a:rPr lang="ru-RU" sz="2150" dirty="0">
                <a:solidFill>
                  <a:srgbClr val="F6B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УРОВЕНЬ</a:t>
            </a:r>
            <a:endParaRPr lang="ru-RU" sz="2150" dirty="0"/>
          </a:p>
          <a:p>
            <a:pPr algn="l" indent="0" marL="0">
              <a:lnSpc>
                <a:spcPct val="80000"/>
              </a:lnSpc>
              <a:buNone/>
            </a:pPr>
            <a:r>
              <a:rPr lang="ru-RU" sz="2150" dirty="0">
                <a:solidFill>
                  <a:srgbClr val="F6B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ГОСТЕПРИИМСТВА</a:t>
            </a:r>
            <a:endParaRPr lang="ru-RU" sz="2150" dirty="0"/>
          </a:p>
        </p:txBody>
      </p:sp>
      <p:pic>
        <p:nvPicPr>
          <p:cNvPr id="57" name="rays" descr="rays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880225" y="2235835"/>
            <a:ext cx="658495" cy="467360"/>
          </a:xfrm>
          <a:prstGeom prst="rect">
            <a:avLst/>
          </a:prstGeom>
        </p:spPr>
      </p:pic>
      <p:pic>
        <p:nvPicPr>
          <p:cNvPr id="58" name="siren" descr="siren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842760" y="2113915"/>
            <a:ext cx="734060" cy="734060"/>
          </a:xfrm>
          <a:prstGeom prst="rect">
            <a:avLst/>
          </a:prstGeom>
        </p:spPr>
      </p:pic>
      <p:sp>
        <p:nvSpPr>
          <p:cNvPr id="59" name="sos"/>
          <p:cNvSpPr txBox="1"/>
          <p:nvPr/>
        </p:nvSpPr>
        <p:spPr>
          <a:xfrm>
            <a:off x="7298690" y="3352800"/>
            <a:ext cx="3562985" cy="598170"/>
          </a:xfrm>
          <a:prstGeom prst="roundRect">
            <a:avLst>
              <a:gd name="adj" fmla="val 76433"/>
            </a:avLst>
          </a:prstGeom>
          <a:solidFill>
            <a:srgbClr val="E8432D"/>
          </a:solidFill>
          <a:ln/>
          <a:effectLst>
            <a:outerShdw sx="100000" sy="100000" kx="0" ky="0" algn="bl" rotWithShape="0" blurRad="6350" dist="57150" dir="5400000">
              <a:srgbClr val="7D1A0D">
                <a:alpha val="100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ru-RU" sz="1700" b="1" dirty="0">
                <a:solidFill>
                  <a:srgbClr val="F5EBD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АВАРИЙНЫЙ СБРОС</a:t>
            </a:r>
            <a:endParaRPr lang="ru-RU" sz="1700" dirty="0"/>
          </a:p>
        </p:txBody>
      </p:sp>
      <p:sp>
        <p:nvSpPr>
          <p:cNvPr id="60" name="stamp"/>
          <p:cNvSpPr txBox="1"/>
          <p:nvPr/>
        </p:nvSpPr>
        <p:spPr>
          <a:xfrm rot="-300000">
            <a:off x="6666230" y="1854200"/>
            <a:ext cx="4827905" cy="908050"/>
          </a:xfrm>
          <a:prstGeom prst="roundRect">
            <a:avLst>
              <a:gd name="adj" fmla="val 12084"/>
            </a:avLst>
          </a:prstGeom>
          <a:solidFill>
            <a:srgbClr val="17181B">
              <a:alpha val="90000"/>
            </a:srgbClr>
          </a:solidFill>
          <a:ln w="50800">
            <a:solidFill>
              <a:srgbClr val="F6BB2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82000"/>
              </a:lnSpc>
              <a:buNone/>
            </a:pPr>
            <a:r>
              <a:rPr lang="ru-RU" sz="2200" dirty="0">
                <a:solidFill>
                  <a:srgbClr val="F6B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МЕЖДУНАРОДНАЯ</a:t>
            </a:r>
            <a:endParaRPr lang="ru-RU" sz="2200" dirty="0"/>
          </a:p>
          <a:p>
            <a:pPr algn="ctr" indent="0" marL="0">
              <a:lnSpc>
                <a:spcPct val="82000"/>
              </a:lnSpc>
              <a:buNone/>
            </a:pPr>
            <a:r>
              <a:rPr lang="ru-RU" sz="2200" dirty="0">
                <a:solidFill>
                  <a:srgbClr val="F6B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НАУЧНАЯ КОНСТАНТА</a:t>
            </a:r>
            <a:endParaRPr lang="ru-RU" sz="2200" dirty="0"/>
          </a:p>
        </p:txBody>
      </p:sp>
      <p:sp>
        <p:nvSpPr>
          <p:cNvPr id="61" name="badgeC"/>
          <p:cNvSpPr txBox="1"/>
          <p:nvPr/>
        </p:nvSpPr>
        <p:spPr>
          <a:xfrm>
            <a:off x="10147935" y="1692275"/>
            <a:ext cx="927100" cy="215900"/>
          </a:xfrm>
          <a:prstGeom prst="roundRect">
            <a:avLst>
              <a:gd name="adj" fmla="val 211765"/>
            </a:avLst>
          </a:prstGeom>
          <a:solidFill>
            <a:srgbClr val="E8432D"/>
          </a:solidFill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ru-RU" sz="1000" b="1" spc="150" kern="0" dirty="0">
                <a:solidFill>
                  <a:srgbClr val="F5E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ШУТКА</a:t>
            </a:r>
            <a:endParaRPr lang="ru-RU" sz="1000" dirty="0"/>
          </a:p>
        </p:txBody>
      </p:sp>
      <p:sp>
        <p:nvSpPr>
          <p:cNvPr id="6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95000" y="6553200"/>
            <a:ext cx="6985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F5EBD5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b="1" lang="ru-RU"/>
              <a:t>8</a:t>
            </a:fld>
            <a:endParaRPr lang="ru-RU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22" presetClass="entr" presetSubtype="4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" dur="7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 vol="80000">
                                        <p:cTn id="6" display="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ndTgt r:embed="rId900" name="plop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0" presetClass="pat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196875 0 E" pathEditMode="relative">
                                      <p:cBhvr>
                                        <p:cTn id="10" dur="1000" fill="hold" accel="40000" decel="400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  <p:subTnLst>
                                    <p:audio>
                                      <p:cMediaNode vol="80000">
                                        <p:cTn id="11" display="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ndTgt r:embed="rId901" name="t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5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" dur="9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8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0" presetClass="exit" presetSubtype="0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2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1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53" presetClass="entr" presetSubtype="16" fill="hold" grpId="0" nodeType="withEffect">
                                  <p:stCondLst>
                                    <p:cond delay="82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w*1.14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h*1.14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2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xit" presetSubtype="0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2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199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53" presetClass="entr" presetSubtype="16" fill="hold" grpId="0" nodeType="withEffect">
                                  <p:stCondLst>
                                    <p:cond delay="82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45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w*1.14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45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h*1.14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225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xit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" dur="9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899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 vol="80000">
                                        <p:cTn id="34" display="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ndTgt r:embed="rId901" name="t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9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xit" presetSubtype="0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9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 vol="80000">
                                        <p:cTn id="44" display="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ndTgt r:embed="rId901" name="t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48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6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" presetClass="exit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53" presetClass="entr" presetSubtype="16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w*1.14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h*1.14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275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 vol="80000">
                                        <p:cTn id="58" display="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ndTgt r:embed="rId902" name="din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61" presetID="1" presetClass="exit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3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53" presetClass="entr" presetSubtype="16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5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w*1.14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5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h*1.14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" dur="275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53" presetClass="entr" presetSubtype="16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5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w*1.14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5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h*1.14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3" dur="275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141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0" presetClass="pat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196875 0 L 0 0 E" pathEditMode="relative">
                                      <p:cBhvr>
                                        <p:cTn id="77" dur="9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  <p:subTnLst>
                                    <p:audio>
                                      <p:cMediaNode vol="80000">
                                        <p:cTn id="78" display="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ndTgt r:embed="rId901" name="t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82" presetID="22" presetClass="entr" presetSubtype="8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1" dur="9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53" presetClass="exit" presetSubtype="16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83" dur="25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25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85" dur="25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2" presetID="53" presetClass="exit" presetSubtype="16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88" dur="25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9" dur="25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90" dur="25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4" presetID="1" presetClass="exit" presetSubtype="0" fill="hold" grpId="1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0" presetID="53" presetClass="entr" presetSubtype="16" fill="hold" grpId="1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6" dur="5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w*1.14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7" dur="5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h*1.14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8" dur="275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 vol="80000">
                                        <p:cTn id="99" display="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ndTgt r:embed="rId903" name="boin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02" presetID="1" presetClass="exit" presetSubtype="0" fill="hold" grpId="1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grpId="1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3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10" presetClass="exit" presetSubtype="0" fill="hold" grpId="1" nodeType="withEffect">
                                  <p:stCondLst>
                                    <p:cond delay="5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6" dur="2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1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53" presetClass="entr" presetSubtype="16" fill="hold" grpId="1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w*1.14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h*1.14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2" dur="2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xit" presetSubtype="0" fill="hold" grpId="1" nodeType="withEffect">
                                  <p:stCondLst>
                                    <p:cond delay="5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4" dur="2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199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53" presetClass="entr" presetSubtype="16" fill="hold" grpId="1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8" dur="45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w*1.14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9" dur="45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h*1.14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0" dur="225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2" dur="9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899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9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presetID="10" presetClass="exit" presetSubtype="0" fill="hold" grpId="1" nodeType="withEffect">
                                  <p:stCondLst>
                                    <p:cond delay="5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8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4" presetID="10" presetClass="entr" presetSubtype="0" fill="hold" grpId="1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 vol="80000">
                                        <p:cTn id="133" display="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ndTgt r:embed="rId901" name="t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37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5" dur="9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8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0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9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2" fill="hold">
                      <p:stCondLst>
                        <p:cond delay="indefinite"/>
                      </p:stCondLst>
                      <p:childTnLst>
                        <p:par>
                          <p:cTn id="349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0" presetClass="path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196875 0 E" pathEditMode="relative">
                                      <p:cBhvr>
                                        <p:cTn id="143" dur="13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  <p:subTnLst>
                                    <p:audio>
                                      <p:cMediaNode vol="80000">
                                        <p:cTn id="144" display="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ndTgt r:embed="rId901" name="t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4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7" dur="1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1" presetID="10" presetClass="exit" presetSubtype="0" fill="hold" grpId="2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9" dur="2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1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4" presetID="10" presetClass="exit" presetSubtype="0" fill="hold" grpId="2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2" dur="2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199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7" presetID="26" presetClass="emph" presetSubtype="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animScale>
                                      <p:cBhvr>
                                        <p:cTn id="155" dur="100" fill="hold" autoRev="1"/>
                                        <p:tgtEl>
                                          <p:spTgt spid="18"/>
                                        </p:tgtEl>
                                      </p:cBhvr>
                                      <p:by x="100500" y="100500"/>
                                    </p:animScale>
                                  </p:childTnLst>
                                  <p:subTnLst>
                                    <p:audio>
                                      <p:cMediaNode vol="80000">
                                        <p:cTn id="156" display="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ndTgt r:embed="rId901" name="t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60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8" dur="1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1299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2" dur="13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6" presetID="10" presetClass="exit" presetSubtype="0" fill="hold" grpId="2" nodeType="withEffect">
                                  <p:stCondLst>
                                    <p:cond delay="9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4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0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8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 vol="80000">
                                        <p:cTn id="169" display="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ndTgt r:embed="rId901" name="t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7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2" dur="1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5" presetID="1" presetClass="exit" presetSubtype="0" fill="hold" grpId="3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8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3" presetID="42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0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81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2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8" presetID="53" presetClass="entr" presetSubtype="16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w*1.14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h*1.14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7" dur="2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3" presetID="53" presetClass="entr" presetSubtype="16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0" dur="45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w*1.14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1" dur="45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h*1.14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2" dur="225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6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5" dur="2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2" presetID="53" presetClass="entr" presetSubtype="16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8" dur="45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w*1.14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9" dur="45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h*1.14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0" dur="225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 vol="80000">
                                        <p:cTn id="201" display="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ndTgt r:embed="rId904" name="alarm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207" presetID="53" presetClass="entr" presetSubtype="16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4" dur="45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w*1.14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5" dur="45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h*1.14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6" dur="225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2" presetID="53" presetClass="entr" presetSubtype="16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9" dur="45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w*1.14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0" dur="45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h*1.14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1" dur="225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7" presetID="53" presetClass="entr" presetSubtype="16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4" dur="45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w*1.14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5" dur="45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h*1.14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6" dur="225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9" presetID="8" presetClass="emph" presetSubtype="0" fill="hold" grpId="1" nodeType="withEffect">
                                  <p:stCondLst>
                                    <p:cond delay="1300"/>
                                  </p:stCondLst>
                                  <p:childTnLst>
                                    <p:animRot by="21600000">
                                      <p:cBhvr>
                                        <p:cTn id="218" dur="1000" fill="hold" repeatCount="indefinite"/>
                                        <p:tgtEl>
                                          <p:spTgt spid="5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24" presetID="42" presetClass="entr" presetSubtype="0" fill="hold" grpId="0" nodeType="withEffect">
                                  <p:stCondLst>
                                    <p:cond delay="1550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1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22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3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6" presetID="26" presetClass="emph" presetSubtype="0" fill="hold" grpId="1" nodeType="withEffect">
                                  <p:stCondLst>
                                    <p:cond delay="2100"/>
                                  </p:stCondLst>
                                  <p:childTnLst>
                                    <p:animScale>
                                      <p:cBhvr>
                                        <p:cTn id="225" dur="900" fill="hold" autoRev="1" repeatCount="indefinite"/>
                                        <p:tgtEl>
                                          <p:spTgt spid="59"/>
                                        </p:tgtEl>
                                      </p:cBhvr>
                                      <p:by x="104000" y="104000"/>
                                    </p:animScale>
                                  </p:childTnLst>
                                </p:cTn>
                              </p:par>
                              <p:par>
                                <p:cTn id="228" presetID="1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2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0" presetID="1" presetClass="exit" presetSubtype="0" fill="hold" grpId="1" nodeType="withEffect">
                                  <p:stCondLst>
                                    <p:cond delay="1550"/>
                                  </p:stCondLst>
                                  <p:childTnLst>
                                    <p:set>
                                      <p:cBhvr>
                                        <p:cTn id="2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2" presetID="1" presetClass="entr" presetSubtype="0" fill="hold" grpId="0" nodeType="withEffect">
                                  <p:stCondLst>
                                    <p:cond delay="1550"/>
                                  </p:stCondLst>
                                  <p:childTnLst>
                                    <p:set>
                                      <p:cBhvr>
                                        <p:cTn id="2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4" presetID="1" presetClass="exit" presetSubtype="0" fill="hold" grpId="1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2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6" presetID="1" presetClass="entr" presetSubtype="0" fill="hold" grpId="0" nodeType="withEffect">
                                  <p:stCondLst>
                                    <p:cond delay="1550"/>
                                  </p:stCondLst>
                                  <p:childTnLst>
                                    <p:set>
                                      <p:cBhvr>
                                        <p:cTn id="2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8" presetID="1" presetClass="exit" presetSubtype="0" fill="hold" grpId="1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2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0" presetID="1" presetClass="entr" presetSubtype="0" fill="hold" grpId="2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2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2" presetID="1" presetClass="exit" presetSubtype="0" fill="hold" grpId="3" nodeType="withEffect">
                                  <p:stCondLst>
                                    <p:cond delay="2050"/>
                                  </p:stCondLst>
                                  <p:childTnLst>
                                    <p:set>
                                      <p:cBhvr>
                                        <p:cTn id="2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4" presetID="1" presetClass="entr" presetSubtype="0" fill="hold" grpId="2" nodeType="withEffect">
                                  <p:stCondLst>
                                    <p:cond delay="2050"/>
                                  </p:stCondLst>
                                  <p:childTnLst>
                                    <p:set>
                                      <p:cBhvr>
                                        <p:cTn id="2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6" presetID="1" presetClass="exit" presetSubtype="0" fill="hold" grpId="3" nodeType="withEffect">
                                  <p:stCondLst>
                                    <p:cond delay="2300"/>
                                  </p:stCondLst>
                                  <p:childTnLst>
                                    <p:set>
                                      <p:cBhvr>
                                        <p:cTn id="2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8" presetID="1" presetClass="entr" presetSubtype="0" fill="hold" grpId="2" nodeType="withEffect">
                                  <p:stCondLst>
                                    <p:cond delay="2050"/>
                                  </p:stCondLst>
                                  <p:childTnLst>
                                    <p:set>
                                      <p:cBhvr>
                                        <p:cTn id="2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0" presetID="1" presetClass="exit" presetSubtype="0" fill="hold" grpId="3" nodeType="withEffect">
                                  <p:stCondLst>
                                    <p:cond delay="2300"/>
                                  </p:stCondLst>
                                  <p:childTnLst>
                                    <p:set>
                                      <p:cBhvr>
                                        <p:cTn id="2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2" presetID="1" presetClass="entr" presetSubtype="0" fill="hold" grpId="4" nodeType="withEffect">
                                  <p:stCondLst>
                                    <p:cond delay="2300"/>
                                  </p:stCondLst>
                                  <p:childTnLst>
                                    <p:set>
                                      <p:cBhvr>
                                        <p:cTn id="2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4" presetID="1" presetClass="exit" presetSubtype="0" fill="hold" grpId="5" nodeType="withEffect">
                                  <p:stCondLst>
                                    <p:cond delay="2550"/>
                                  </p:stCondLst>
                                  <p:childTnLst>
                                    <p:set>
                                      <p:cBhvr>
                                        <p:cTn id="2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6" presetID="1" presetClass="entr" presetSubtype="0" fill="hold" grpId="4" nodeType="withEffect">
                                  <p:stCondLst>
                                    <p:cond delay="2550"/>
                                  </p:stCondLst>
                                  <p:childTnLst>
                                    <p:set>
                                      <p:cBhvr>
                                        <p:cTn id="2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8" presetID="1" presetClass="exit" presetSubtype="0" fill="hold" grpId="5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2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0" presetID="1" presetClass="entr" presetSubtype="0" fill="hold" grpId="4" nodeType="withEffect">
                                  <p:stCondLst>
                                    <p:cond delay="2550"/>
                                  </p:stCondLst>
                                  <p:childTnLst>
                                    <p:set>
                                      <p:cBhvr>
                                        <p:cTn id="2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2" presetID="1" presetClass="exit" presetSubtype="0" fill="hold" grpId="5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2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4" presetID="1" presetClass="entr" presetSubtype="0" fill="hold" grpId="6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2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6" presetID="1" presetClass="exit" presetSubtype="0" fill="hold" grpId="7" nodeType="withEffect">
                                  <p:stCondLst>
                                    <p:cond delay="3050"/>
                                  </p:stCondLst>
                                  <p:childTnLst>
                                    <p:set>
                                      <p:cBhvr>
                                        <p:cTn id="2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8" presetID="1" presetClass="entr" presetSubtype="0" fill="hold" grpId="6" nodeType="withEffect">
                                  <p:stCondLst>
                                    <p:cond delay="3050"/>
                                  </p:stCondLst>
                                  <p:childTnLst>
                                    <p:set>
                                      <p:cBhvr>
                                        <p:cTn id="2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0" presetID="1" presetClass="exit" presetSubtype="0" fill="hold" grpId="7" nodeType="withEffect">
                                  <p:stCondLst>
                                    <p:cond delay="3300"/>
                                  </p:stCondLst>
                                  <p:childTnLst>
                                    <p:set>
                                      <p:cBhvr>
                                        <p:cTn id="2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2" presetID="1" presetClass="entr" presetSubtype="0" fill="hold" grpId="6" nodeType="withEffect">
                                  <p:stCondLst>
                                    <p:cond delay="3050"/>
                                  </p:stCondLst>
                                  <p:childTnLst>
                                    <p:set>
                                      <p:cBhvr>
                                        <p:cTn id="2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4" presetID="1" presetClass="exit" presetSubtype="0" fill="hold" grpId="7" nodeType="withEffect">
                                  <p:stCondLst>
                                    <p:cond delay="3300"/>
                                  </p:stCondLst>
                                  <p:childTnLst>
                                    <p:set>
                                      <p:cBhvr>
                                        <p:cTn id="2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6" presetID="1" presetClass="entr" presetSubtype="0" fill="hold" grpId="8" nodeType="withEffect">
                                  <p:stCondLst>
                                    <p:cond delay="3300"/>
                                  </p:stCondLst>
                                  <p:childTnLst>
                                    <p:set>
                                      <p:cBhvr>
                                        <p:cTn id="2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8" presetID="1" presetClass="exit" presetSubtype="0" fill="hold" grpId="9" nodeType="withEffect">
                                  <p:stCondLst>
                                    <p:cond delay="3550"/>
                                  </p:stCondLst>
                                  <p:childTnLst>
                                    <p:set>
                                      <p:cBhvr>
                                        <p:cTn id="2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0" presetID="1" presetClass="entr" presetSubtype="0" fill="hold" grpId="8" nodeType="withEffect">
                                  <p:stCondLst>
                                    <p:cond delay="3550"/>
                                  </p:stCondLst>
                                  <p:childTnLst>
                                    <p:set>
                                      <p:cBhvr>
                                        <p:cTn id="2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2" presetID="1" presetClass="exit" presetSubtype="0" fill="hold" grpId="9" nodeType="withEffect">
                                  <p:stCondLst>
                                    <p:cond delay="3800"/>
                                  </p:stCondLst>
                                  <p:childTnLst>
                                    <p:set>
                                      <p:cBhvr>
                                        <p:cTn id="2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4" presetID="1" presetClass="entr" presetSubtype="0" fill="hold" grpId="8" nodeType="withEffect">
                                  <p:stCondLst>
                                    <p:cond delay="3550"/>
                                  </p:stCondLst>
                                  <p:childTnLst>
                                    <p:set>
                                      <p:cBhvr>
                                        <p:cTn id="2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6" presetID="1" presetClass="exit" presetSubtype="0" fill="hold" grpId="9" nodeType="withEffect">
                                  <p:stCondLst>
                                    <p:cond delay="3800"/>
                                  </p:stCondLst>
                                  <p:childTnLst>
                                    <p:set>
                                      <p:cBhvr>
                                        <p:cTn id="2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8" presetID="1" presetClass="entr" presetSubtype="0" fill="hold" grpId="10" nodeType="withEffect">
                                  <p:stCondLst>
                                    <p:cond delay="3800"/>
                                  </p:stCondLst>
                                  <p:childTnLst>
                                    <p:set>
                                      <p:cBhvr>
                                        <p:cTn id="2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0" presetID="1" presetClass="exit" presetSubtype="0" fill="hold" grpId="11" nodeType="withEffect">
                                  <p:stCondLst>
                                    <p:cond delay="4050"/>
                                  </p:stCondLst>
                                  <p:childTnLst>
                                    <p:set>
                                      <p:cBhvr>
                                        <p:cTn id="2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2" presetID="1" presetClass="entr" presetSubtype="0" fill="hold" grpId="10" nodeType="withEffect">
                                  <p:stCondLst>
                                    <p:cond delay="4050"/>
                                  </p:stCondLst>
                                  <p:childTnLst>
                                    <p:set>
                                      <p:cBhvr>
                                        <p:cTn id="2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4" presetID="1" presetClass="exit" presetSubtype="0" fill="hold" grpId="11" nodeType="withEffect">
                                  <p:stCondLst>
                                    <p:cond delay="4300"/>
                                  </p:stCondLst>
                                  <p:childTnLst>
                                    <p:set>
                                      <p:cBhvr>
                                        <p:cTn id="2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6" presetID="1" presetClass="entr" presetSubtype="0" fill="hold" grpId="10" nodeType="withEffect">
                                  <p:stCondLst>
                                    <p:cond delay="4050"/>
                                  </p:stCondLst>
                                  <p:childTnLst>
                                    <p:set>
                                      <p:cBhvr>
                                        <p:cTn id="2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8" presetID="1" presetClass="exit" presetSubtype="0" fill="hold" grpId="11" nodeType="withEffect">
                                  <p:stCondLst>
                                    <p:cond delay="4300"/>
                                  </p:stCondLst>
                                  <p:childTnLst>
                                    <p:set>
                                      <p:cBhvr>
                                        <p:cTn id="2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0" presetID="1" presetClass="entr" presetSubtype="0" fill="hold" grpId="12" nodeType="withEffect">
                                  <p:stCondLst>
                                    <p:cond delay="4300"/>
                                  </p:stCondLst>
                                  <p:childTnLst>
                                    <p:set>
                                      <p:cBhvr>
                                        <p:cTn id="2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2" presetID="0" presetClass="emph" presetSubtype="0" fill="hold" grpId="1" nodeType="withEffect">
                                  <p:stCondLst>
                                    <p:cond delay="1300"/>
                                  </p:stCondLst>
                                  <p:childTnLst>
                                    <p:animMotion origin="layout" path="M 0 0 L 0.004 0 E" pathEditMode="relative">
                                      <p:cBhvr>
                                        <p:cTn id="301" dur="80" fill="hold" autoRev="1" repeatCount="30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04" presetID="0" presetClass="emph" presetSubtype="0" fill="hold" grpId="13" nodeType="withEffect">
                                  <p:stCondLst>
                                    <p:cond delay="1300"/>
                                  </p:stCondLst>
                                  <p:childTnLst>
                                    <p:animMotion origin="layout" path="M 0 0 L 0.004 0 E" pathEditMode="relative">
                                      <p:cBhvr>
                                        <p:cTn id="303" dur="80" fill="hold" autoRev="1" repeatCount="30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06" presetID="0" presetClass="emph" presetSubtype="0" fill="hold" grpId="1" nodeType="withEffect">
                                  <p:stCondLst>
                                    <p:cond delay="1300"/>
                                  </p:stCondLst>
                                  <p:childTnLst>
                                    <p:animMotion origin="layout" path="M 0 0 L 0.004 0 E" pathEditMode="relative">
                                      <p:cBhvr>
                                        <p:cTn id="305" dur="80" fill="hold" autoRev="1" repeatCount="3000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08" presetID="0" presetClass="emph" presetSubtype="0" fill="hold" grpId="12" nodeType="withEffect">
                                  <p:stCondLst>
                                    <p:cond delay="1300"/>
                                  </p:stCondLst>
                                  <p:childTnLst>
                                    <p:animMotion origin="layout" path="M 0 0 L 0.004 0 E" pathEditMode="relative">
                                      <p:cBhvr>
                                        <p:cTn id="307" dur="80" fill="hold" autoRev="1" repeatCount="3000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10" presetID="0" presetClass="emph" presetSubtype="0" fill="hold" grpId="1" nodeType="withEffect">
                                  <p:stCondLst>
                                    <p:cond delay="1300"/>
                                  </p:stCondLst>
                                  <p:childTnLst>
                                    <p:animMotion origin="layout" path="M 0 0 L 0.004 0 E" pathEditMode="relative">
                                      <p:cBhvr>
                                        <p:cTn id="309" dur="80" fill="hold" autoRev="1" repeatCount="3000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12" presetID="0" presetClass="emph" presetSubtype="0" fill="hold" grpId="12" nodeType="withEffect">
                                  <p:stCondLst>
                                    <p:cond delay="1300"/>
                                  </p:stCondLst>
                                  <p:childTnLst>
                                    <p:animMotion origin="layout" path="M 0 0 L 0.004 0 E" pathEditMode="relative">
                                      <p:cBhvr>
                                        <p:cTn id="311" dur="80" fill="hold" autoRev="1" repeatCount="3000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14" presetID="0" presetClass="emph" presetSubtype="0" fill="hold" grpId="2" nodeType="withEffect">
                                  <p:stCondLst>
                                    <p:cond delay="1300"/>
                                  </p:stCondLst>
                                  <p:childTnLst>
                                    <p:animMotion origin="layout" path="M 0 0 L 0.004 0 E" pathEditMode="relative">
                                      <p:cBhvr>
                                        <p:cTn id="313" dur="80" fill="hold" autoRev="1" repeatCount="3000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16" presetID="0" presetClass="emph" presetSubtype="0" fill="hold" grpId="1" nodeType="withEffect">
                                  <p:stCondLst>
                                    <p:cond delay="1300"/>
                                  </p:stCondLst>
                                  <p:childTnLst>
                                    <p:animMotion origin="layout" path="M 0 0 L 0.004 0 E" pathEditMode="relative">
                                      <p:cBhvr>
                                        <p:cTn id="315" dur="80" fill="hold" autoRev="1" repeatCount="3000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18" presetID="0" presetClass="emph" presetSubtype="0" fill="hold" grpId="2" nodeType="withEffect">
                                  <p:stCondLst>
                                    <p:cond delay="1820"/>
                                  </p:stCondLst>
                                  <p:childTnLst>
                                    <p:animMotion origin="layout" path="M 0 0 L 0.004 0 E" pathEditMode="relative">
                                      <p:cBhvr>
                                        <p:cTn id="317" dur="80" fill="hold" autoRev="1" repeatCount="30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20" presetID="0" presetClass="emph" presetSubtype="0" fill="hold" grpId="14" nodeType="withEffect">
                                  <p:stCondLst>
                                    <p:cond delay="1820"/>
                                  </p:stCondLst>
                                  <p:childTnLst>
                                    <p:animMotion origin="layout" path="M 0 0 L 0.004 0 E" pathEditMode="relative">
                                      <p:cBhvr>
                                        <p:cTn id="319" dur="80" fill="hold" autoRev="1" repeatCount="30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22" presetID="0" presetClass="emph" presetSubtype="0" fill="hold" grpId="2" nodeType="withEffect">
                                  <p:stCondLst>
                                    <p:cond delay="1820"/>
                                  </p:stCondLst>
                                  <p:childTnLst>
                                    <p:animMotion origin="layout" path="M 0 0 L 0.004 0 E" pathEditMode="relative">
                                      <p:cBhvr>
                                        <p:cTn id="321" dur="80" fill="hold" autoRev="1" repeatCount="3000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24" presetID="0" presetClass="emph" presetSubtype="0" fill="hold" grpId="13" nodeType="withEffect">
                                  <p:stCondLst>
                                    <p:cond delay="1820"/>
                                  </p:stCondLst>
                                  <p:childTnLst>
                                    <p:animMotion origin="layout" path="M 0 0 L 0.004 0 E" pathEditMode="relative">
                                      <p:cBhvr>
                                        <p:cTn id="323" dur="80" fill="hold" autoRev="1" repeatCount="3000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26" presetID="0" presetClass="emph" presetSubtype="0" fill="hold" grpId="2" nodeType="withEffect">
                                  <p:stCondLst>
                                    <p:cond delay="1820"/>
                                  </p:stCondLst>
                                  <p:childTnLst>
                                    <p:animMotion origin="layout" path="M 0 0 L 0.004 0 E" pathEditMode="relative">
                                      <p:cBhvr>
                                        <p:cTn id="325" dur="80" fill="hold" autoRev="1" repeatCount="3000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28" presetID="0" presetClass="emph" presetSubtype="0" fill="hold" grpId="13" nodeType="withEffect">
                                  <p:stCondLst>
                                    <p:cond delay="1820"/>
                                  </p:stCondLst>
                                  <p:childTnLst>
                                    <p:animMotion origin="layout" path="M 0 0 L 0.004 0 E" pathEditMode="relative">
                                      <p:cBhvr>
                                        <p:cTn id="327" dur="80" fill="hold" autoRev="1" repeatCount="3000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30" presetID="0" presetClass="emph" presetSubtype="0" fill="hold" grpId="3" nodeType="withEffect">
                                  <p:stCondLst>
                                    <p:cond delay="1820"/>
                                  </p:stCondLst>
                                  <p:childTnLst>
                                    <p:animMotion origin="layout" path="M 0 0 L 0.004 0 E" pathEditMode="relative">
                                      <p:cBhvr>
                                        <p:cTn id="329" dur="80" fill="hold" autoRev="1" repeatCount="3000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32" presetID="0" presetClass="emph" presetSubtype="0" fill="hold" grpId="2" nodeType="withEffect">
                                  <p:stCondLst>
                                    <p:cond delay="1820"/>
                                  </p:stCondLst>
                                  <p:childTnLst>
                                    <p:animMotion origin="layout" path="M 0 0 L 0.004 0 E" pathEditMode="relative">
                                      <p:cBhvr>
                                        <p:cTn id="331" dur="80" fill="hold" autoRev="1" repeatCount="3000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34" presetID="0" presetClass="emph" presetSubtype="0" fill="hold" grpId="3" nodeType="withEffect">
                                  <p:stCondLst>
                                    <p:cond delay="2340"/>
                                  </p:stCondLst>
                                  <p:childTnLst>
                                    <p:animMotion origin="layout" path="M 0 0 L 0.004 0 E" pathEditMode="relative">
                                      <p:cBhvr>
                                        <p:cTn id="333" dur="80" fill="hold" autoRev="1" repeatCount="30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36" presetID="0" presetClass="emph" presetSubtype="0" fill="hold" grpId="15" nodeType="withEffect">
                                  <p:stCondLst>
                                    <p:cond delay="2340"/>
                                  </p:stCondLst>
                                  <p:childTnLst>
                                    <p:animMotion origin="layout" path="M 0 0 L 0.004 0 E" pathEditMode="relative">
                                      <p:cBhvr>
                                        <p:cTn id="335" dur="80" fill="hold" autoRev="1" repeatCount="30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38" presetID="0" presetClass="emph" presetSubtype="0" fill="hold" grpId="3" nodeType="withEffect">
                                  <p:stCondLst>
                                    <p:cond delay="2340"/>
                                  </p:stCondLst>
                                  <p:childTnLst>
                                    <p:animMotion origin="layout" path="M 0 0 L 0.004 0 E" pathEditMode="relative">
                                      <p:cBhvr>
                                        <p:cTn id="337" dur="80" fill="hold" autoRev="1" repeatCount="3000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40" presetID="0" presetClass="emph" presetSubtype="0" fill="hold" grpId="14" nodeType="withEffect">
                                  <p:stCondLst>
                                    <p:cond delay="2340"/>
                                  </p:stCondLst>
                                  <p:childTnLst>
                                    <p:animMotion origin="layout" path="M 0 0 L 0.004 0 E" pathEditMode="relative">
                                      <p:cBhvr>
                                        <p:cTn id="339" dur="80" fill="hold" autoRev="1" repeatCount="3000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42" presetID="0" presetClass="emph" presetSubtype="0" fill="hold" grpId="3" nodeType="withEffect">
                                  <p:stCondLst>
                                    <p:cond delay="2340"/>
                                  </p:stCondLst>
                                  <p:childTnLst>
                                    <p:animMotion origin="layout" path="M 0 0 L 0.004 0 E" pathEditMode="relative">
                                      <p:cBhvr>
                                        <p:cTn id="341" dur="80" fill="hold" autoRev="1" repeatCount="3000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44" presetID="0" presetClass="emph" presetSubtype="0" fill="hold" grpId="14" nodeType="withEffect">
                                  <p:stCondLst>
                                    <p:cond delay="2340"/>
                                  </p:stCondLst>
                                  <p:childTnLst>
                                    <p:animMotion origin="layout" path="M 0 0 L 0.004 0 E" pathEditMode="relative">
                                      <p:cBhvr>
                                        <p:cTn id="343" dur="80" fill="hold" autoRev="1" repeatCount="3000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46" presetID="0" presetClass="emph" presetSubtype="0" fill="hold" grpId="4" nodeType="withEffect">
                                  <p:stCondLst>
                                    <p:cond delay="2340"/>
                                  </p:stCondLst>
                                  <p:childTnLst>
                                    <p:animMotion origin="layout" path="M 0 0 L 0.004 0 E" pathEditMode="relative">
                                      <p:cBhvr>
                                        <p:cTn id="345" dur="80" fill="hold" autoRev="1" repeatCount="3000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48" presetID="0" presetClass="emph" presetSubtype="0" fill="hold" grpId="3" nodeType="withEffect">
                                  <p:stCondLst>
                                    <p:cond delay="2340"/>
                                  </p:stCondLst>
                                  <p:childTnLst>
                                    <p:animMotion origin="layout" path="M 0 0 L 0.004 0 E" pathEditMode="relative">
                                      <p:cBhvr>
                                        <p:cTn id="347" dur="80" fill="hold" autoRev="1" repeatCount="3000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0" fill="hold">
                      <p:stCondLst>
                        <p:cond delay="indefinite"/>
                      </p:stCondLst>
                      <p:childTnLst>
                        <p:par>
                          <p:cTn id="466" fill="hold">
                            <p:stCondLst>
                              <p:cond delay="0"/>
                            </p:stCondLst>
                            <p:childTnLst>
                              <p:par>
                                <p:cTn id="354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1" dur="1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2" dur="1" fill="hold">
                                          <p:stCondLst>
                                            <p:cond delay="14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 vol="80000">
                                        <p:cTn id="353" display="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ndTgt r:embed="rId905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356" presetID="0" presetClass="path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96875 0 L 0 0 E" pathEditMode="relative">
                                      <p:cBhvr>
                                        <p:cTn id="355" dur="1100" fill="hold" accel="40000" decel="400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59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7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4" presetID="53" presetClass="exit" presetSubtype="16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60" dur="25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1" dur="25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362" dur="25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3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9" presetID="53" presetClass="exit" presetSubtype="16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65" dur="25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6" dur="25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367" dur="25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8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4" presetID="53" presetClass="exit" presetSubtype="16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70" dur="25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1" dur="25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372" dur="25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3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9" presetID="53" presetClass="exit" presetSubtype="16" fill="hold" grpId="5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75" dur="25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6" dur="25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377" dur="25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8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4" presetID="53" presetClass="exit" presetSubtype="16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80" dur="25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1" dur="25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382" dur="25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3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7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85" dur="3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0" presetID="10" presetClass="exit" presetSubtype="0" fill="hold" grpId="16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88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9" dur="1" fill="hold">
                                          <p:stCondLst>
                                            <p:cond delay="6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3" presetID="10" presetClass="exit" presetSubtype="0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91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2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6" presetID="10" presetClass="exit" presetSubtype="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94" dur="11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5" dur="1" fill="hold">
                                          <p:stCondLst>
                                            <p:cond delay="10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9" presetID="10" presetClass="entr" presetSubtype="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8" dur="11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2" presetID="10" presetClass="exit" presetSubtype="0" fill="hold" grpId="1" nodeType="withEffect">
                                  <p:stCondLst>
                                    <p:cond delay="7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00" dur="2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1" dur="1" fill="hold">
                                          <p:stCondLst>
                                            <p:cond delay="1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7" presetID="53" presetClass="entr" presetSubtype="16" fill="hold" grpId="3" nodeType="withEffect">
                                  <p:stCondLst>
                                    <p:cond delay="920"/>
                                  </p:stCondLst>
                                  <p:childTnLst>
                                    <p:set>
                                      <p:cBhvr>
                                        <p:cTn id="4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w*1.14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h*1.14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6" dur="2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0" presetID="10" presetClass="exit" presetSubtype="0" fill="hold" grpId="1" nodeType="withEffect">
                                  <p:stCondLst>
                                    <p:cond delay="7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08" dur="2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9" dur="1" fill="hold">
                                          <p:stCondLst>
                                            <p:cond delay="199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5" presetID="53" presetClass="entr" presetSubtype="16" fill="hold" grpId="3" nodeType="withEffect">
                                  <p:stCondLst>
                                    <p:cond delay="920"/>
                                  </p:stCondLst>
                                  <p:childTnLst>
                                    <p:set>
                                      <p:cBhvr>
                                        <p:cTn id="4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2" dur="45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w*1.14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3" dur="45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h*1.14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4" dur="225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8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6" dur="11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7" dur="1" fill="hold">
                                          <p:stCondLst>
                                            <p:cond delay="1099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1" presetID="10" presetClass="entr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0" dur="11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4" presetID="10" presetClass="exit" presetSubtype="0" fill="hold" grpId="1" nodeType="withEffect">
                                  <p:stCondLst>
                                    <p:cond delay="8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2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3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7" presetID="10" presetClass="entr" presetSubtype="0" fill="hold" grpId="3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4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6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3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9" dur="65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30" dur="65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1" dur="65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 vol="80000">
                                        <p:cTn id="432" display="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ndTgt r:embed="rId906" name="pop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439" presetID="42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4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5" dur="65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36" dur="65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7" dur="65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 vol="80000">
                                        <p:cTn id="438" display="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ndTgt r:embed="rId906" name="pop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444" presetID="53" presetClass="entr" presetSubtype="16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4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1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w*1.14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2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h*1.14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3" dur="25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9" presetID="53" presetClass="entr" presetSubtype="16" fill="hold" grpId="0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4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6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w*1.14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7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h*1.14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8" dur="25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5" presetID="53" presetClass="entr" presetSubtype="32" fill="hold" grpId="0" nodeType="withEffect">
                                  <p:stCondLst>
                                    <p:cond delay="1150"/>
                                  </p:stCondLst>
                                  <p:childTnLst>
                                    <p:set>
                                      <p:cBhvr>
                                        <p:cTn id="4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1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2.6"/>
                                          </p:val>
                                        </p:tav>
                                        <p:tav tm="70000">
                                          <p:val>
                                            <p:strVal val="#ppt_w*0.94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2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2.6"/>
                                          </p:val>
                                        </p:tav>
                                        <p:tav tm="70000">
                                          <p:val>
                                            <p:strVal val="#ppt_h*0.94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3" dur="225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 vol="80000">
                                        <p:cTn id="454" display="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ndTgt r:embed="rId907" name="stamp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460" presetID="53" presetClass="entr" presetSubtype="16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4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7" dur="45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w*1.14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8" dur="45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h*1.14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9" dur="225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3" presetID="26" presetClass="emph" presetSubtype="0" fill="hold" grpId="1" nodeType="withEffect">
                                  <p:stCondLst>
                                    <p:cond delay="1500"/>
                                  </p:stCondLst>
                                  <p:childTnLst>
                                    <p:animScale>
                                      <p:cBhvr>
                                        <p:cTn id="461" dur="250" fill="hold" autoRev="1"/>
                                        <p:tgtEl>
                                          <p:spTgt spid="49"/>
                                        </p:tgtEl>
                                      </p:cBhvr>
                                      <p:by x="106000" y="106000"/>
                                    </p:animScale>
                                  </p:childTnLst>
                                  <p:subTnLst>
                                    <p:audio>
                                      <p:cMediaNode vol="80000">
                                        <p:cTn id="462" display="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ndTgt r:embed="rId908" name="tad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465" presetID="26" presetClass="emph" presetSubtype="0" fill="hold" grpId="1" nodeType="withEffect">
                                  <p:stCondLst>
                                    <p:cond delay="1550"/>
                                  </p:stCondLst>
                                  <p:childTnLst>
                                    <p:animScale>
                                      <p:cBhvr>
                                        <p:cTn id="464" dur="250" fill="hold" autoRev="1"/>
                                        <p:tgtEl>
                                          <p:spTgt spid="50"/>
                                        </p:tgtEl>
                                      </p:cBhvr>
                                      <p:by x="106000" y="106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19" grpId="0" animBg="1"/>
      <p:bldP spid="15" grpId="0" animBg="1"/>
      <p:bldP spid="16" grpId="0" animBg="1"/>
      <p:bldP spid="39" grpId="0" animBg="1"/>
      <p:bldP spid="40" grpId="0" animBg="1"/>
      <p:bldP spid="34" grpId="0" animBg="1"/>
      <p:bldP spid="35" grpId="0" animBg="1"/>
      <p:bldP spid="36" grpId="0" animBg="1"/>
      <p:bldP spid="37" grpId="0" animBg="1"/>
      <p:bldP spid="46" grpId="0" animBg="1"/>
      <p:bldP spid="47" grpId="0" animBg="1"/>
      <p:bldP spid="21" grpId="1" animBg="1"/>
      <p:bldP spid="19" grpId="1" animBg="1"/>
      <p:bldP spid="46" grpId="1" animBg="1"/>
      <p:bldP spid="47" grpId="1" animBg="1"/>
      <p:bldP spid="35" grpId="1" animBg="1"/>
      <p:bldP spid="34" grpId="1" animBg="1"/>
      <p:bldP spid="37" grpId="1" animBg="1"/>
      <p:bldP spid="36" grpId="1" animBg="1"/>
      <p:bldP spid="16" grpId="1" animBg="1"/>
      <p:bldP spid="15" grpId="1" animBg="1"/>
      <p:bldP spid="40" grpId="1" animBg="1"/>
      <p:bldP spid="39" grpId="1" animBg="1"/>
      <p:bldP spid="21" grpId="2" animBg="1"/>
      <p:bldP spid="15" grpId="2" animBg="1"/>
      <p:bldP spid="39" grpId="2" animBg="1"/>
      <p:bldP spid="18" grpId="0" animBg="1"/>
      <p:bldP spid="7" grpId="0" animBg="1"/>
      <p:bldP spid="48" grpId="0" animBg="1"/>
      <p:bldP spid="17" grpId="0" animBg="1"/>
      <p:bldP spid="41" grpId="0" animBg="1"/>
      <p:bldP spid="22" grpId="0" animBg="1"/>
      <p:bldP spid="55" grpId="0" animBg="1"/>
      <p:bldP spid="59" grpId="0" animBg="1"/>
      <p:bldP spid="59" grpId="1" animBg="1"/>
      <p:bldP spid="56" grpId="0" animBg="1"/>
      <p:bldP spid="56" grpId="1" animBg="1"/>
      <p:bldP spid="56" grpId="2" animBg="1"/>
      <p:bldP spid="56" grpId="3" animBg="1"/>
      <p:bldP spid="56" grpId="4" animBg="1"/>
      <p:bldP spid="56" grpId="5" animBg="1"/>
      <p:bldP spid="56" grpId="6" animBg="1"/>
      <p:bldP spid="56" grpId="7" animBg="1"/>
      <p:bldP spid="56" grpId="8" animBg="1"/>
      <p:bldP spid="56" grpId="9" animBg="1"/>
      <p:bldP spid="56" grpId="10" animBg="1"/>
      <p:bldP spid="56" grpId="11" animBg="1"/>
      <p:bldP spid="55" grpId="1" animBg="1"/>
      <p:bldP spid="56" grpId="12" animBg="1"/>
      <p:bldP spid="55" grpId="2" animBg="1"/>
      <p:bldP spid="56" grpId="13" animBg="1"/>
      <p:bldP spid="55" grpId="3" animBg="1"/>
      <p:bldP spid="56" grpId="14" animBg="1"/>
      <p:bldP spid="22" grpId="1" animBg="1"/>
      <p:bldP spid="21" grpId="3" animBg="1"/>
      <p:bldP spid="55" grpId="4" animBg="1"/>
      <p:bldP spid="59" grpId="2" animBg="1"/>
      <p:bldP spid="48" grpId="1" animBg="1"/>
      <p:bldP spid="7" grpId="1" animBg="1"/>
      <p:bldP spid="17" grpId="1" animBg="1"/>
      <p:bldP spid="15" grpId="3" animBg="1"/>
      <p:bldP spid="41" grpId="1" animBg="1"/>
      <p:bldP spid="39" grpId="3" animBg="1"/>
      <p:bldP spid="51" grpId="0" animBg="1"/>
      <p:bldP spid="52" grpId="0" animBg="1"/>
      <p:bldP spid="60" grpId="0" animBg="1"/>
      <p:bldP spid="61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5"/>
          <p:cNvSpPr/>
          <p:nvPr>
            <p:ph idx="106" type="body" hasCustomPrompt="1"/>
          </p:nvPr>
        </p:nvSpPr>
        <p:spPr>
          <a:xfrm>
            <a:off x="698500" y="622300"/>
            <a:ext cx="88900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ru-RU" sz="1100" b="1" spc="350" kern="0" dirty="0">
                <a:solidFill>
                  <a:srgbClr val="F6B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МИНИ-ИГРА · ПОПРОБУЙ СБЕЖАТЬ</a:t>
            </a:r>
            <a:endParaRPr lang="ru-RU" sz="1100" dirty="0"/>
          </a:p>
        </p:txBody>
      </p:sp>
      <p:sp>
        <p:nvSpPr>
          <p:cNvPr id="3" name="Text 5"/>
          <p:cNvSpPr/>
          <p:nvPr>
            <p:ph idx="107" type="title" hasCustomPrompt="1"/>
          </p:nvPr>
        </p:nvSpPr>
        <p:spPr>
          <a:xfrm>
            <a:off x="698500" y="863600"/>
            <a:ext cx="10795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ru-RU" sz="3200" dirty="0">
                <a:solidFill>
                  <a:srgbClr val="F5EBD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Как выйти из узбекского застолья?</a:t>
            </a:r>
            <a:endParaRPr lang="ru-RU" sz="3200" dirty="0"/>
          </a:p>
        </p:txBody>
      </p:sp>
      <p:sp>
        <p:nvSpPr>
          <p:cNvPr id="4" name="Text 5"/>
          <p:cNvSpPr/>
          <p:nvPr>
            <p:ph idx="105" type="body" hasCustomPrompt="1"/>
          </p:nvPr>
        </p:nvSpPr>
        <p:spPr>
          <a:xfrm>
            <a:off x="1651000" y="6553200"/>
            <a:ext cx="4445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ru-RU" sz="950" b="1" spc="120" kern="0" dirty="0">
                <a:solidFill>
                  <a:srgbClr val="D8C7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МИНИ-ИГРА</a:t>
            </a:r>
            <a:endParaRPr lang="ru-RU" sz="950" dirty="0"/>
          </a:p>
        </p:txBody>
      </p:sp>
      <p:sp>
        <p:nvSpPr>
          <p:cNvPr id="5" name="sldNum"/>
          <p:cNvSpPr txBox="1"/>
          <p:nvPr/>
        </p:nvSpPr>
        <p:spPr>
          <a:xfrm>
            <a:off x="10795000" y="6553200"/>
            <a:ext cx="6985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ru-RU" sz="1100" b="1" dirty="0">
                <a:solidFill>
                  <a:srgbClr val="F5EBD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</a:t>
            </a:r>
            <a:endParaRPr lang="ru-RU" sz="1100" dirty="0"/>
          </a:p>
        </p:txBody>
      </p:sp>
      <p:pic>
        <p:nvPicPr>
          <p:cNvPr id="6" name="rug" descr="ru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35100" y="4876800"/>
            <a:ext cx="9067800" cy="533400"/>
          </a:xfrm>
          <a:prstGeom prst="rect">
            <a:avLst/>
          </a:prstGeom>
        </p:spPr>
      </p:pic>
      <p:pic>
        <p:nvPicPr>
          <p:cNvPr id="7" name="door" descr="door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79000" y="2012315"/>
            <a:ext cx="1968500" cy="3519170"/>
          </a:xfrm>
          <a:prstGeom prst="rect">
            <a:avLst/>
          </a:prstGeom>
        </p:spPr>
      </p:pic>
      <p:pic>
        <p:nvPicPr>
          <p:cNvPr id="8" name="doorOpen" descr="doorOpe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53880" y="2012315"/>
            <a:ext cx="2673350" cy="3844290"/>
          </a:xfrm>
          <a:prstGeom prst="rect">
            <a:avLst/>
          </a:prstGeom>
        </p:spPr>
      </p:pic>
      <p:pic>
        <p:nvPicPr>
          <p:cNvPr id="9" name="g0" descr="g0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40600" y="2032000"/>
            <a:ext cx="2108200" cy="3441700"/>
          </a:xfrm>
          <a:prstGeom prst="rect">
            <a:avLst/>
          </a:prstGeom>
        </p:spPr>
      </p:pic>
      <p:pic>
        <p:nvPicPr>
          <p:cNvPr id="10" name="g1" descr="g1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40600" y="2032000"/>
            <a:ext cx="2108200" cy="3441700"/>
          </a:xfrm>
          <a:prstGeom prst="rect">
            <a:avLst/>
          </a:prstGeom>
        </p:spPr>
      </p:pic>
      <p:pic>
        <p:nvPicPr>
          <p:cNvPr id="11" name="g2" descr="g2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40600" y="2032000"/>
            <a:ext cx="2108200" cy="3441700"/>
          </a:xfrm>
          <a:prstGeom prst="rect">
            <a:avLst/>
          </a:prstGeom>
        </p:spPr>
      </p:pic>
      <p:pic>
        <p:nvPicPr>
          <p:cNvPr id="12" name="g3" descr="g3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40600" y="2032000"/>
            <a:ext cx="2108200" cy="3441700"/>
          </a:xfrm>
          <a:prstGeom prst="rect">
            <a:avLst/>
          </a:prstGeom>
        </p:spPr>
      </p:pic>
      <p:pic>
        <p:nvPicPr>
          <p:cNvPr id="13" name="g4" descr="g4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40600" y="2032000"/>
            <a:ext cx="2108200" cy="3441700"/>
          </a:xfrm>
          <a:prstGeom prst="rect">
            <a:avLst/>
          </a:prstGeom>
        </p:spPr>
      </p:pic>
      <p:pic>
        <p:nvPicPr>
          <p:cNvPr id="14" name="table" descr="table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235200" y="1851660"/>
            <a:ext cx="5765800" cy="3507740"/>
          </a:xfrm>
          <a:prstGeom prst="rect">
            <a:avLst/>
          </a:prstGeom>
        </p:spPr>
      </p:pic>
      <p:pic>
        <p:nvPicPr>
          <p:cNvPr id="15" name="teapot" descr="teapot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689600" y="3288665"/>
            <a:ext cx="1320800" cy="1156335"/>
          </a:xfrm>
          <a:prstGeom prst="rect">
            <a:avLst/>
          </a:prstGeom>
        </p:spPr>
      </p:pic>
      <p:pic>
        <p:nvPicPr>
          <p:cNvPr id="16" name="piala" descr="piala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731000" y="3931920"/>
            <a:ext cx="914400" cy="678180"/>
          </a:xfrm>
          <a:prstGeom prst="rect">
            <a:avLst/>
          </a:prstGeom>
        </p:spPr>
      </p:pic>
      <p:pic>
        <p:nvPicPr>
          <p:cNvPr id="17" name="plate2" descr="plate2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844800" y="2200275"/>
            <a:ext cx="2095500" cy="2651125"/>
          </a:xfrm>
          <a:prstGeom prst="rect">
            <a:avLst/>
          </a:prstGeom>
        </p:spPr>
      </p:pic>
      <p:pic>
        <p:nvPicPr>
          <p:cNvPr id="18" name="clock" descr="clock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153285" y="3526155"/>
            <a:ext cx="1129030" cy="1172845"/>
          </a:xfrm>
          <a:prstGeom prst="rect">
            <a:avLst/>
          </a:prstGeom>
        </p:spPr>
      </p:pic>
      <p:pic>
        <p:nvPicPr>
          <p:cNvPr id="19" name="clockRing" descr="clockRi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153285" y="3526155"/>
            <a:ext cx="1129030" cy="1172845"/>
          </a:xfrm>
          <a:prstGeom prst="rect">
            <a:avLst/>
          </a:prstGeom>
        </p:spPr>
      </p:pic>
      <p:pic>
        <p:nvPicPr>
          <p:cNvPr id="20" name="thesis" descr="thesis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838700" y="3751580"/>
            <a:ext cx="2032000" cy="1036320"/>
          </a:xfrm>
          <a:prstGeom prst="rect">
            <a:avLst/>
          </a:prstGeom>
        </p:spPr>
      </p:pic>
      <p:pic>
        <p:nvPicPr>
          <p:cNvPr id="21" name="plate3" descr="plate3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914900" y="2153285"/>
            <a:ext cx="1841500" cy="2304415"/>
          </a:xfrm>
          <a:prstGeom prst="rect">
            <a:avLst/>
          </a:prstGeom>
        </p:spPr>
      </p:pic>
      <p:pic>
        <p:nvPicPr>
          <p:cNvPr id="22" name="gma0" descr="gma0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330200" y="2057400"/>
            <a:ext cx="2489200" cy="3454400"/>
          </a:xfrm>
          <a:prstGeom prst="rect">
            <a:avLst/>
          </a:prstGeom>
        </p:spPr>
      </p:pic>
      <p:pic>
        <p:nvPicPr>
          <p:cNvPr id="23" name="gmaTA" descr="gmaTA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330200" y="2057400"/>
            <a:ext cx="2489200" cy="3454400"/>
          </a:xfrm>
          <a:prstGeom prst="rect">
            <a:avLst/>
          </a:prstGeom>
        </p:spPr>
      </p:pic>
      <p:pic>
        <p:nvPicPr>
          <p:cNvPr id="24" name="gmaA" descr="gmaA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330200" y="2057400"/>
            <a:ext cx="2489200" cy="3454400"/>
          </a:xfrm>
          <a:prstGeom prst="rect">
            <a:avLst/>
          </a:prstGeom>
        </p:spPr>
      </p:pic>
      <p:pic>
        <p:nvPicPr>
          <p:cNvPr id="25" name="gmaTB" descr="gmaTB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330200" y="2057400"/>
            <a:ext cx="2489200" cy="3454400"/>
          </a:xfrm>
          <a:prstGeom prst="rect">
            <a:avLst/>
          </a:prstGeom>
        </p:spPr>
      </p:pic>
      <p:pic>
        <p:nvPicPr>
          <p:cNvPr id="26" name="gmaB" descr="gmaB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330200" y="2057400"/>
            <a:ext cx="2489200" cy="3454400"/>
          </a:xfrm>
          <a:prstGeom prst="rect">
            <a:avLst/>
          </a:prstGeom>
        </p:spPr>
      </p:pic>
      <p:pic>
        <p:nvPicPr>
          <p:cNvPr id="27" name="gmaTC" descr="gmaTC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330200" y="2057400"/>
            <a:ext cx="2489200" cy="3454400"/>
          </a:xfrm>
          <a:prstGeom prst="rect">
            <a:avLst/>
          </a:prstGeom>
        </p:spPr>
      </p:pic>
      <p:pic>
        <p:nvPicPr>
          <p:cNvPr id="28" name="gmaC" descr="gmaC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330200" y="2057400"/>
            <a:ext cx="2489200" cy="3454400"/>
          </a:xfrm>
          <a:prstGeom prst="rect">
            <a:avLst/>
          </a:prstGeom>
        </p:spPr>
      </p:pic>
      <p:pic>
        <p:nvPicPr>
          <p:cNvPr id="29" name="gmaF" descr="gmaF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330200" y="2057400"/>
            <a:ext cx="2489200" cy="3454400"/>
          </a:xfrm>
          <a:prstGeom prst="rect">
            <a:avLst/>
          </a:prstGeom>
        </p:spPr>
      </p:pic>
      <p:pic>
        <p:nvPicPr>
          <p:cNvPr id="30" name="bub0" descr="bub0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2082800" y="1092200"/>
            <a:ext cx="2987675" cy="2109470"/>
          </a:xfrm>
          <a:prstGeom prst="rect">
            <a:avLst/>
          </a:prstGeom>
        </p:spPr>
      </p:pic>
      <p:sp>
        <p:nvSpPr>
          <p:cNvPr id="31" name="bub0T"/>
          <p:cNvSpPr txBox="1"/>
          <p:nvPr/>
        </p:nvSpPr>
        <p:spPr>
          <a:xfrm>
            <a:off x="2946400" y="1574800"/>
            <a:ext cx="1666875" cy="6362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0000"/>
              </a:lnSpc>
              <a:buNone/>
            </a:pPr>
            <a:r>
              <a:rPr lang="ru-RU" sz="2100" b="1" dirty="0">
                <a:solidFill>
                  <a:srgbClr val="B32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Oling, oling!</a:t>
            </a:r>
            <a:endParaRPr lang="ru-RU" sz="2100" dirty="0"/>
          </a:p>
          <a:p>
            <a:pPr algn="l" indent="0" marL="0">
              <a:lnSpc>
                <a:spcPct val="90000"/>
              </a:lnSpc>
              <a:buNone/>
            </a:pPr>
            <a:r>
              <a:rPr lang="ru-RU" sz="1400" b="1" dirty="0">
                <a:solidFill>
                  <a:srgbClr val="4A4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«Берите, берите!»</a:t>
            </a:r>
            <a:endParaRPr lang="ru-RU" sz="2100" dirty="0"/>
          </a:p>
        </p:txBody>
      </p:sp>
      <p:pic>
        <p:nvPicPr>
          <p:cNvPr id="32" name="bubA" descr="bubA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2082800" y="1092200"/>
            <a:ext cx="4368800" cy="2160270"/>
          </a:xfrm>
          <a:prstGeom prst="rect">
            <a:avLst/>
          </a:prstGeom>
        </p:spPr>
      </p:pic>
      <p:sp>
        <p:nvSpPr>
          <p:cNvPr id="33" name="bubAT"/>
          <p:cNvSpPr txBox="1"/>
          <p:nvPr/>
        </p:nvSpPr>
        <p:spPr>
          <a:xfrm>
            <a:off x="2946400" y="1574800"/>
            <a:ext cx="3048000" cy="6870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0000"/>
              </a:lnSpc>
              <a:buNone/>
            </a:pPr>
            <a:r>
              <a:rPr lang="ru-RU" sz="2100" b="1" dirty="0">
                <a:solidFill>
                  <a:srgbClr val="1B18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Значит, тебе</a:t>
            </a:r>
            <a:endParaRPr lang="ru-RU" sz="2100" dirty="0"/>
          </a:p>
          <a:p>
            <a:pPr algn="l" indent="0" marL="0">
              <a:lnSpc>
                <a:spcPct val="90000"/>
              </a:lnSpc>
              <a:buNone/>
            </a:pPr>
            <a:r>
              <a:rPr lang="ru-RU" sz="2100" b="1" dirty="0">
                <a:solidFill>
                  <a:srgbClr val="1B18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ещё и чай нужен!</a:t>
            </a:r>
            <a:endParaRPr lang="ru-RU" sz="2100" dirty="0"/>
          </a:p>
        </p:txBody>
      </p:sp>
      <p:pic>
        <p:nvPicPr>
          <p:cNvPr id="34" name="bubB" descr="bubB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2082800" y="1092200"/>
            <a:ext cx="4368800" cy="2160270"/>
          </a:xfrm>
          <a:prstGeom prst="rect">
            <a:avLst/>
          </a:prstGeom>
        </p:spPr>
      </p:pic>
      <p:sp>
        <p:nvSpPr>
          <p:cNvPr id="35" name="bubBT"/>
          <p:cNvSpPr txBox="1"/>
          <p:nvPr/>
        </p:nvSpPr>
        <p:spPr>
          <a:xfrm>
            <a:off x="2946400" y="1574800"/>
            <a:ext cx="3048000" cy="6870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0000"/>
              </a:lnSpc>
              <a:buNone/>
            </a:pPr>
            <a:r>
              <a:rPr lang="ru-RU" sz="2100" b="1" dirty="0">
                <a:solidFill>
                  <a:srgbClr val="1B18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Вот и поешь, чтобы</a:t>
            </a:r>
            <a:endParaRPr lang="ru-RU" sz="2100" dirty="0"/>
          </a:p>
          <a:p>
            <a:pPr algn="l" indent="0" marL="0">
              <a:lnSpc>
                <a:spcPct val="90000"/>
              </a:lnSpc>
              <a:buNone/>
            </a:pPr>
            <a:r>
              <a:rPr lang="ru-RU" sz="2100" b="1" dirty="0">
                <a:solidFill>
                  <a:srgbClr val="1B18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завтра силы были!</a:t>
            </a:r>
            <a:endParaRPr lang="ru-RU" sz="2100" dirty="0"/>
          </a:p>
        </p:txBody>
      </p:sp>
      <p:pic>
        <p:nvPicPr>
          <p:cNvPr id="36" name="bubC" descr="bubC">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2082800" y="1092200"/>
            <a:ext cx="4368800" cy="2719705"/>
          </a:xfrm>
          <a:prstGeom prst="rect">
            <a:avLst/>
          </a:prstGeom>
        </p:spPr>
      </p:pic>
      <p:sp>
        <p:nvSpPr>
          <p:cNvPr id="37" name="bubCT"/>
          <p:cNvSpPr txBox="1"/>
          <p:nvPr/>
        </p:nvSpPr>
        <p:spPr>
          <a:xfrm>
            <a:off x="2946400" y="1574800"/>
            <a:ext cx="3048000" cy="12465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0000"/>
              </a:lnSpc>
              <a:buNone/>
            </a:pPr>
            <a:r>
              <a:rPr lang="ru-RU" sz="2100" b="1" dirty="0">
                <a:solidFill>
                  <a:srgbClr val="1B18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Сначала поешь</a:t>
            </a:r>
            <a:endParaRPr lang="ru-RU" sz="2100" dirty="0"/>
          </a:p>
          <a:p>
            <a:pPr algn="l" indent="0" marL="0">
              <a:lnSpc>
                <a:spcPct val="90000"/>
              </a:lnSpc>
              <a:buNone/>
            </a:pPr>
            <a:r>
              <a:rPr lang="ru-RU" sz="2100" b="1" dirty="0">
                <a:solidFill>
                  <a:srgbClr val="1B18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нормально.</a:t>
            </a:r>
            <a:endParaRPr lang="ru-RU" sz="2100" dirty="0"/>
          </a:p>
          <a:p>
            <a:pPr algn="l" indent="0" marL="0">
              <a:lnSpc>
                <a:spcPct val="90000"/>
              </a:lnSpc>
              <a:buNone/>
            </a:pPr>
            <a:r>
              <a:rPr lang="ru-RU" sz="2100" b="1" dirty="0">
                <a:solidFill>
                  <a:srgbClr val="1B18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Потом занимайся</a:t>
            </a:r>
            <a:endParaRPr lang="ru-RU" sz="2100" dirty="0"/>
          </a:p>
          <a:p>
            <a:pPr algn="l" indent="0" marL="0">
              <a:lnSpc>
                <a:spcPct val="90000"/>
              </a:lnSpc>
              <a:buNone/>
            </a:pPr>
            <a:r>
              <a:rPr lang="ru-RU" sz="2100" b="1" dirty="0">
                <a:solidFill>
                  <a:srgbClr val="1B18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своей наукой!</a:t>
            </a:r>
            <a:endParaRPr lang="ru-RU" sz="2100" dirty="0"/>
          </a:p>
        </p:txBody>
      </p:sp>
      <p:pic>
        <p:nvPicPr>
          <p:cNvPr id="38" name="box" descr="box">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2565400" y="1206500"/>
            <a:ext cx="1828800" cy="1657350"/>
          </a:xfrm>
          <a:prstGeom prst="rect">
            <a:avLst/>
          </a:prstGeom>
        </p:spPr>
      </p:pic>
      <p:sp>
        <p:nvSpPr>
          <p:cNvPr id="39" name="prize"/>
          <p:cNvSpPr txBox="1"/>
          <p:nvPr/>
        </p:nvSpPr>
        <p:spPr>
          <a:xfrm rot="300000">
            <a:off x="4114800" y="1689100"/>
            <a:ext cx="2414270" cy="635000"/>
          </a:xfrm>
          <a:prstGeom prst="roundRect">
            <a:avLst>
              <a:gd name="adj" fmla="val 14000"/>
            </a:avLst>
          </a:prstGeom>
          <a:solidFill>
            <a:srgbClr val="F6BB2A"/>
          </a:solidFill>
          <a:ln w="38100">
            <a:solidFill>
              <a:srgbClr val="17181B"/>
            </a:solidFill>
          </a:ln>
          <a:effectLst>
            <a:outerShdw sx="100000" sy="100000" kx="0" ky="0" algn="bl" rotWithShape="0" blurRad="190500" dist="114300" dir="5400000">
              <a:srgbClr val="000000">
                <a:alpha val="40000"/>
              </a:srgbClr>
            </a:outerShdw>
          </a:effectLst>
        </p:spPr>
        <p:txBody>
          <a:bodyPr wrap="none" lIns="139700" tIns="50800" rIns="50800" bIns="5080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ru-RU" sz="1150" b="1" spc="160" kern="0" dirty="0">
                <a:solidFill>
                  <a:srgbClr val="1B18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УТЕШИТЕЛЬНЫЙ ПРИЗ:</a:t>
            </a:r>
            <a:endParaRPr lang="ru-RU" sz="1600" dirty="0"/>
          </a:p>
          <a:p>
            <a:pPr algn="l" indent="0" marL="0">
              <a:lnSpc>
                <a:spcPct val="95000"/>
              </a:lnSpc>
              <a:buNone/>
            </a:pPr>
            <a:r>
              <a:rPr lang="ru-RU" sz="1900" dirty="0">
                <a:solidFill>
                  <a:srgbClr val="1B181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плов с собой</a:t>
            </a:r>
            <a:endParaRPr lang="ru-RU" sz="1600" dirty="0"/>
          </a:p>
        </p:txBody>
      </p:sp>
      <p:pic>
        <p:nvPicPr>
          <p:cNvPr id="40" name="confetti" descr="confetti">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1066800" y="190500"/>
            <a:ext cx="4826000" cy="3810000"/>
          </a:xfrm>
          <a:prstGeom prst="rect">
            <a:avLst/>
          </a:prstGeom>
        </p:spPr>
      </p:pic>
      <p:sp>
        <p:nvSpPr>
          <p:cNvPr id="41" name="hud"/>
          <p:cNvSpPr/>
          <p:nvPr/>
        </p:nvSpPr>
        <p:spPr>
          <a:xfrm>
            <a:off x="8509000" y="1498600"/>
            <a:ext cx="2984500" cy="723900"/>
          </a:xfrm>
          <a:prstGeom prst="roundRect">
            <a:avLst>
              <a:gd name="adj" fmla="val 19298"/>
            </a:avLst>
          </a:prstGeom>
          <a:solidFill>
            <a:srgbClr val="26292E"/>
          </a:solidFill>
          <a:ln w="12700">
            <a:solidFill>
              <a:srgbClr val="3A3E45"/>
            </a:solidFill>
            <a:prstDash val="solid"/>
          </a:ln>
          <a:effectLst>
            <a:outerShdw sx="100000" sy="100000" kx="0" ky="0" algn="bl" rotWithShape="0" blurRad="254000" dist="127000" dir="5400000">
              <a:srgbClr val="000000">
                <a:alpha val="40000"/>
              </a:srgbClr>
            </a:outerShdw>
          </a:effectLst>
        </p:spPr>
      </p:sp>
      <p:sp>
        <p:nvSpPr>
          <p:cNvPr id="42" name="hudZero"/>
          <p:cNvSpPr/>
          <p:nvPr/>
        </p:nvSpPr>
        <p:spPr>
          <a:xfrm>
            <a:off x="8509000" y="1498600"/>
            <a:ext cx="2984500" cy="723900"/>
          </a:xfrm>
          <a:prstGeom prst="roundRect">
            <a:avLst>
              <a:gd name="adj" fmla="val 19298"/>
            </a:avLst>
          </a:prstGeom>
          <a:ln w="19050">
            <a:solidFill>
              <a:srgbClr val="E8432D"/>
            </a:solidFill>
            <a:prstDash val="solid"/>
          </a:ln>
          <a:effectLst>
            <a:outerShdw sx="100000" sy="100000" kx="0" ky="0" algn="bl" rotWithShape="0" blurRad="228600" dist="50800" dir="5400000">
              <a:srgbClr val="E8432D">
                <a:alpha val="60000"/>
              </a:srgbClr>
            </a:outerShdw>
          </a:effectLst>
        </p:spPr>
      </p:sp>
      <p:sp>
        <p:nvSpPr>
          <p:cNvPr id="43" name="hudLabel"/>
          <p:cNvSpPr txBox="1"/>
          <p:nvPr/>
        </p:nvSpPr>
        <p:spPr>
          <a:xfrm>
            <a:off x="8648700" y="1663700"/>
            <a:ext cx="1778000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ru-RU" sz="1000" b="1" spc="160" kern="0" dirty="0">
                <a:solidFill>
                  <a:srgbClr val="E9DC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ВЕРОЯТНОСТЬ ПОБЕГА</a:t>
            </a:r>
            <a:endParaRPr lang="ru-RU" sz="1000" dirty="0"/>
          </a:p>
        </p:txBody>
      </p:sp>
      <p:sp>
        <p:nvSpPr>
          <p:cNvPr id="44" name="n100"/>
          <p:cNvSpPr txBox="1"/>
          <p:nvPr/>
        </p:nvSpPr>
        <p:spPr>
          <a:xfrm>
            <a:off x="10401300" y="1676400"/>
            <a:ext cx="952500" cy="444500"/>
          </a:xfrm>
          <a:prstGeom prst="rect">
            <a:avLst/>
          </a:prstGeom>
          <a:solidFill>
            <a:srgbClr val="26292E"/>
          </a:solidFill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ru-RU" sz="2800" b="1" dirty="0">
                <a:solidFill>
                  <a:srgbClr val="F6B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100%</a:t>
            </a:r>
            <a:endParaRPr lang="ru-RU" sz="2800" dirty="0"/>
          </a:p>
        </p:txBody>
      </p:sp>
      <p:sp>
        <p:nvSpPr>
          <p:cNvPr id="45" name="n60"/>
          <p:cNvSpPr txBox="1"/>
          <p:nvPr/>
        </p:nvSpPr>
        <p:spPr>
          <a:xfrm>
            <a:off x="10401300" y="1676400"/>
            <a:ext cx="952500" cy="444500"/>
          </a:xfrm>
          <a:prstGeom prst="rect">
            <a:avLst/>
          </a:prstGeom>
          <a:solidFill>
            <a:srgbClr val="26292E"/>
          </a:solidFill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ru-RU" sz="2800" b="1" dirty="0">
                <a:solidFill>
                  <a:srgbClr val="F6B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60%</a:t>
            </a:r>
            <a:endParaRPr lang="ru-RU" sz="2800" dirty="0"/>
          </a:p>
        </p:txBody>
      </p:sp>
      <p:sp>
        <p:nvSpPr>
          <p:cNvPr id="46" name="n25"/>
          <p:cNvSpPr txBox="1"/>
          <p:nvPr/>
        </p:nvSpPr>
        <p:spPr>
          <a:xfrm>
            <a:off x="10401300" y="1676400"/>
            <a:ext cx="952500" cy="444500"/>
          </a:xfrm>
          <a:prstGeom prst="rect">
            <a:avLst/>
          </a:prstGeom>
          <a:solidFill>
            <a:srgbClr val="26292E"/>
          </a:solidFill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ru-RU" sz="2800" b="1" dirty="0">
                <a:solidFill>
                  <a:srgbClr val="FF8A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25%</a:t>
            </a:r>
            <a:endParaRPr lang="ru-RU" sz="2800" dirty="0"/>
          </a:p>
        </p:txBody>
      </p:sp>
      <p:sp>
        <p:nvSpPr>
          <p:cNvPr id="47" name="n5"/>
          <p:cNvSpPr txBox="1"/>
          <p:nvPr/>
        </p:nvSpPr>
        <p:spPr>
          <a:xfrm>
            <a:off x="10401300" y="1676400"/>
            <a:ext cx="952500" cy="444500"/>
          </a:xfrm>
          <a:prstGeom prst="rect">
            <a:avLst/>
          </a:prstGeom>
          <a:solidFill>
            <a:srgbClr val="26292E"/>
          </a:solidFill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ru-RU" sz="2800" b="1" dirty="0">
                <a:solidFill>
                  <a:srgbClr val="E843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5%</a:t>
            </a:r>
            <a:endParaRPr lang="ru-RU" sz="2800" dirty="0"/>
          </a:p>
        </p:txBody>
      </p:sp>
      <p:sp>
        <p:nvSpPr>
          <p:cNvPr id="48" name="n0"/>
          <p:cNvSpPr txBox="1"/>
          <p:nvPr/>
        </p:nvSpPr>
        <p:spPr>
          <a:xfrm>
            <a:off x="10401300" y="1676400"/>
            <a:ext cx="952500" cy="444500"/>
          </a:xfrm>
          <a:prstGeom prst="rect">
            <a:avLst/>
          </a:prstGeom>
          <a:solidFill>
            <a:srgbClr val="26292E"/>
          </a:solidFill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ru-RU" sz="2800" b="1" dirty="0">
                <a:solidFill>
                  <a:srgbClr val="E843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0%</a:t>
            </a:r>
            <a:endParaRPr lang="ru-RU" sz="2800" dirty="0"/>
          </a:p>
        </p:txBody>
      </p:sp>
      <p:pic>
        <p:nvPicPr>
          <p:cNvPr id="49" name="bar100" descr="bar100">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8636000" y="1917700"/>
            <a:ext cx="1724660" cy="203200"/>
          </a:xfrm>
          <a:prstGeom prst="rect">
            <a:avLst/>
          </a:prstGeom>
        </p:spPr>
      </p:pic>
      <p:pic>
        <p:nvPicPr>
          <p:cNvPr id="50" name="bar60" descr="bar60">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8636000" y="1917700"/>
            <a:ext cx="1724660" cy="203200"/>
          </a:xfrm>
          <a:prstGeom prst="rect">
            <a:avLst/>
          </a:prstGeom>
        </p:spPr>
      </p:pic>
      <p:pic>
        <p:nvPicPr>
          <p:cNvPr id="51" name="bar25" descr="bar25">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8636000" y="1917700"/>
            <a:ext cx="1724660" cy="203200"/>
          </a:xfrm>
          <a:prstGeom prst="rect">
            <a:avLst/>
          </a:prstGeom>
        </p:spPr>
      </p:pic>
      <p:pic>
        <p:nvPicPr>
          <p:cNvPr id="52" name="bar5" descr="bar5">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8636000" y="1917700"/>
            <a:ext cx="1724660" cy="203200"/>
          </a:xfrm>
          <a:prstGeom prst="rect">
            <a:avLst/>
          </a:prstGeom>
        </p:spPr>
      </p:pic>
      <p:pic>
        <p:nvPicPr>
          <p:cNvPr id="53" name="bar0" descr="bar0">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8636000" y="1917700"/>
            <a:ext cx="1724660" cy="203200"/>
          </a:xfrm>
          <a:prstGeom prst="rect">
            <a:avLst/>
          </a:prstGeom>
        </p:spPr>
      </p:pic>
      <p:sp>
        <p:nvSpPr>
          <p:cNvPr id="54" name="hudBadge"/>
          <p:cNvSpPr txBox="1"/>
          <p:nvPr/>
        </p:nvSpPr>
        <p:spPr>
          <a:xfrm>
            <a:off x="9448800" y="1397000"/>
            <a:ext cx="1905000" cy="215900"/>
          </a:xfrm>
          <a:prstGeom prst="roundRect">
            <a:avLst>
              <a:gd name="adj" fmla="val 211765"/>
            </a:avLst>
          </a:prstGeom>
          <a:solidFill>
            <a:srgbClr val="E8432D"/>
          </a:solidFill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ru-RU" sz="1000" b="1" spc="150" kern="0" dirty="0">
                <a:solidFill>
                  <a:srgbClr val="F5E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ШУТОЧНАЯ МОДЕЛЬ</a:t>
            </a:r>
            <a:endParaRPr lang="ru-RU" sz="1000" dirty="0"/>
          </a:p>
        </p:txBody>
      </p:sp>
      <p:sp>
        <p:nvSpPr>
          <p:cNvPr id="55" name="face1"/>
          <p:cNvSpPr txBox="1"/>
          <p:nvPr/>
        </p:nvSpPr>
        <p:spPr>
          <a:xfrm>
            <a:off x="698500" y="5410200"/>
            <a:ext cx="3107055" cy="749300"/>
          </a:xfrm>
          <a:prstGeom prst="roundRect">
            <a:avLst>
              <a:gd name="adj" fmla="val 22034"/>
            </a:avLst>
          </a:prstGeom>
          <a:solidFill>
            <a:srgbClr val="F5EBD5"/>
          </a:solidFill>
          <a:ln/>
          <a:effectLst>
            <a:outerShdw sx="100000" sy="100000" kx="0" ky="0" algn="bl" rotWithShape="0" blurRad="6350" dist="57150" dir="5400000">
              <a:srgbClr val="D8C79F">
                <a:alpha val="100000"/>
              </a:srgbClr>
            </a:outerShdw>
          </a:effectLst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ru-RU" sz="1600" dirty="0"/>
          </a:p>
        </p:txBody>
      </p:sp>
      <p:sp>
        <p:nvSpPr>
          <p:cNvPr id="56" name="ch1"/>
          <p:cNvSpPr txBox="1"/>
          <p:nvPr/>
        </p:nvSpPr>
        <p:spPr>
          <a:xfrm>
            <a:off x="698500" y="5410200"/>
            <a:ext cx="3107055" cy="749300"/>
          </a:xfrm>
          <a:prstGeom prst="roundRect">
            <a:avLst>
              <a:gd name="adj" fmla="val 22034"/>
            </a:avLst>
          </a:prstGeom>
          <a:solidFill>
            <a:srgbClr val="F6BB2A"/>
          </a:solidFill>
          <a:ln w="31750">
            <a:solidFill>
              <a:srgbClr val="F5EBD5"/>
            </a:solidFill>
          </a:ln>
          <a:effectLst>
            <a:outerShdw sx="100000" sy="100000" kx="0" ky="0" algn="bl" rotWithShape="0" blurRad="6350" dist="57150" dir="5400000">
              <a:srgbClr val="CF9214">
                <a:alpha val="100000"/>
              </a:srgbClr>
            </a:outerShdw>
          </a:effectLst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ru-RU" sz="1600" dirty="0"/>
          </a:p>
        </p:txBody>
      </p:sp>
      <p:sp>
        <p:nvSpPr>
          <p:cNvPr id="57" name="let1"/>
          <p:cNvSpPr txBox="1"/>
          <p:nvPr/>
        </p:nvSpPr>
        <p:spPr>
          <a:xfrm>
            <a:off x="825500" y="5537200"/>
            <a:ext cx="495300" cy="495300"/>
          </a:xfrm>
          <a:prstGeom prst="roundRect">
            <a:avLst>
              <a:gd name="adj" fmla="val 50000"/>
            </a:avLst>
          </a:prstGeom>
          <a:solidFill>
            <a:srgbClr val="1B1814"/>
          </a:solidFill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ru-RU" sz="2000" dirty="0">
                <a:solidFill>
                  <a:srgbClr val="F6B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А</a:t>
            </a:r>
            <a:endParaRPr lang="ru-RU" sz="2000" dirty="0"/>
          </a:p>
        </p:txBody>
      </p:sp>
      <p:sp>
        <p:nvSpPr>
          <p:cNvPr id="58" name="lab1"/>
          <p:cNvSpPr txBox="1"/>
          <p:nvPr/>
        </p:nvSpPr>
        <p:spPr>
          <a:xfrm>
            <a:off x="1447800" y="5410200"/>
            <a:ext cx="2306955" cy="749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92000"/>
              </a:lnSpc>
              <a:buNone/>
            </a:pPr>
            <a:r>
              <a:rPr lang="ru-RU" sz="1700" b="1" dirty="0">
                <a:solidFill>
                  <a:srgbClr val="1B18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Спасибо,</a:t>
            </a:r>
            <a:endParaRPr lang="ru-RU" sz="1700" dirty="0"/>
          </a:p>
          <a:p>
            <a:pPr algn="l" indent="0" marL="0">
              <a:lnSpc>
                <a:spcPct val="92000"/>
              </a:lnSpc>
              <a:buNone/>
            </a:pPr>
            <a:r>
              <a:rPr lang="ru-RU" sz="1700" b="1" dirty="0">
                <a:solidFill>
                  <a:srgbClr val="1B18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 уже наелся</a:t>
            </a:r>
            <a:endParaRPr lang="ru-RU" sz="1700" dirty="0"/>
          </a:p>
        </p:txBody>
      </p:sp>
      <p:sp>
        <p:nvSpPr>
          <p:cNvPr id="59" name="used1"/>
          <p:cNvSpPr/>
          <p:nvPr/>
        </p:nvSpPr>
        <p:spPr>
          <a:xfrm>
            <a:off x="698500" y="5461000"/>
            <a:ext cx="3107055" cy="749300"/>
          </a:xfrm>
          <a:prstGeom prst="roundRect">
            <a:avLst>
              <a:gd name="adj" fmla="val 22034"/>
            </a:avLst>
          </a:prstGeom>
          <a:solidFill>
            <a:srgbClr val="26292E"/>
          </a:solidFill>
          <a:ln w="19050">
            <a:solidFill>
              <a:srgbClr val="3A3E45"/>
            </a:solidFill>
            <a:prstDash val="solid"/>
          </a:ln>
        </p:spPr>
      </p:sp>
      <p:sp>
        <p:nvSpPr>
          <p:cNvPr id="60" name="usedT1"/>
          <p:cNvSpPr txBox="1"/>
          <p:nvPr/>
        </p:nvSpPr>
        <p:spPr>
          <a:xfrm>
            <a:off x="1447800" y="5461000"/>
            <a:ext cx="2306955" cy="749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92000"/>
              </a:lnSpc>
              <a:buNone/>
            </a:pPr>
            <a:r>
              <a:rPr lang="ru-RU" sz="1700" b="1" dirty="0">
                <a:solidFill>
                  <a:srgbClr val="A39D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Спасибо,</a:t>
            </a:r>
            <a:endParaRPr lang="ru-RU" sz="1700" dirty="0"/>
          </a:p>
          <a:p>
            <a:pPr algn="l" indent="0" marL="0">
              <a:lnSpc>
                <a:spcPct val="92000"/>
              </a:lnSpc>
              <a:buNone/>
            </a:pPr>
            <a:r>
              <a:rPr lang="ru-RU" sz="1700" b="1" dirty="0">
                <a:solidFill>
                  <a:srgbClr val="A39D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 уже наелся</a:t>
            </a:r>
            <a:endParaRPr lang="ru-RU" sz="1700" dirty="0"/>
          </a:p>
        </p:txBody>
      </p:sp>
      <p:sp>
        <p:nvSpPr>
          <p:cNvPr id="61" name="strike10"/>
          <p:cNvSpPr/>
          <p:nvPr/>
        </p:nvSpPr>
        <p:spPr>
          <a:xfrm>
            <a:off x="1435100" y="5714899"/>
            <a:ext cx="857250" cy="31750"/>
          </a:xfrm>
          <a:prstGeom prst="roundRect">
            <a:avLst>
              <a:gd name="adj" fmla="val 50000"/>
            </a:avLst>
          </a:prstGeom>
          <a:solidFill>
            <a:srgbClr val="E8432D"/>
          </a:solidFill>
          <a:ln/>
        </p:spPr>
      </p:sp>
      <p:sp>
        <p:nvSpPr>
          <p:cNvPr id="62" name="strike11"/>
          <p:cNvSpPr/>
          <p:nvPr/>
        </p:nvSpPr>
        <p:spPr>
          <a:xfrm>
            <a:off x="1435100" y="5953253"/>
            <a:ext cx="1238250" cy="31750"/>
          </a:xfrm>
          <a:prstGeom prst="roundRect">
            <a:avLst>
              <a:gd name="adj" fmla="val 50000"/>
            </a:avLst>
          </a:prstGeom>
          <a:solidFill>
            <a:srgbClr val="E8432D"/>
          </a:solidFill>
          <a:ln/>
        </p:spPr>
      </p:sp>
      <p:sp>
        <p:nvSpPr>
          <p:cNvPr id="63" name="usedC1"/>
          <p:cNvSpPr/>
          <p:nvPr/>
        </p:nvSpPr>
        <p:spPr>
          <a:xfrm>
            <a:off x="825500" y="5588000"/>
            <a:ext cx="495300" cy="495300"/>
          </a:xfrm>
          <a:prstGeom prst="ellipse">
            <a:avLst/>
          </a:prstGeom>
          <a:solidFill>
            <a:srgbClr val="E8432D"/>
          </a:solidFill>
          <a:ln/>
        </p:spPr>
      </p:sp>
      <p:sp>
        <p:nvSpPr>
          <p:cNvPr id="64" name="usedX10"/>
          <p:cNvSpPr/>
          <p:nvPr/>
        </p:nvSpPr>
        <p:spPr>
          <a:xfrm rot="2700000">
            <a:off x="958850" y="5807075"/>
            <a:ext cx="228600" cy="57150"/>
          </a:xfrm>
          <a:prstGeom prst="roundRect">
            <a:avLst>
              <a:gd name="adj" fmla="val 50000"/>
            </a:avLst>
          </a:prstGeom>
          <a:solidFill>
            <a:srgbClr val="F5EBD5"/>
          </a:solidFill>
          <a:ln/>
        </p:spPr>
      </p:sp>
      <p:sp>
        <p:nvSpPr>
          <p:cNvPr id="65" name="usedX11"/>
          <p:cNvSpPr/>
          <p:nvPr/>
        </p:nvSpPr>
        <p:spPr>
          <a:xfrm rot="-2700000">
            <a:off x="958850" y="5807075"/>
            <a:ext cx="228600" cy="57150"/>
          </a:xfrm>
          <a:prstGeom prst="roundRect">
            <a:avLst>
              <a:gd name="adj" fmla="val 50000"/>
            </a:avLst>
          </a:prstGeom>
          <a:solidFill>
            <a:srgbClr val="F5EBD5"/>
          </a:solidFill>
          <a:ln/>
        </p:spPr>
      </p:sp>
      <p:sp>
        <p:nvSpPr>
          <p:cNvPr id="66" name="face2"/>
          <p:cNvSpPr txBox="1"/>
          <p:nvPr/>
        </p:nvSpPr>
        <p:spPr>
          <a:xfrm>
            <a:off x="3983355" y="5410200"/>
            <a:ext cx="3107055" cy="749300"/>
          </a:xfrm>
          <a:prstGeom prst="roundRect">
            <a:avLst>
              <a:gd name="adj" fmla="val 22034"/>
            </a:avLst>
          </a:prstGeom>
          <a:solidFill>
            <a:srgbClr val="F5EBD5"/>
          </a:solidFill>
          <a:ln/>
          <a:effectLst>
            <a:outerShdw sx="100000" sy="100000" kx="0" ky="0" algn="bl" rotWithShape="0" blurRad="6350" dist="57150" dir="5400000">
              <a:srgbClr val="D8C79F">
                <a:alpha val="100000"/>
              </a:srgbClr>
            </a:outerShdw>
          </a:effectLst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ru-RU" sz="1600" dirty="0"/>
          </a:p>
        </p:txBody>
      </p:sp>
      <p:sp>
        <p:nvSpPr>
          <p:cNvPr id="67" name="ch2"/>
          <p:cNvSpPr txBox="1"/>
          <p:nvPr/>
        </p:nvSpPr>
        <p:spPr>
          <a:xfrm>
            <a:off x="3983355" y="5410200"/>
            <a:ext cx="3107055" cy="749300"/>
          </a:xfrm>
          <a:prstGeom prst="roundRect">
            <a:avLst>
              <a:gd name="adj" fmla="val 22034"/>
            </a:avLst>
          </a:prstGeom>
          <a:solidFill>
            <a:srgbClr val="F6BB2A"/>
          </a:solidFill>
          <a:ln w="31750">
            <a:solidFill>
              <a:srgbClr val="F5EBD5"/>
            </a:solidFill>
          </a:ln>
          <a:effectLst>
            <a:outerShdw sx="100000" sy="100000" kx="0" ky="0" algn="bl" rotWithShape="0" blurRad="6350" dist="57150" dir="5400000">
              <a:srgbClr val="CF9214">
                <a:alpha val="100000"/>
              </a:srgbClr>
            </a:outerShdw>
          </a:effectLst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ru-RU" sz="1600" dirty="0"/>
          </a:p>
        </p:txBody>
      </p:sp>
      <p:sp>
        <p:nvSpPr>
          <p:cNvPr id="68" name="let2"/>
          <p:cNvSpPr txBox="1"/>
          <p:nvPr/>
        </p:nvSpPr>
        <p:spPr>
          <a:xfrm>
            <a:off x="4110355" y="5537200"/>
            <a:ext cx="495300" cy="495300"/>
          </a:xfrm>
          <a:prstGeom prst="roundRect">
            <a:avLst>
              <a:gd name="adj" fmla="val 50000"/>
            </a:avLst>
          </a:prstGeom>
          <a:solidFill>
            <a:srgbClr val="1B1814"/>
          </a:solidFill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ru-RU" sz="2000" dirty="0">
                <a:solidFill>
                  <a:srgbClr val="F6B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Б</a:t>
            </a:r>
            <a:endParaRPr lang="ru-RU" sz="2000" dirty="0"/>
          </a:p>
        </p:txBody>
      </p:sp>
      <p:sp>
        <p:nvSpPr>
          <p:cNvPr id="69" name="lab2"/>
          <p:cNvSpPr txBox="1"/>
          <p:nvPr/>
        </p:nvSpPr>
        <p:spPr>
          <a:xfrm>
            <a:off x="4732655" y="5410200"/>
            <a:ext cx="2306955" cy="749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92000"/>
              </a:lnSpc>
              <a:buNone/>
            </a:pPr>
            <a:r>
              <a:rPr lang="ru-RU" sz="1700" b="1" dirty="0">
                <a:solidFill>
                  <a:srgbClr val="1B18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Мне завтра</a:t>
            </a:r>
            <a:endParaRPr lang="ru-RU" sz="1700" dirty="0"/>
          </a:p>
          <a:p>
            <a:pPr algn="l" indent="0" marL="0">
              <a:lnSpc>
                <a:spcPct val="92000"/>
              </a:lnSpc>
              <a:buNone/>
            </a:pPr>
            <a:r>
              <a:rPr lang="ru-RU" sz="1700" b="1" dirty="0">
                <a:solidFill>
                  <a:srgbClr val="1B18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рано вставать</a:t>
            </a:r>
            <a:endParaRPr lang="ru-RU" sz="1700" dirty="0"/>
          </a:p>
        </p:txBody>
      </p:sp>
      <p:sp>
        <p:nvSpPr>
          <p:cNvPr id="70" name="used2"/>
          <p:cNvSpPr/>
          <p:nvPr/>
        </p:nvSpPr>
        <p:spPr>
          <a:xfrm>
            <a:off x="3983355" y="5461000"/>
            <a:ext cx="3107055" cy="749300"/>
          </a:xfrm>
          <a:prstGeom prst="roundRect">
            <a:avLst>
              <a:gd name="adj" fmla="val 22034"/>
            </a:avLst>
          </a:prstGeom>
          <a:solidFill>
            <a:srgbClr val="26292E"/>
          </a:solidFill>
          <a:ln w="19050">
            <a:solidFill>
              <a:srgbClr val="3A3E45"/>
            </a:solidFill>
            <a:prstDash val="solid"/>
          </a:ln>
        </p:spPr>
      </p:sp>
      <p:sp>
        <p:nvSpPr>
          <p:cNvPr id="71" name="usedT2"/>
          <p:cNvSpPr txBox="1"/>
          <p:nvPr/>
        </p:nvSpPr>
        <p:spPr>
          <a:xfrm>
            <a:off x="4732655" y="5461000"/>
            <a:ext cx="2306955" cy="749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92000"/>
              </a:lnSpc>
              <a:buNone/>
            </a:pPr>
            <a:r>
              <a:rPr lang="ru-RU" sz="1700" b="1" dirty="0">
                <a:solidFill>
                  <a:srgbClr val="A39D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Мне завтра</a:t>
            </a:r>
            <a:endParaRPr lang="ru-RU" sz="1700" dirty="0"/>
          </a:p>
          <a:p>
            <a:pPr algn="l" indent="0" marL="0">
              <a:lnSpc>
                <a:spcPct val="92000"/>
              </a:lnSpc>
              <a:buNone/>
            </a:pPr>
            <a:r>
              <a:rPr lang="ru-RU" sz="1700" b="1" dirty="0">
                <a:solidFill>
                  <a:srgbClr val="A39D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рано вставать</a:t>
            </a:r>
            <a:endParaRPr lang="ru-RU" sz="1700" dirty="0"/>
          </a:p>
        </p:txBody>
      </p:sp>
      <p:sp>
        <p:nvSpPr>
          <p:cNvPr id="72" name="strike20"/>
          <p:cNvSpPr/>
          <p:nvPr/>
        </p:nvSpPr>
        <p:spPr>
          <a:xfrm>
            <a:off x="4719955" y="5714899"/>
            <a:ext cx="1104900" cy="31750"/>
          </a:xfrm>
          <a:prstGeom prst="roundRect">
            <a:avLst>
              <a:gd name="adj" fmla="val 50000"/>
            </a:avLst>
          </a:prstGeom>
          <a:solidFill>
            <a:srgbClr val="E8432D"/>
          </a:solidFill>
          <a:ln/>
        </p:spPr>
      </p:sp>
      <p:sp>
        <p:nvSpPr>
          <p:cNvPr id="73" name="strike21"/>
          <p:cNvSpPr/>
          <p:nvPr/>
        </p:nvSpPr>
        <p:spPr>
          <a:xfrm>
            <a:off x="4719955" y="5953253"/>
            <a:ext cx="1320800" cy="31750"/>
          </a:xfrm>
          <a:prstGeom prst="roundRect">
            <a:avLst>
              <a:gd name="adj" fmla="val 50000"/>
            </a:avLst>
          </a:prstGeom>
          <a:solidFill>
            <a:srgbClr val="E8432D"/>
          </a:solidFill>
          <a:ln/>
        </p:spPr>
      </p:sp>
      <p:sp>
        <p:nvSpPr>
          <p:cNvPr id="74" name="usedC2"/>
          <p:cNvSpPr/>
          <p:nvPr/>
        </p:nvSpPr>
        <p:spPr>
          <a:xfrm>
            <a:off x="4110355" y="5588000"/>
            <a:ext cx="495300" cy="495300"/>
          </a:xfrm>
          <a:prstGeom prst="ellipse">
            <a:avLst/>
          </a:prstGeom>
          <a:solidFill>
            <a:srgbClr val="E8432D"/>
          </a:solidFill>
          <a:ln/>
        </p:spPr>
      </p:sp>
      <p:sp>
        <p:nvSpPr>
          <p:cNvPr id="75" name="usedX20"/>
          <p:cNvSpPr/>
          <p:nvPr/>
        </p:nvSpPr>
        <p:spPr>
          <a:xfrm rot="2700000">
            <a:off x="4243705" y="5807075"/>
            <a:ext cx="228600" cy="57150"/>
          </a:xfrm>
          <a:prstGeom prst="roundRect">
            <a:avLst>
              <a:gd name="adj" fmla="val 50000"/>
            </a:avLst>
          </a:prstGeom>
          <a:solidFill>
            <a:srgbClr val="F5EBD5"/>
          </a:solidFill>
          <a:ln/>
        </p:spPr>
      </p:sp>
      <p:sp>
        <p:nvSpPr>
          <p:cNvPr id="76" name="usedX21"/>
          <p:cNvSpPr/>
          <p:nvPr/>
        </p:nvSpPr>
        <p:spPr>
          <a:xfrm rot="-2700000">
            <a:off x="4243705" y="5807075"/>
            <a:ext cx="228600" cy="57150"/>
          </a:xfrm>
          <a:prstGeom prst="roundRect">
            <a:avLst>
              <a:gd name="adj" fmla="val 50000"/>
            </a:avLst>
          </a:prstGeom>
          <a:solidFill>
            <a:srgbClr val="F5EBD5"/>
          </a:solidFill>
          <a:ln/>
        </p:spPr>
      </p:sp>
      <p:sp>
        <p:nvSpPr>
          <p:cNvPr id="77" name="face3"/>
          <p:cNvSpPr txBox="1"/>
          <p:nvPr/>
        </p:nvSpPr>
        <p:spPr>
          <a:xfrm>
            <a:off x="7268210" y="5410200"/>
            <a:ext cx="4225290" cy="749300"/>
          </a:xfrm>
          <a:prstGeom prst="roundRect">
            <a:avLst>
              <a:gd name="adj" fmla="val 22034"/>
            </a:avLst>
          </a:prstGeom>
          <a:solidFill>
            <a:srgbClr val="F5EBD5"/>
          </a:solidFill>
          <a:ln/>
          <a:effectLst>
            <a:outerShdw sx="100000" sy="100000" kx="0" ky="0" algn="bl" rotWithShape="0" blurRad="6350" dist="57150" dir="5400000">
              <a:srgbClr val="D8C79F">
                <a:alpha val="100000"/>
              </a:srgbClr>
            </a:outerShdw>
          </a:effectLst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ru-RU" sz="1600" dirty="0"/>
          </a:p>
        </p:txBody>
      </p:sp>
      <p:sp>
        <p:nvSpPr>
          <p:cNvPr id="78" name="ch3"/>
          <p:cNvSpPr txBox="1"/>
          <p:nvPr/>
        </p:nvSpPr>
        <p:spPr>
          <a:xfrm>
            <a:off x="7268210" y="5410200"/>
            <a:ext cx="4225290" cy="749300"/>
          </a:xfrm>
          <a:prstGeom prst="roundRect">
            <a:avLst>
              <a:gd name="adj" fmla="val 22034"/>
            </a:avLst>
          </a:prstGeom>
          <a:solidFill>
            <a:srgbClr val="F6BB2A"/>
          </a:solidFill>
          <a:ln w="31750">
            <a:solidFill>
              <a:srgbClr val="F5EBD5"/>
            </a:solidFill>
          </a:ln>
          <a:effectLst>
            <a:outerShdw sx="100000" sy="100000" kx="0" ky="0" algn="bl" rotWithShape="0" blurRad="6350" dist="57150" dir="5400000">
              <a:srgbClr val="CF9214">
                <a:alpha val="100000"/>
              </a:srgbClr>
            </a:outerShdw>
          </a:effectLst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ru-RU" sz="1600" dirty="0"/>
          </a:p>
        </p:txBody>
      </p:sp>
      <p:sp>
        <p:nvSpPr>
          <p:cNvPr id="79" name="let3"/>
          <p:cNvSpPr txBox="1"/>
          <p:nvPr/>
        </p:nvSpPr>
        <p:spPr>
          <a:xfrm>
            <a:off x="7395210" y="5537200"/>
            <a:ext cx="495300" cy="495300"/>
          </a:xfrm>
          <a:prstGeom prst="roundRect">
            <a:avLst>
              <a:gd name="adj" fmla="val 50000"/>
            </a:avLst>
          </a:prstGeom>
          <a:solidFill>
            <a:srgbClr val="1B1814"/>
          </a:solidFill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ru-RU" sz="2000" dirty="0">
                <a:solidFill>
                  <a:srgbClr val="F6B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В</a:t>
            </a:r>
            <a:endParaRPr lang="ru-RU" sz="2000" dirty="0"/>
          </a:p>
        </p:txBody>
      </p:sp>
      <p:sp>
        <p:nvSpPr>
          <p:cNvPr id="80" name="lab3"/>
          <p:cNvSpPr txBox="1"/>
          <p:nvPr/>
        </p:nvSpPr>
        <p:spPr>
          <a:xfrm>
            <a:off x="8017510" y="5410200"/>
            <a:ext cx="3425190" cy="749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92000"/>
              </a:lnSpc>
              <a:buNone/>
            </a:pPr>
            <a:r>
              <a:rPr lang="ru-RU" sz="1700" b="1" dirty="0">
                <a:solidFill>
                  <a:srgbClr val="1B18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Мне нужно писать</a:t>
            </a:r>
            <a:endParaRPr lang="ru-RU" sz="1700" dirty="0"/>
          </a:p>
          <a:p>
            <a:pPr algn="l" indent="0" marL="0">
              <a:lnSpc>
                <a:spcPct val="92000"/>
              </a:lnSpc>
              <a:buNone/>
            </a:pPr>
            <a:r>
              <a:rPr lang="ru-RU" sz="1700" b="1" dirty="0">
                <a:solidFill>
                  <a:srgbClr val="1B18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магистерскую диссертацию</a:t>
            </a:r>
            <a:endParaRPr lang="ru-RU" sz="1700" dirty="0"/>
          </a:p>
        </p:txBody>
      </p:sp>
      <p:sp>
        <p:nvSpPr>
          <p:cNvPr id="81" name="used3"/>
          <p:cNvSpPr/>
          <p:nvPr/>
        </p:nvSpPr>
        <p:spPr>
          <a:xfrm>
            <a:off x="7268210" y="5461000"/>
            <a:ext cx="4225290" cy="749300"/>
          </a:xfrm>
          <a:prstGeom prst="roundRect">
            <a:avLst>
              <a:gd name="adj" fmla="val 22034"/>
            </a:avLst>
          </a:prstGeom>
          <a:solidFill>
            <a:srgbClr val="26292E"/>
          </a:solidFill>
          <a:ln w="19050">
            <a:solidFill>
              <a:srgbClr val="3A3E45"/>
            </a:solidFill>
            <a:prstDash val="solid"/>
          </a:ln>
        </p:spPr>
      </p:sp>
      <p:sp>
        <p:nvSpPr>
          <p:cNvPr id="82" name="usedT3"/>
          <p:cNvSpPr txBox="1"/>
          <p:nvPr/>
        </p:nvSpPr>
        <p:spPr>
          <a:xfrm>
            <a:off x="8017510" y="5461000"/>
            <a:ext cx="3425190" cy="749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92000"/>
              </a:lnSpc>
              <a:buNone/>
            </a:pPr>
            <a:r>
              <a:rPr lang="ru-RU" sz="1700" b="1" dirty="0">
                <a:solidFill>
                  <a:srgbClr val="A39D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Мне нужно писать</a:t>
            </a:r>
            <a:endParaRPr lang="ru-RU" sz="1700" dirty="0"/>
          </a:p>
          <a:p>
            <a:pPr algn="l" indent="0" marL="0">
              <a:lnSpc>
                <a:spcPct val="92000"/>
              </a:lnSpc>
              <a:buNone/>
            </a:pPr>
            <a:r>
              <a:rPr lang="ru-RU" sz="1700" b="1" dirty="0">
                <a:solidFill>
                  <a:srgbClr val="A39D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магистерскую диссертацию</a:t>
            </a:r>
            <a:endParaRPr lang="ru-RU" sz="1700" dirty="0"/>
          </a:p>
        </p:txBody>
      </p:sp>
      <p:sp>
        <p:nvSpPr>
          <p:cNvPr id="83" name="strike30"/>
          <p:cNvSpPr/>
          <p:nvPr/>
        </p:nvSpPr>
        <p:spPr>
          <a:xfrm>
            <a:off x="8004810" y="5714899"/>
            <a:ext cx="1778000" cy="31750"/>
          </a:xfrm>
          <a:prstGeom prst="roundRect">
            <a:avLst>
              <a:gd name="adj" fmla="val 50000"/>
            </a:avLst>
          </a:prstGeom>
          <a:solidFill>
            <a:srgbClr val="E8432D"/>
          </a:solidFill>
          <a:ln/>
        </p:spPr>
      </p:sp>
      <p:sp>
        <p:nvSpPr>
          <p:cNvPr id="84" name="strike31"/>
          <p:cNvSpPr/>
          <p:nvPr/>
        </p:nvSpPr>
        <p:spPr>
          <a:xfrm>
            <a:off x="8004810" y="5953253"/>
            <a:ext cx="2641600" cy="31750"/>
          </a:xfrm>
          <a:prstGeom prst="roundRect">
            <a:avLst>
              <a:gd name="adj" fmla="val 50000"/>
            </a:avLst>
          </a:prstGeom>
          <a:solidFill>
            <a:srgbClr val="E8432D"/>
          </a:solidFill>
          <a:ln/>
        </p:spPr>
      </p:sp>
      <p:sp>
        <p:nvSpPr>
          <p:cNvPr id="85" name="usedC3"/>
          <p:cNvSpPr/>
          <p:nvPr/>
        </p:nvSpPr>
        <p:spPr>
          <a:xfrm>
            <a:off x="7395210" y="5588000"/>
            <a:ext cx="495300" cy="495300"/>
          </a:xfrm>
          <a:prstGeom prst="ellipse">
            <a:avLst/>
          </a:prstGeom>
          <a:solidFill>
            <a:srgbClr val="E8432D"/>
          </a:solidFill>
          <a:ln/>
        </p:spPr>
      </p:sp>
      <p:sp>
        <p:nvSpPr>
          <p:cNvPr id="86" name="usedX30"/>
          <p:cNvSpPr/>
          <p:nvPr/>
        </p:nvSpPr>
        <p:spPr>
          <a:xfrm rot="2700000">
            <a:off x="7528560" y="5807075"/>
            <a:ext cx="228600" cy="57150"/>
          </a:xfrm>
          <a:prstGeom prst="roundRect">
            <a:avLst>
              <a:gd name="adj" fmla="val 50000"/>
            </a:avLst>
          </a:prstGeom>
          <a:solidFill>
            <a:srgbClr val="F5EBD5"/>
          </a:solidFill>
          <a:ln/>
        </p:spPr>
      </p:sp>
      <p:sp>
        <p:nvSpPr>
          <p:cNvPr id="87" name="usedX31"/>
          <p:cNvSpPr/>
          <p:nvPr/>
        </p:nvSpPr>
        <p:spPr>
          <a:xfrm rot="-2700000">
            <a:off x="7528560" y="5807075"/>
            <a:ext cx="228600" cy="57150"/>
          </a:xfrm>
          <a:prstGeom prst="roundRect">
            <a:avLst>
              <a:gd name="adj" fmla="val 50000"/>
            </a:avLst>
          </a:prstGeom>
          <a:solidFill>
            <a:srgbClr val="F5EBD5"/>
          </a:solidFill>
          <a:ln/>
        </p:spPr>
      </p:sp>
      <p:sp>
        <p:nvSpPr>
          <p:cNvPr id="88" name="stampA"/>
          <p:cNvSpPr txBox="1"/>
          <p:nvPr/>
        </p:nvSpPr>
        <p:spPr>
          <a:xfrm rot="-420000">
            <a:off x="783590" y="5347335"/>
            <a:ext cx="2934970" cy="798830"/>
          </a:xfrm>
          <a:prstGeom prst="roundRect">
            <a:avLst>
              <a:gd name="adj" fmla="val 13736"/>
            </a:avLst>
          </a:prstGeom>
          <a:solidFill>
            <a:srgbClr val="17181B">
              <a:alpha val="86000"/>
            </a:srgbClr>
          </a:solidFill>
          <a:ln w="50800">
            <a:solidFill>
              <a:srgbClr val="E8432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2000"/>
              </a:lnSpc>
              <a:buNone/>
            </a:pPr>
            <a:r>
              <a:rPr lang="ru-RU" sz="2200" dirty="0">
                <a:solidFill>
                  <a:srgbClr val="E8432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ПОПЫТКА</a:t>
            </a:r>
            <a:endParaRPr lang="ru-RU" sz="2200" dirty="0"/>
          </a:p>
          <a:p>
            <a:pPr algn="ctr" indent="0" marL="0">
              <a:lnSpc>
                <a:spcPct val="92000"/>
              </a:lnSpc>
              <a:buNone/>
            </a:pPr>
            <a:r>
              <a:rPr lang="ru-RU" sz="2200" dirty="0">
                <a:solidFill>
                  <a:srgbClr val="E8432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НЕ УДАЛАСЬ</a:t>
            </a:r>
            <a:endParaRPr lang="ru-RU" sz="2200" dirty="0"/>
          </a:p>
        </p:txBody>
      </p:sp>
      <p:sp>
        <p:nvSpPr>
          <p:cNvPr id="89" name="stampB"/>
          <p:cNvSpPr txBox="1"/>
          <p:nvPr/>
        </p:nvSpPr>
        <p:spPr>
          <a:xfrm rot="-300000">
            <a:off x="4066540" y="5347335"/>
            <a:ext cx="2934970" cy="798830"/>
          </a:xfrm>
          <a:prstGeom prst="roundRect">
            <a:avLst>
              <a:gd name="adj" fmla="val 13736"/>
            </a:avLst>
          </a:prstGeom>
          <a:solidFill>
            <a:srgbClr val="17181B">
              <a:alpha val="86000"/>
            </a:srgbClr>
          </a:solidFill>
          <a:ln w="50800">
            <a:solidFill>
              <a:srgbClr val="E8432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2000"/>
              </a:lnSpc>
              <a:buNone/>
            </a:pPr>
            <a:r>
              <a:rPr lang="ru-RU" sz="2200" dirty="0">
                <a:solidFill>
                  <a:srgbClr val="E8432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ПОПЫТКА</a:t>
            </a:r>
            <a:endParaRPr lang="ru-RU" sz="2200" dirty="0"/>
          </a:p>
          <a:p>
            <a:pPr algn="ctr" indent="0" marL="0">
              <a:lnSpc>
                <a:spcPct val="92000"/>
              </a:lnSpc>
              <a:buNone/>
            </a:pPr>
            <a:r>
              <a:rPr lang="ru-RU" sz="2200" dirty="0">
                <a:solidFill>
                  <a:srgbClr val="E8432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НЕ УДАЛАСЬ</a:t>
            </a:r>
            <a:endParaRPr lang="ru-RU" sz="2200" dirty="0"/>
          </a:p>
        </p:txBody>
      </p:sp>
      <p:sp>
        <p:nvSpPr>
          <p:cNvPr id="90" name="stampC"/>
          <p:cNvSpPr txBox="1"/>
          <p:nvPr/>
        </p:nvSpPr>
        <p:spPr>
          <a:xfrm rot="-480000">
            <a:off x="7914640" y="5347335"/>
            <a:ext cx="2934970" cy="798830"/>
          </a:xfrm>
          <a:prstGeom prst="roundRect">
            <a:avLst>
              <a:gd name="adj" fmla="val 13736"/>
            </a:avLst>
          </a:prstGeom>
          <a:solidFill>
            <a:srgbClr val="17181B">
              <a:alpha val="86000"/>
            </a:srgbClr>
          </a:solidFill>
          <a:ln w="50800">
            <a:solidFill>
              <a:srgbClr val="E8432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2000"/>
              </a:lnSpc>
              <a:buNone/>
            </a:pPr>
            <a:r>
              <a:rPr lang="ru-RU" sz="2200" dirty="0">
                <a:solidFill>
                  <a:srgbClr val="E8432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ПОПЫТКА</a:t>
            </a:r>
            <a:endParaRPr lang="ru-RU" sz="2200" dirty="0"/>
          </a:p>
          <a:p>
            <a:pPr algn="ctr" indent="0" marL="0">
              <a:lnSpc>
                <a:spcPct val="92000"/>
              </a:lnSpc>
              <a:buNone/>
            </a:pPr>
            <a:r>
              <a:rPr lang="ru-RU" sz="2200" dirty="0">
                <a:solidFill>
                  <a:srgbClr val="E8432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НЕ УДАЛАСЬ</a:t>
            </a:r>
            <a:endParaRPr lang="ru-RU" sz="2200" dirty="0"/>
          </a:p>
        </p:txBody>
      </p:sp>
      <p:sp>
        <p:nvSpPr>
          <p:cNvPr id="91" name="nope1"/>
          <p:cNvSpPr/>
          <p:nvPr/>
        </p:nvSpPr>
        <p:spPr>
          <a:xfrm>
            <a:off x="673100" y="5384800"/>
            <a:ext cx="3157855" cy="863600"/>
          </a:xfrm>
          <a:prstGeom prst="roundRect">
            <a:avLst>
              <a:gd name="adj" fmla="val 20588"/>
            </a:avLst>
          </a:prstGeom>
          <a:solidFill>
            <a:srgbClr val="17181B">
              <a:alpha val="0"/>
            </a:srgbClr>
          </a:solidFill>
          <a:ln/>
        </p:spPr>
      </p:sp>
      <p:sp>
        <p:nvSpPr>
          <p:cNvPr id="92" name="hit1"/>
          <p:cNvSpPr/>
          <p:nvPr/>
        </p:nvSpPr>
        <p:spPr>
          <a:xfrm>
            <a:off x="673100" y="5384800"/>
            <a:ext cx="3157855" cy="863600"/>
          </a:xfrm>
          <a:prstGeom prst="roundRect">
            <a:avLst>
              <a:gd name="adj" fmla="val 20588"/>
            </a:avLst>
          </a:prstGeom>
          <a:solidFill>
            <a:srgbClr val="17181B">
              <a:alpha val="0"/>
            </a:srgbClr>
          </a:solidFill>
          <a:ln/>
        </p:spPr>
      </p:sp>
      <p:sp>
        <p:nvSpPr>
          <p:cNvPr id="93" name="nope2"/>
          <p:cNvSpPr/>
          <p:nvPr/>
        </p:nvSpPr>
        <p:spPr>
          <a:xfrm>
            <a:off x="3957955" y="5384800"/>
            <a:ext cx="3157855" cy="863600"/>
          </a:xfrm>
          <a:prstGeom prst="roundRect">
            <a:avLst>
              <a:gd name="adj" fmla="val 20588"/>
            </a:avLst>
          </a:prstGeom>
          <a:solidFill>
            <a:srgbClr val="17181B">
              <a:alpha val="0"/>
            </a:srgbClr>
          </a:solidFill>
          <a:ln/>
        </p:spPr>
      </p:sp>
      <p:sp>
        <p:nvSpPr>
          <p:cNvPr id="94" name="hit2"/>
          <p:cNvSpPr/>
          <p:nvPr/>
        </p:nvSpPr>
        <p:spPr>
          <a:xfrm>
            <a:off x="3957955" y="5384800"/>
            <a:ext cx="3157855" cy="863600"/>
          </a:xfrm>
          <a:prstGeom prst="roundRect">
            <a:avLst>
              <a:gd name="adj" fmla="val 20588"/>
            </a:avLst>
          </a:prstGeom>
          <a:solidFill>
            <a:srgbClr val="17181B">
              <a:alpha val="0"/>
            </a:srgbClr>
          </a:solidFill>
          <a:ln/>
        </p:spPr>
      </p:sp>
      <p:sp>
        <p:nvSpPr>
          <p:cNvPr id="95" name="nope3"/>
          <p:cNvSpPr/>
          <p:nvPr/>
        </p:nvSpPr>
        <p:spPr>
          <a:xfrm>
            <a:off x="7242810" y="5384800"/>
            <a:ext cx="4276090" cy="863600"/>
          </a:xfrm>
          <a:prstGeom prst="roundRect">
            <a:avLst>
              <a:gd name="adj" fmla="val 20588"/>
            </a:avLst>
          </a:prstGeom>
          <a:solidFill>
            <a:srgbClr val="17181B">
              <a:alpha val="0"/>
            </a:srgbClr>
          </a:solidFill>
          <a:ln/>
        </p:spPr>
      </p:sp>
      <p:sp>
        <p:nvSpPr>
          <p:cNvPr id="96" name="hit3"/>
          <p:cNvSpPr/>
          <p:nvPr/>
        </p:nvSpPr>
        <p:spPr>
          <a:xfrm>
            <a:off x="7242810" y="5384800"/>
            <a:ext cx="4276090" cy="863600"/>
          </a:xfrm>
          <a:prstGeom prst="roundRect">
            <a:avLst>
              <a:gd name="adj" fmla="val 20588"/>
            </a:avLst>
          </a:prstGeom>
          <a:solidFill>
            <a:srgbClr val="17181B">
              <a:alpha val="0"/>
            </a:srgbClr>
          </a:solidFill>
          <a:ln/>
        </p:spPr>
      </p:sp>
      <p:sp>
        <p:nvSpPr>
          <p:cNvPr id="97" name="finalCard"/>
          <p:cNvSpPr txBox="1"/>
          <p:nvPr/>
        </p:nvSpPr>
        <p:spPr>
          <a:xfrm>
            <a:off x="698500" y="5372100"/>
            <a:ext cx="10795000" cy="787400"/>
          </a:xfrm>
          <a:prstGeom prst="roundRect">
            <a:avLst>
              <a:gd name="adj" fmla="val 20968"/>
            </a:avLst>
          </a:prstGeom>
          <a:solidFill>
            <a:srgbClr val="F5EBD5"/>
          </a:solidFill>
          <a:ln/>
          <a:effectLst>
            <a:outerShdw sx="100000" sy="100000" kx="0" ky="0" algn="bl" rotWithShape="0" blurRad="317500" dist="152400" dir="5400000">
              <a:srgbClr val="000000">
                <a:alpha val="35000"/>
              </a:srgbClr>
            </a:outerShdw>
          </a:effectLst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ru-RU" sz="1600" dirty="0"/>
          </a:p>
        </p:txBody>
      </p:sp>
      <p:sp>
        <p:nvSpPr>
          <p:cNvPr id="98" name="finalBadge"/>
          <p:cNvSpPr txBox="1"/>
          <p:nvPr/>
        </p:nvSpPr>
        <p:spPr>
          <a:xfrm>
            <a:off x="952500" y="5270500"/>
            <a:ext cx="889000" cy="215900"/>
          </a:xfrm>
          <a:prstGeom prst="roundRect">
            <a:avLst>
              <a:gd name="adj" fmla="val 211765"/>
            </a:avLst>
          </a:prstGeom>
          <a:solidFill>
            <a:srgbClr val="E8432D"/>
          </a:solidFill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ru-RU" sz="1000" b="1" spc="150" kern="0" dirty="0">
                <a:solidFill>
                  <a:srgbClr val="F5E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ШУТКА</a:t>
            </a:r>
            <a:endParaRPr lang="ru-RU" sz="1000" dirty="0"/>
          </a:p>
        </p:txBody>
      </p:sp>
      <p:sp>
        <p:nvSpPr>
          <p:cNvPr id="99" name="finalT"/>
          <p:cNvSpPr txBox="1"/>
          <p:nvPr/>
        </p:nvSpPr>
        <p:spPr>
          <a:xfrm>
            <a:off x="977900" y="5372100"/>
            <a:ext cx="8801100" cy="787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ru-RU" sz="1900" dirty="0">
                <a:solidFill>
                  <a:srgbClr val="1B181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Вероятность побега в рамках нашей шуточной модели:</a:t>
            </a:r>
            <a:endParaRPr lang="ru-RU" sz="1900" dirty="0"/>
          </a:p>
        </p:txBody>
      </p:sp>
      <p:sp>
        <p:nvSpPr>
          <p:cNvPr id="100" name="zero"/>
          <p:cNvSpPr txBox="1"/>
          <p:nvPr/>
        </p:nvSpPr>
        <p:spPr>
          <a:xfrm>
            <a:off x="9906000" y="5334000"/>
            <a:ext cx="1358900" cy="863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ru-RU" sz="3900" dirty="0">
                <a:solidFill>
                  <a:srgbClr val="E8432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0%</a:t>
            </a:r>
            <a:endParaRPr lang="ru-RU" sz="39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72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4" presetID="42" presetClass="entr" presetSubtype="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1" dur="6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02" dur="6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3" dur="6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9" presetID="42" presetClass="entr" presetSubtype="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6" dur="6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07" dur="6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8" dur="6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4" presetID="42" presetClass="entr" presetSubtype="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1" dur="6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12" dur="6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3" dur="6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9" presetID="42" presetClass="entr" presetSubtype="0" fill="hold" grpId="0" nodeType="withEffect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2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6" dur="6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17" dur="6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8" dur="6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4" presetID="42" presetClass="entr" presetSubtype="0" fill="hold" grpId="0" nodeType="withEffect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1" dur="6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22" dur="6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3" dur="6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9" presetID="42" presetClass="entr" presetSubtype="0" fill="hold" grpId="0" nodeType="withEffect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2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6" dur="6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27" dur="6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8" dur="6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4" presetID="42" presetClass="entr" presetSubtype="0" fill="hold" grpId="0" nodeType="with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1" dur="6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32" dur="6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3" dur="6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9" presetID="42" presetClass="entr" presetSubtype="0" fill="hold" grpId="0" nodeType="with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2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6" dur="6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37" dur="6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8" dur="6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4" presetID="42" presetClass="entr" presetSubtype="0" fill="hold" grpId="0" nodeType="with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1" dur="6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42" dur="6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3" dur="6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0" presetID="53" presetClass="entr" presetSubtype="16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2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6" dur="4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w*1.14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7" dur="4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h*1.14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8" dur="225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 vol="80000">
                                        <p:cTn id="249" display="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ndTgt r:embed="rId900" name="pop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255" presetID="53" presetClass="entr" presetSubtype="16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2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2" dur="4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w*1.14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3" dur="4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h*1.14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4" dur="225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7" presetID="32" presetClass="emph" presetSubtype="0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animRot by="120000">
                                      <p:cBhvr>
                                        <p:cTn id="256" dur="150" fill="hold" autoRev="1" repeatCount="20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59" presetID="32" presetClass="emph" presetSubtype="0" fill="hold" grpId="2" nodeType="withEffect">
                                  <p:stCondLst>
                                    <p:cond delay="1100"/>
                                  </p:stCondLst>
                                  <p:childTnLst>
                                    <p:animRot by="120000">
                                      <p:cBhvr>
                                        <p:cTn id="258" dur="150" fill="hold" autoRev="1" repeatCount="20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61" presetID="32" presetClass="emph" presetSubtype="0" fill="hold" grpId="2" nodeType="withEffect">
                                  <p:stCondLst>
                                    <p:cond delay="1100"/>
                                  </p:stCondLst>
                                  <p:childTnLst>
                                    <p:animRot by="120000">
                                      <p:cBhvr>
                                        <p:cTn id="260" dur="150" fill="hold" autoRev="1" repeatCount="20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63" presetID="32" presetClass="emph" presetSubtype="0" fill="hold" grpId="2" nodeType="withEffect">
                                  <p:stCondLst>
                                    <p:cond delay="1100"/>
                                  </p:stCondLst>
                                  <p:childTnLst>
                                    <p:animRot by="120000">
                                      <p:cBhvr>
                                        <p:cTn id="262" dur="150" fill="hold" autoRev="1" repeatCount="20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65" presetID="32" presetClass="emph" presetSubtype="0" fill="hold" grpId="2" nodeType="withEffect">
                                  <p:stCondLst>
                                    <p:cond delay="1100"/>
                                  </p:stCondLst>
                                  <p:childTnLst>
                                    <p:animRot by="120000">
                                      <p:cBhvr>
                                        <p:cTn id="264" dur="150" fill="hold" autoRev="1" repeatCount="20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67" presetID="32" presetClass="emph" presetSubtype="0" fill="hold" grpId="2" nodeType="withEffect">
                                  <p:stCondLst>
                                    <p:cond delay="1100"/>
                                  </p:stCondLst>
                                  <p:childTnLst>
                                    <p:animRot by="120000">
                                      <p:cBhvr>
                                        <p:cTn id="266" dur="150" fill="hold" autoRev="1" repeatCount="20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69" presetID="32" presetClass="emph" presetSubtype="0" fill="hold" grpId="2" nodeType="withEffect">
                                  <p:stCondLst>
                                    <p:cond delay="1100"/>
                                  </p:stCondLst>
                                  <p:childTnLst>
                                    <p:animRot by="120000">
                                      <p:cBhvr>
                                        <p:cTn id="268" dur="150" fill="hold" autoRev="1" repeatCount="20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71" presetID="32" presetClass="emph" presetSubtype="0" fill="hold" grpId="2" nodeType="withEffect">
                                  <p:stCondLst>
                                    <p:cond delay="1100"/>
                                  </p:stCondLst>
                                  <p:childTnLst>
                                    <p:animRot by="120000">
                                      <p:cBhvr>
                                        <p:cTn id="270" dur="150" fill="hold" autoRev="1" repeatCount="20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3" fill="hold">
                      <p:stCondLst>
                        <p:cond delay="indefinite"/>
                      </p:stCondLst>
                      <p:childTnLst>
                        <p:par>
                          <p:cTn id="548" fill="hold">
                            <p:stCondLst>
                              <p:cond delay="0"/>
                            </p:stCondLst>
                            <p:childTnLst>
                              <p:par>
                                <p:cTn id="279" presetID="42" presetClass="exit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4" dur="4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75" dur="4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6" dur="4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77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 vol="80000">
                                        <p:cTn id="278" display="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ndTgt r:embed="rId901" name="drumroll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284" presetID="42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0" dur="4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81" dur="4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2" dur="4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83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9" presetID="42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5" dur="4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86" dur="4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7" dur="4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88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4" presetID="42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0" dur="4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91" dur="4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2" dur="4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93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9" presetID="42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5" dur="4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96" dur="4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7" dur="4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98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4" presetID="42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0" dur="4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01" dur="4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2" dur="4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03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9" presetID="42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5" dur="4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06" dur="4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7" dur="4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08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4" presetID="42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0" dur="4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11" dur="4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2" dur="4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13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9" presetID="42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5" dur="4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16" dur="4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7" dur="4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18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4" presetID="42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0" dur="4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21" dur="4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2" dur="4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23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9" presetID="42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5" dur="4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26" dur="4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7" dur="4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28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4" presetID="42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0" dur="4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31" dur="4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2" dur="4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33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9" presetID="42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5" dur="4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36" dur="4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7" dur="4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38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4" presetID="42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40" dur="4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41" dur="4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2" dur="4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43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9" presetID="42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45" dur="4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46" dur="4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7" dur="4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48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4" presetID="42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0" dur="4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51" dur="4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2" dur="4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53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9" presetID="42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5" dur="4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56" dur="4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7" dur="4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58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4" presetID="42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0" dur="4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61" dur="4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2" dur="4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63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9" presetID="42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5" dur="4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66" dur="4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7" dur="4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68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4" presetID="42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70" dur="4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71" dur="4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2" dur="4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73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9" presetID="42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75" dur="4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76" dur="4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7" dur="4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78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3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1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9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5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9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1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3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5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1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3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5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7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9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1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3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5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7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2" presetID="42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9" dur="6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40" dur="6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1" dur="6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7" presetID="42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4" dur="6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45" dur="6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6" dur="6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2" presetID="42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9" dur="6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50" dur="60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1" dur="60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5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4" dur="6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9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4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7" dur="4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 vol="80000">
                                        <p:cTn id="458" display="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ndTgt r:embed="rId902" name="t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465" presetID="53" presetClass="entr" presetSubtype="32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4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1" dur="6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2.6"/>
                                          </p:val>
                                        </p:tav>
                                        <p:tav tm="70000">
                                          <p:val>
                                            <p:strVal val="#ppt_w*0.94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2" dur="6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2.6"/>
                                          </p:val>
                                        </p:tav>
                                        <p:tav tm="70000">
                                          <p:val>
                                            <p:strVal val="#ppt_h*0.94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3" dur="27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 vol="80000">
                                        <p:cTn id="464" display="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ndTgt r:embed="rId903" name="stamp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468" presetID="10" presetClass="entr" presetSubtype="0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4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7" dur="4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0" presetID="0" presetClass="emph" presetSubtype="0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animMotion origin="layout" path="M 0 0 L 0.004 0 E" pathEditMode="relative">
                                      <p:cBhvr>
                                        <p:cTn id="469" dur="83" fill="hold" autoRev="1" repeatCount="3000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72" presetID="0" presetClass="emph" presetSubtype="0" fill="hold" grpId="1" nodeType="withEffect">
                                  <p:stCondLst>
                                    <p:cond delay="1080"/>
                                  </p:stCondLst>
                                  <p:childTnLst>
                                    <p:animMotion origin="layout" path="M 0 0 L 0.004 0 E" pathEditMode="relative">
                                      <p:cBhvr>
                                        <p:cTn id="471" dur="83" fill="hold" autoRev="1" repeatCount="3000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74" presetID="0" presetClass="emph" presetSubtype="0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animMotion origin="layout" path="M 0 0 L 0.004 0 E" pathEditMode="relative">
                                      <p:cBhvr>
                                        <p:cTn id="473" dur="83" fill="hold" autoRev="1" repeatCount="3000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76" presetID="0" presetClass="emph" presetSubtype="0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animMotion origin="layout" path="M 0 0 L 0.004 0 E" pathEditMode="relative">
                                      <p:cBhvr>
                                        <p:cTn id="475" dur="83" fill="hold" autoRev="1" repeatCount="3000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78" presetID="0" presetClass="emph" presetSubtype="0" fill="hold" grpId="2" nodeType="withEffect">
                                  <p:stCondLst>
                                    <p:cond delay="1080"/>
                                  </p:stCondLst>
                                  <p:childTnLst>
                                    <p:animMotion origin="layout" path="M 0 0 L 0.004 0 E" pathEditMode="relative">
                                      <p:cBhvr>
                                        <p:cTn id="477" dur="83" fill="hold" autoRev="1" repeatCount="3000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80" presetID="0" presetClass="emph" presetSubtype="0" fill="hold" grpId="2" nodeType="withEffect">
                                  <p:stCondLst>
                                    <p:cond delay="1080"/>
                                  </p:stCondLst>
                                  <p:childTnLst>
                                    <p:animMotion origin="layout" path="M 0 0 L 0.004 0 E" pathEditMode="relative">
                                      <p:cBhvr>
                                        <p:cTn id="479" dur="83" fill="hold" autoRev="1" repeatCount="3000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82" presetID="0" presetClass="emph" presetSubtype="0" fill="hold" grpId="2" nodeType="withEffect">
                                  <p:stCondLst>
                                    <p:cond delay="1080"/>
                                  </p:stCondLst>
                                  <p:childTnLst>
                                    <p:animMotion origin="layout" path="M 0 0 L 0.004 0 E" pathEditMode="relative">
                                      <p:cBhvr>
                                        <p:cTn id="481" dur="83" fill="hold" autoRev="1" repeatCount="3000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84" presetID="0" presetClass="emph" presetSubtype="0" fill="hold" grpId="1" nodeType="withEffect">
                                  <p:stCondLst>
                                    <p:cond delay="1080"/>
                                  </p:stCondLst>
                                  <p:childTnLst>
                                    <p:animMotion origin="layout" path="M 0 0 L 0.004 0 E" pathEditMode="relative">
                                      <p:cBhvr>
                                        <p:cTn id="483" dur="83" fill="hold" autoRev="1" repeatCount="3000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86" presetID="0" presetClass="emph" presetSubtype="0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animMotion origin="layout" path="M 0 0 L 0.004 0 E" pathEditMode="relative">
                                      <p:cBhvr>
                                        <p:cTn id="485" dur="83" fill="hold" autoRev="1" repeatCount="3000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88" presetID="0" presetClass="emph" presetSubtype="0" fill="hold" grpId="2" nodeType="withEffect">
                                  <p:stCondLst>
                                    <p:cond delay="1080"/>
                                  </p:stCondLst>
                                  <p:childTnLst>
                                    <p:animMotion origin="layout" path="M 0 0 L 0.004 0 E" pathEditMode="relative">
                                      <p:cBhvr>
                                        <p:cTn id="487" dur="83" fill="hold" autoRev="1" repeatCount="3000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90" presetID="0" presetClass="emph" presetSubtype="0" fill="hold" grpId="2" nodeType="withEffect">
                                  <p:stCondLst>
                                    <p:cond delay="1080"/>
                                  </p:stCondLst>
                                  <p:childTnLst>
                                    <p:animMotion origin="layout" path="M 0 0 L 0.004 0 E" pathEditMode="relative">
                                      <p:cBhvr>
                                        <p:cTn id="489" dur="83" fill="hold" autoRev="1" repeatCount="3000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92" presetID="0" presetClass="emph" presetSubtype="0" fill="hold" grpId="2" nodeType="withEffect">
                                  <p:stCondLst>
                                    <p:cond delay="1080"/>
                                  </p:stCondLst>
                                  <p:childTnLst>
                                    <p:animMotion origin="layout" path="M 0 0 L 0.004 0 E" pathEditMode="relative">
                                      <p:cBhvr>
                                        <p:cTn id="491" dur="83" fill="hold" autoRev="1" repeatCount="3000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94" presetID="0" presetClass="emph" presetSubtype="0" fill="hold" grpId="1" nodeType="withEffect">
                                  <p:stCondLst>
                                    <p:cond delay="1080"/>
                                  </p:stCondLst>
                                  <p:childTnLst>
                                    <p:animMotion origin="layout" path="M 0 0 L 0.004 0 E" pathEditMode="relative">
                                      <p:cBhvr>
                                        <p:cTn id="493" dur="83" fill="hold" autoRev="1" repeatCount="3000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96" presetID="0" presetClass="emph" presetSubtype="0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animMotion origin="layout" path="M 0 0 L 0.004 0 E" pathEditMode="relative">
                                      <p:cBhvr>
                                        <p:cTn id="495" dur="83" fill="hold" autoRev="1" repeatCount="3000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99" presetID="10" presetClass="entr" presetSubtype="0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4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8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1" presetID="1" presetClass="exit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5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3" presetID="1" presetClass="exit" presetSubtype="0" fill="hold" grpId="2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5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5" presetID="1" presetClass="exit" presetSubtype="0" fill="hold" grpId="2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5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7" presetID="1" presetClass="exit" presetSubtype="0" fill="hold" grpId="2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5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0" presetID="10" presetClass="entr" presetSubtype="0" fill="hold" grpId="3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5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9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2" presetID="1" presetClass="exit" presetSubtype="0" fill="hold" grpId="1" nodeType="withEffect">
                                  <p:stCondLst>
                                    <p:cond delay="1850"/>
                                  </p:stCondLst>
                                  <p:childTnLst>
                                    <p:set>
                                      <p:cBhvr>
                                        <p:cTn id="5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4" presetID="1" presetClass="exit" presetSubtype="0" fill="hold" grpId="3" nodeType="withEffect">
                                  <p:stCondLst>
                                    <p:cond delay="1850"/>
                                  </p:stCondLst>
                                  <p:childTnLst>
                                    <p:set>
                                      <p:cBhvr>
                                        <p:cTn id="5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6" presetID="1" presetClass="exit" presetSubtype="0" fill="hold" grpId="3" nodeType="withEffect">
                                  <p:stCondLst>
                                    <p:cond delay="1850"/>
                                  </p:stCondLst>
                                  <p:childTnLst>
                                    <p:set>
                                      <p:cBhvr>
                                        <p:cTn id="5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8" presetID="1" presetClass="exit" presetSubtype="0" fill="hold" grpId="3" nodeType="withEffect">
                                  <p:stCondLst>
                                    <p:cond delay="1850"/>
                                  </p:stCondLst>
                                  <p:childTnLst>
                                    <p:set>
                                      <p:cBhvr>
                                        <p:cTn id="5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0" presetID="1" presetClass="exit" presetSubtype="0" fill="hold" grpId="3" nodeType="withEffect">
                                  <p:stCondLst>
                                    <p:cond delay="1850"/>
                                  </p:stCondLst>
                                  <p:childTnLst>
                                    <p:set>
                                      <p:cBhvr>
                                        <p:cTn id="5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2" presetID="1" presetClass="exit" presetSubtype="0" fill="hold" grpId="3" nodeType="withEffect">
                                  <p:stCondLst>
                                    <p:cond delay="1850"/>
                                  </p:stCondLst>
                                  <p:childTnLst>
                                    <p:set>
                                      <p:cBhvr>
                                        <p:cTn id="5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4" presetID="1" presetClass="exit" presetSubtype="0" fill="hold" grpId="3" nodeType="withEffect">
                                  <p:stCondLst>
                                    <p:cond delay="1850"/>
                                  </p:stCondLst>
                                  <p:childTnLst>
                                    <p:set>
                                      <p:cBhvr>
                                        <p:cTn id="5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0" presetID="53" presetClass="entr" presetSubtype="16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5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6" dur="6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w*1.1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7" dur="6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h*1.1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8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 vol="80000">
                                        <p:cTn id="529" display="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ndTgt r:embed="rId904" name="tad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535" presetID="53" presetClass="entr" presetSubtype="16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5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2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3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4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0" presetID="53" presetClass="entr" presetSubtype="16" fill="hold" grpId="0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5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7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w*1.14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8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h*1.14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9" dur="2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2" presetID="26" presetClass="emph" presetSubtype="0" fill="hold" grpId="1" nodeType="withEffect">
                                  <p:stCondLst>
                                    <p:cond delay="1550"/>
                                  </p:stCondLst>
                                  <p:childTnLst>
                                    <p:animScale>
                                      <p:cBhvr>
                                        <p:cTn id="541" dur="250" fill="hold" autoRev="1"/>
                                        <p:tgtEl>
                                          <p:spTgt spid="1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545" presetID="10" presetClass="exit" presetSubtype="0" fill="hold" grpId="1" nodeType="withEffect">
                                  <p:stCondLst>
                                    <p:cond delay="27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43" dur="9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44" dur="1" fill="hold">
                                          <p:stCondLst>
                                            <p:cond delay="899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7" presetID="0" presetClass="emph" presetSubtype="0" fill="hold" grpId="1" nodeType="withEffect">
                                  <p:stCondLst>
                                    <p:cond delay="2300"/>
                                  </p:stCondLst>
                                  <p:childTnLst>
                                    <p:animMotion origin="layout" path="M 0 0 L 0 -0.006 E" pathEditMode="relative">
                                      <p:cBhvr>
                                        <p:cTn id="546" dur="3200" fill="hold" autoRev="1" repeatCount="indefinite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549" restart="whenNotActive" fill="hold" evtFilter="cancelBubble" nodeType="interactiveSeq">
                <p:stCondLst>
                  <p:cond evt="onClick" delay="0">
                    <p:tgtEl>
                      <p:spTgt spid="9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0" fill="hold">
                      <p:stCondLst>
                        <p:cond delay="0"/>
                      </p:stCondLst>
                      <p:childTnLst>
                        <p:par>
                          <p:cTn id="749" fill="hold">
                            <p:stCondLst>
                              <p:cond delay="0"/>
                            </p:stCondLst>
                            <p:childTnLst>
                              <p:par>
                                <p:cTn id="554" presetID="10" presetClass="entr" presetSubtype="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2" dur="2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 vol="80000">
                                        <p:cTn id="553" display="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ndTgt r:embed="rId905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556" presetID="0" presetClass="path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0.0074 E" pathEditMode="relative">
                                      <p:cBhvr>
                                        <p:cTn id="555" dur="90" fill="hold" autoRev="1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58" presetID="0" presetClass="path" presetSubtype="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0.0074 E" pathEditMode="relative">
                                      <p:cBhvr>
                                        <p:cTn id="557" dur="90" fill="hold" autoRev="1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60" presetID="0" presetClass="path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0.0074 E" pathEditMode="relative">
                                      <p:cBhvr>
                                        <p:cTn id="559" dur="90" fill="hold" autoRev="1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62" presetID="0" presetClass="path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0.0074 E" pathEditMode="relative">
                                      <p:cBhvr>
                                        <p:cTn id="561" dur="90" fill="hold" autoRev="1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64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6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8" presetID="1" presetClass="exit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0" presetID="1" presetClass="exit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2" presetID="1" presetClass="exit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4" presetID="1" presetClass="exit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7" presetID="0" presetClass="pat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15625 0 E" pathEditMode="relative">
                                      <p:cBhvr>
                                        <p:cTn id="575" dur="700" fill="hold" autoRev="1" accel="30000" decel="300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  <p:subTnLst>
                                    <p:audio>
                                      <p:cMediaNode vol="80000">
                                        <p:cTn id="576" display="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ndTgt r:embed="rId906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579" presetID="0" presetClass="path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15625 0 E" pathEditMode="relative">
                                      <p:cBhvr>
                                        <p:cTn id="578" dur="700" fill="hold" autoRev="1" accel="30000" decel="300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81" presetID="0" presetClass="path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15625 0 E" pathEditMode="relative">
                                      <p:cBhvr>
                                        <p:cTn id="580" dur="700" fill="hold" autoRev="1" accel="30000" decel="300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83" presetID="0" presetClass="path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15625 0 E" pathEditMode="relative">
                                      <p:cBhvr>
                                        <p:cTn id="582" dur="700" fill="hold" autoRev="1" accel="30000" decel="300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85" presetID="32" presetClass="emph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Rot by="180000">
                                      <p:cBhvr>
                                        <p:cTn id="584" dur="350" fill="hold" autoRev="1" repeatCount="2000"/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587" presetID="32" presetClass="emph" presetSubtype="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animRot by="180000">
                                      <p:cBhvr>
                                        <p:cTn id="586" dur="350" fill="hold" autoRev="1" repeatCount="20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589" presetID="32" presetClass="emph" presetSubtype="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animRot by="180000">
                                      <p:cBhvr>
                                        <p:cTn id="588" dur="350" fill="hold" autoRev="1" repeatCount="20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591" presetID="32" presetClass="emph" presetSubtype="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animRot by="180000">
                                      <p:cBhvr>
                                        <p:cTn id="590" dur="350" fill="hold" autoRev="1" repeatCount="20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595" presetID="10" presetClass="entr" presetSubtype="0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5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3" dur="2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 vol="80000">
                                        <p:cTn id="594" display="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ndTgt r:embed="rId907" name="sw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598" presetID="10" presetClass="exit" presetSubtype="0" fill="hold" grpId="1" nodeType="withEffect">
                                  <p:stCondLst>
                                    <p:cond delay="82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96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97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1" presetID="10" presetClass="entr" presetSubtype="0" fill="hold" grpId="4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5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0" dur="2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3" presetID="32" presetClass="emph" presetSubtype="0" fill="hold" grpId="2" nodeType="withEffect">
                                  <p:stCondLst>
                                    <p:cond delay="520"/>
                                  </p:stCondLst>
                                  <p:childTnLst>
                                    <p:animRot by="120000">
                                      <p:cBhvr>
                                        <p:cTn id="602" dur="150" fill="hold" autoRev="1" repeatCount="20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605" presetID="32" presetClass="emph" presetSubtype="0" fill="hold" grpId="5" nodeType="withEffect">
                                  <p:stCondLst>
                                    <p:cond delay="520"/>
                                  </p:stCondLst>
                                  <p:childTnLst>
                                    <p:animRot by="120000">
                                      <p:cBhvr>
                                        <p:cTn id="604" dur="150" fill="hold" autoRev="1" repeatCount="20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607" presetID="32" presetClass="emph" presetSubtype="0" fill="hold" grpId="4" nodeType="withEffect">
                                  <p:stCondLst>
                                    <p:cond delay="520"/>
                                  </p:stCondLst>
                                  <p:childTnLst>
                                    <p:animRot by="120000">
                                      <p:cBhvr>
                                        <p:cTn id="606" dur="150" fill="hold" autoRev="1" repeatCount="20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609" presetID="32" presetClass="emph" presetSubtype="0" fill="hold" grpId="4" nodeType="withEffect">
                                  <p:stCondLst>
                                    <p:cond delay="520"/>
                                  </p:stCondLst>
                                  <p:childTnLst>
                                    <p:animRot by="120000">
                                      <p:cBhvr>
                                        <p:cTn id="608" dur="150" fill="hold" autoRev="1" repeatCount="20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611" presetID="32" presetClass="emph" presetSubtype="0" fill="hold" grpId="4" nodeType="withEffect">
                                  <p:stCondLst>
                                    <p:cond delay="520"/>
                                  </p:stCondLst>
                                  <p:childTnLst>
                                    <p:animRot by="120000">
                                      <p:cBhvr>
                                        <p:cTn id="610" dur="150" fill="hold" autoRev="1" repeatCount="20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613" presetID="32" presetClass="emph" presetSubtype="0" fill="hold" grpId="4" nodeType="withEffect">
                                  <p:stCondLst>
                                    <p:cond delay="520"/>
                                  </p:stCondLst>
                                  <p:childTnLst>
                                    <p:animRot by="120000">
                                      <p:cBhvr>
                                        <p:cTn id="612" dur="150" fill="hold" autoRev="1" repeatCount="20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615" presetID="32" presetClass="emph" presetSubtype="0" fill="hold" grpId="4" nodeType="withEffect">
                                  <p:stCondLst>
                                    <p:cond delay="520"/>
                                  </p:stCondLst>
                                  <p:childTnLst>
                                    <p:animRot by="120000">
                                      <p:cBhvr>
                                        <p:cTn id="614" dur="150" fill="hold" autoRev="1" repeatCount="20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617" presetID="32" presetClass="emph" presetSubtype="0" fill="hold" grpId="4" nodeType="withEffect">
                                  <p:stCondLst>
                                    <p:cond delay="520"/>
                                  </p:stCondLst>
                                  <p:childTnLst>
                                    <p:animRot by="120000">
                                      <p:cBhvr>
                                        <p:cTn id="616" dur="150" fill="hold" autoRev="1" repeatCount="20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619" presetID="1" presetClass="exit" presetSubtype="0" fill="hold" grpId="3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6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1" presetID="1" presetClass="exit" presetSubtype="0" fill="hold" grpId="3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6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3" presetID="1" presetClass="exit" presetSubtype="0" fill="hold" grpId="4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6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5" presetID="1" presetClass="exit" presetSubtype="0" fill="hold" grpId="4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6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7" presetID="1" presetClass="exit" presetSubtype="0" fill="hold" grpId="4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6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9" presetID="1" presetClass="exit" presetSubtype="0" fill="hold" grpId="4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6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5" presetID="53" presetClass="entr" presetSubtype="16" fill="hold" grpId="3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6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1" dur="45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w*1.14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2" dur="45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h*1.14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33" dur="225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 vol="80000">
                                        <p:cTn id="634" display="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ndTgt r:embed="rId900" name="pop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640" presetID="53" presetClass="entr" presetSubtype="16" fill="hold" grpId="3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6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7" dur="45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w*1.14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8" dur="45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h*1.14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39" dur="225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4" presetID="10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6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2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 vol="80000">
                                        <p:cTn id="643" display="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ndTgt r:embed="rId907" name="sw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646" presetID="0" presetClass="path" presetSubtype="0" fill="hold" grpId="1" nodeType="withEffect">
                                  <p:stCondLst>
                                    <p:cond delay="560"/>
                                  </p:stCondLst>
                                  <p:childTnLst>
                                    <p:animMotion origin="layout" path="M -0.1354 0 L 0 0 E" pathEditMode="relative">
                                      <p:cBhvr>
                                        <p:cTn id="645" dur="700" fill="hold" decel="700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52" presetID="53" presetClass="entr" presetSubtype="16" fill="hold" grpId="0" nodeType="withEffect">
                                  <p:stCondLst>
                                    <p:cond delay="760"/>
                                  </p:stCondLst>
                                  <p:childTnLst>
                                    <p:set>
                                      <p:cBhvr>
                                        <p:cTn id="6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w*1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h*1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0" dur="2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 vol="80000">
                                        <p:cTn id="651" display="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ndTgt r:embed="rId908" name="din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655" presetID="10" presetClass="entr" presetSubtype="0" fill="hold" grpId="5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4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7" presetID="1" presetClass="exit" presetSubtype="0" fill="hold" grpId="3" nodeType="withEffect">
                                  <p:stCondLst>
                                    <p:cond delay="1350"/>
                                  </p:stCondLst>
                                  <p:childTnLst>
                                    <p:set>
                                      <p:cBhvr>
                                        <p:cTn id="6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0" presetID="10" presetClass="entr" presetSubtype="0" fill="hold" grpId="5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6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9" dur="2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2" presetID="1" presetClass="exit" presetSubtype="0" fill="hold" grpId="6" nodeType="withEffect">
                                  <p:stCondLst>
                                    <p:cond delay="1650"/>
                                  </p:stCondLst>
                                  <p:childTnLst>
                                    <p:set>
                                      <p:cBhvr>
                                        <p:cTn id="6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4" presetID="1" presetClass="exit" presetSubtype="0" fill="hold" grpId="3" nodeType="withEffect">
                                  <p:stCondLst>
                                    <p:cond delay="1650"/>
                                  </p:stCondLst>
                                  <p:childTnLst>
                                    <p:set>
                                      <p:cBhvr>
                                        <p:cTn id="6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0" presetID="53" presetClass="entr" presetSubtype="32" fill="hold" grpId="3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6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6" dur="45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2.6"/>
                                          </p:val>
                                        </p:tav>
                                        <p:tav tm="70000">
                                          <p:val>
                                            <p:strVal val="#ppt_w*0.94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7" dur="45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2.6"/>
                                          </p:val>
                                        </p:tav>
                                        <p:tav tm="70000">
                                          <p:val>
                                            <p:strVal val="#ppt_h*0.94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8" dur="203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 vol="80000">
                                        <p:cTn id="669" display="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ndTgt r:embed="rId903" name="stamp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672" presetID="1" presetClass="exit" presetSubtype="0" fill="hold" grpId="1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6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5" presetID="10" presetClass="exit" presetSubtype="0" fill="hold" grpId="5" nodeType="withEffect">
                                  <p:stCondLst>
                                    <p:cond delay="14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73" dur="2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74" dur="1" fill="hold">
                                          <p:stCondLst>
                                            <p:cond delay="199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8" presetID="10" presetClass="entr" presetSubtype="0" fill="hold" grpId="3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6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7" dur="2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1" presetID="10" presetClass="entr" presetSubtype="0" fill="hold" grpId="3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6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0" dur="2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3" presetID="1" presetClass="exit" presetSubtype="0" fill="hold" grpId="3" nodeType="withEffect">
                                  <p:stCondLst>
                                    <p:cond delay="1620"/>
                                  </p:stCondLst>
                                  <p:childTnLst>
                                    <p:set>
                                      <p:cBhvr>
                                        <p:cTn id="6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5" presetID="1" presetClass="exit" presetSubtype="0" fill="hold" grpId="3" nodeType="withEffect">
                                  <p:stCondLst>
                                    <p:cond delay="1620"/>
                                  </p:stCondLst>
                                  <p:childTnLst>
                                    <p:set>
                                      <p:cBhvr>
                                        <p:cTn id="6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7" presetID="1" presetClass="exit" presetSubtype="0" fill="hold" grpId="3" nodeType="withEffect">
                                  <p:stCondLst>
                                    <p:cond delay="1620"/>
                                  </p:stCondLst>
                                  <p:childTnLst>
                                    <p:set>
                                      <p:cBhvr>
                                        <p:cTn id="6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0" presetID="22" presetClass="entr" presetSubtype="8" fill="hold" grpId="3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6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89" dur="3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3" presetID="22" presetClass="entr" presetSubtype="8" fill="hold" grpId="3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6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92" dur="3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9" presetID="53" presetClass="entr" presetSubtype="16" fill="hold" grpId="3" nodeType="withEffect">
                                  <p:stCondLst>
                                    <p:cond delay="1460"/>
                                  </p:stCondLst>
                                  <p:childTnLst>
                                    <p:set>
                                      <p:cBhvr>
                                        <p:cTn id="6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5" dur="45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w*1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6" dur="45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h*1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97" dur="225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 vol="80000">
                                        <p:cTn id="698" display="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ndTgt r:embed="rId909" name="fail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704" presetID="53" presetClass="entr" presetSubtype="16" fill="hold" grpId="3" nodeType="withEffect">
                                  <p:stCondLst>
                                    <p:cond delay="1460"/>
                                  </p:stCondLst>
                                  <p:childTnLst>
                                    <p:set>
                                      <p:cBhvr>
                                        <p:cTn id="7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1" dur="45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w*1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2" dur="45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h*1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3" dur="225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9" presetID="53" presetClass="entr" presetSubtype="16" fill="hold" grpId="3" nodeType="withEffect">
                                  <p:stCondLst>
                                    <p:cond delay="1460"/>
                                  </p:stCondLst>
                                  <p:childTnLst>
                                    <p:set>
                                      <p:cBhvr>
                                        <p:cTn id="7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6" dur="45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w*1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7" dur="45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h*1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8" dur="225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1" presetID="0" presetClass="emph" presetSubtype="0" fill="hold" grpId="1" nodeType="withEffect">
                                  <p:stCondLst>
                                    <p:cond delay="1400"/>
                                  </p:stCondLst>
                                  <p:childTnLst>
                                    <p:animMotion origin="layout" path="M 0 0 L 0.004 0 E" pathEditMode="relative">
                                      <p:cBhvr>
                                        <p:cTn id="710" dur="83" fill="hold" autoRev="1" repeatCount="3000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13" presetID="0" presetClass="emph" presetSubtype="0" fill="hold" grpId="2" nodeType="withEffect">
                                  <p:stCondLst>
                                    <p:cond delay="1400"/>
                                  </p:stCondLst>
                                  <p:childTnLst>
                                    <p:animMotion origin="layout" path="M 0 0 L 0.004 0 E" pathEditMode="relative">
                                      <p:cBhvr>
                                        <p:cTn id="712" dur="83" fill="hold" autoRev="1" repeatCount="3000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15" presetID="0" presetClass="emph" presetSubtype="0" fill="hold" grpId="1" nodeType="withEffect">
                                  <p:stCondLst>
                                    <p:cond delay="1400"/>
                                  </p:stCondLst>
                                  <p:childTnLst>
                                    <p:animMotion origin="layout" path="M 0 0 L 0.004 0 E" pathEditMode="relative">
                                      <p:cBhvr>
                                        <p:cTn id="714" dur="83" fill="hold" autoRev="1" repeatCount="3000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17" presetID="0" presetClass="emph" presetSubtype="0" fill="hold" grpId="1" nodeType="withEffect">
                                  <p:stCondLst>
                                    <p:cond delay="1400"/>
                                  </p:stCondLst>
                                  <p:childTnLst>
                                    <p:animMotion origin="layout" path="M 0 0 L 0.004 0 E" pathEditMode="relative">
                                      <p:cBhvr>
                                        <p:cTn id="716" dur="83" fill="hold" autoRev="1" repeatCount="3000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19" presetID="0" presetClass="emph" presetSubtype="0" fill="hold" grpId="3" nodeType="withEffect">
                                  <p:stCondLst>
                                    <p:cond delay="1400"/>
                                  </p:stCondLst>
                                  <p:childTnLst>
                                    <p:animMotion origin="layout" path="M 0 0 L 0.004 0 E" pathEditMode="relative">
                                      <p:cBhvr>
                                        <p:cTn id="718" dur="83" fill="hold" autoRev="1" repeatCount="3000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21" presetID="0" presetClass="emph" presetSubtype="0" fill="hold" grpId="3" nodeType="withEffect">
                                  <p:stCondLst>
                                    <p:cond delay="1400"/>
                                  </p:stCondLst>
                                  <p:childTnLst>
                                    <p:animMotion origin="layout" path="M 0 0 L 0.004 0 E" pathEditMode="relative">
                                      <p:cBhvr>
                                        <p:cTn id="720" dur="83" fill="hold" autoRev="1" repeatCount="3000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23" presetID="0" presetClass="emph" presetSubtype="0" fill="hold" grpId="3" nodeType="withEffect">
                                  <p:stCondLst>
                                    <p:cond delay="1400"/>
                                  </p:stCondLst>
                                  <p:childTnLst>
                                    <p:animMotion origin="layout" path="M 0 0 L 0.004 0 E" pathEditMode="relative">
                                      <p:cBhvr>
                                        <p:cTn id="722" dur="83" fill="hold" autoRev="1" repeatCount="3000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25" presetID="0" presetClass="emph" presetSubtype="0" fill="hold" grpId="2" nodeType="withEffect">
                                  <p:stCondLst>
                                    <p:cond delay="1400"/>
                                  </p:stCondLst>
                                  <p:childTnLst>
                                    <p:animMotion origin="layout" path="M 0 0 L 0.004 0 E" pathEditMode="relative">
                                      <p:cBhvr>
                                        <p:cTn id="724" dur="83" fill="hold" autoRev="1" repeatCount="3000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27" presetID="0" presetClass="emph" presetSubtype="0" fill="hold" grpId="1" nodeType="withEffect">
                                  <p:stCondLst>
                                    <p:cond delay="1400"/>
                                  </p:stCondLst>
                                  <p:childTnLst>
                                    <p:animMotion origin="layout" path="M 0 0 L 0.004 0 E" pathEditMode="relative">
                                      <p:cBhvr>
                                        <p:cTn id="726" dur="83" fill="hold" autoRev="1" repeatCount="3000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29" presetID="0" presetClass="emph" presetSubtype="0" fill="hold" grpId="3" nodeType="withEffect">
                                  <p:stCondLst>
                                    <p:cond delay="1400"/>
                                  </p:stCondLst>
                                  <p:childTnLst>
                                    <p:animMotion origin="layout" path="M 0 0 L 0.004 0 E" pathEditMode="relative">
                                      <p:cBhvr>
                                        <p:cTn id="728" dur="83" fill="hold" autoRev="1" repeatCount="3000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31" presetID="0" presetClass="emph" presetSubtype="0" fill="hold" grpId="3" nodeType="withEffect">
                                  <p:stCondLst>
                                    <p:cond delay="1400"/>
                                  </p:stCondLst>
                                  <p:childTnLst>
                                    <p:animMotion origin="layout" path="M 0 0 L 0.004 0 E" pathEditMode="relative">
                                      <p:cBhvr>
                                        <p:cTn id="730" dur="83" fill="hold" autoRev="1" repeatCount="3000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33" presetID="0" presetClass="emph" presetSubtype="0" fill="hold" grpId="3" nodeType="withEffect">
                                  <p:stCondLst>
                                    <p:cond delay="1400"/>
                                  </p:stCondLst>
                                  <p:childTnLst>
                                    <p:animMotion origin="layout" path="M 0 0 L 0.004 0 E" pathEditMode="relative">
                                      <p:cBhvr>
                                        <p:cTn id="732" dur="83" fill="hold" autoRev="1" repeatCount="3000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35" presetID="0" presetClass="emph" presetSubtype="0" fill="hold" grpId="2" nodeType="withEffect">
                                  <p:stCondLst>
                                    <p:cond delay="1400"/>
                                  </p:stCondLst>
                                  <p:childTnLst>
                                    <p:animMotion origin="layout" path="M 0 0 L 0.004 0 E" pathEditMode="relative">
                                      <p:cBhvr>
                                        <p:cTn id="734" dur="83" fill="hold" autoRev="1" repeatCount="3000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37" presetID="0" presetClass="emph" presetSubtype="0" fill="hold" grpId="1" nodeType="withEffect">
                                  <p:stCondLst>
                                    <p:cond delay="1400"/>
                                  </p:stCondLst>
                                  <p:childTnLst>
                                    <p:animMotion origin="layout" path="M 0 0 L 0.004 0 E" pathEditMode="relative">
                                      <p:cBhvr>
                                        <p:cTn id="736" dur="83" fill="hold" autoRev="1" repeatCount="3000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40" presetID="10" presetClass="entr" presetSubtype="0" fill="hold" grpId="4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7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9" dur="4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5" presetID="53" presetClass="entr" presetSubtype="16" fill="hold" grpId="4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7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42" dur="45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w*1.14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3" dur="45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h*1.14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4" dur="225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8" presetID="10" presetClass="exit" presetSubtype="0" fill="hold" grpId="4" nodeType="withEffect">
                                  <p:stCondLst>
                                    <p:cond delay="31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46" dur="45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47" dur="1" fill="hold">
                                          <p:stCondLst>
                                            <p:cond delay="449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"/>
                  </p:tgtEl>
                </p:cond>
              </p:nextCondLst>
            </p:seq>
            <p:seq concurrent="1" nextAc="seek">
              <p:cTn id="750" restart="whenNotActive" fill="hold" evtFilter="cancelBubble" nodeType="interactiveSeq">
                <p:stCondLst>
                  <p:cond evt="onClick" delay="0">
                    <p:tgtEl>
                      <p:spTgt spid="9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51" fill="hold">
                      <p:stCondLst>
                        <p:cond delay="0"/>
                      </p:stCondLst>
                      <p:childTnLst>
                        <p:par>
                          <p:cTn id="963" fill="hold">
                            <p:stCondLst>
                              <p:cond delay="0"/>
                            </p:stCondLst>
                            <p:childTnLst>
                              <p:par>
                                <p:cTn id="755" presetID="10" presetClass="entr" presetSubtype="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3" dur="2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 vol="80000">
                                        <p:cTn id="754" display="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ndTgt r:embed="rId905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757" presetID="0" presetClass="path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0.0074 E" pathEditMode="relative">
                                      <p:cBhvr>
                                        <p:cTn id="756" dur="90" fill="hold" autoRev="1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59" presetID="0" presetClass="path" presetSubtype="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0.0074 E" pathEditMode="relative">
                                      <p:cBhvr>
                                        <p:cTn id="758" dur="90" fill="hold" autoRev="1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61" presetID="0" presetClass="path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0.0074 E" pathEditMode="relative">
                                      <p:cBhvr>
                                        <p:cTn id="760" dur="90" fill="hold" autoRev="1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63" presetID="0" presetClass="path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0.0074 E" pathEditMode="relative">
                                      <p:cBhvr>
                                        <p:cTn id="762" dur="90" fill="hold" autoRev="1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65" presetID="1" presetClass="exit" presetSubtype="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7" presetID="1" presetClass="exit" presetSubtype="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9" presetID="1" presetClass="exit" presetSubtype="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1" presetID="1" presetClass="exit" presetSubtype="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3" presetID="1" presetClass="exit" presetSubtype="0" fill="hold" grpId="5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5" presetID="1" presetClass="exit" presetSubtype="0" fill="hold" grpId="5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8" presetID="0" presetClass="path" presetSubtype="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15625 0 E" pathEditMode="relative">
                                      <p:cBhvr>
                                        <p:cTn id="776" dur="700" fill="hold" autoRev="1" accel="30000" decel="300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  <p:subTnLst>
                                    <p:audio>
                                      <p:cMediaNode vol="80000">
                                        <p:cTn id="777" display="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ndTgt r:embed="rId906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780" presetID="0" presetClass="path" presetSubtype="0" fill="hold" grpId="6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15625 0 E" pathEditMode="relative">
                                      <p:cBhvr>
                                        <p:cTn id="779" dur="700" fill="hold" autoRev="1" accel="30000" decel="300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82" presetID="0" presetClass="path" presetSubtype="0" fill="hold" grpId="5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15625 0 E" pathEditMode="relative">
                                      <p:cBhvr>
                                        <p:cTn id="781" dur="700" fill="hold" autoRev="1" accel="30000" decel="300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84" presetID="0" presetClass="path" presetSubtype="0" fill="hold" grpId="5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15625 0 E" pathEditMode="relative">
                                      <p:cBhvr>
                                        <p:cTn id="783" dur="700" fill="hold" autoRev="1" accel="30000" decel="300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86" presetID="32" presetClass="emph" presetSubtype="0" fill="hold" grpId="5" nodeType="withEffect">
                                  <p:stCondLst>
                                    <p:cond delay="0"/>
                                  </p:stCondLst>
                                  <p:childTnLst>
                                    <p:animRot by="180000">
                                      <p:cBhvr>
                                        <p:cTn id="785" dur="350" fill="hold" autoRev="1" repeatCount="2000"/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88" presetID="32" presetClass="emph" presetSubtype="0" fill="hold" grpId="7" nodeType="withEffect">
                                  <p:stCondLst>
                                    <p:cond delay="0"/>
                                  </p:stCondLst>
                                  <p:childTnLst>
                                    <p:animRot by="180000">
                                      <p:cBhvr>
                                        <p:cTn id="787" dur="350" fill="hold" autoRev="1" repeatCount="20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90" presetID="32" presetClass="emph" presetSubtype="0" fill="hold" grpId="6" nodeType="withEffect">
                                  <p:stCondLst>
                                    <p:cond delay="0"/>
                                  </p:stCondLst>
                                  <p:childTnLst>
                                    <p:animRot by="180000">
                                      <p:cBhvr>
                                        <p:cTn id="789" dur="350" fill="hold" autoRev="1" repeatCount="20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92" presetID="32" presetClass="emph" presetSubtype="0" fill="hold" grpId="6" nodeType="withEffect">
                                  <p:stCondLst>
                                    <p:cond delay="0"/>
                                  </p:stCondLst>
                                  <p:childTnLst>
                                    <p:animRot by="180000">
                                      <p:cBhvr>
                                        <p:cTn id="791" dur="350" fill="hold" autoRev="1" repeatCount="20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96" presetID="10" presetClass="entr" presetSubtype="0" fill="hold" grpId="2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7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4" dur="2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 vol="80000">
                                        <p:cTn id="795" display="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ndTgt r:embed="rId907" name="sw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799" presetID="10" presetClass="exit" presetSubtype="0" fill="hold" grpId="3" nodeType="withEffect">
                                  <p:stCondLst>
                                    <p:cond delay="82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9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98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02" presetID="10" presetClass="entr" presetSubtype="0" fill="hold" grpId="5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8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1" dur="2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4" presetID="32" presetClass="emph" presetSubtype="0" fill="hold" grpId="4" nodeType="withEffect">
                                  <p:stCondLst>
                                    <p:cond delay="520"/>
                                  </p:stCondLst>
                                  <p:childTnLst>
                                    <p:animRot by="120000">
                                      <p:cBhvr>
                                        <p:cTn id="803" dur="150" fill="hold" autoRev="1" repeatCount="20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806" presetID="32" presetClass="emph" presetSubtype="0" fill="hold" grpId="7" nodeType="withEffect">
                                  <p:stCondLst>
                                    <p:cond delay="520"/>
                                  </p:stCondLst>
                                  <p:childTnLst>
                                    <p:animRot by="120000">
                                      <p:cBhvr>
                                        <p:cTn id="805" dur="150" fill="hold" autoRev="1" repeatCount="20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808" presetID="32" presetClass="emph" presetSubtype="0" fill="hold" grpId="6" nodeType="withEffect">
                                  <p:stCondLst>
                                    <p:cond delay="520"/>
                                  </p:stCondLst>
                                  <p:childTnLst>
                                    <p:animRot by="120000">
                                      <p:cBhvr>
                                        <p:cTn id="807" dur="150" fill="hold" autoRev="1" repeatCount="20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810" presetID="32" presetClass="emph" presetSubtype="0" fill="hold" grpId="6" nodeType="withEffect">
                                  <p:stCondLst>
                                    <p:cond delay="520"/>
                                  </p:stCondLst>
                                  <p:childTnLst>
                                    <p:animRot by="120000">
                                      <p:cBhvr>
                                        <p:cTn id="809" dur="150" fill="hold" autoRev="1" repeatCount="20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812" presetID="32" presetClass="emph" presetSubtype="0" fill="hold" grpId="5" nodeType="withEffect">
                                  <p:stCondLst>
                                    <p:cond delay="520"/>
                                  </p:stCondLst>
                                  <p:childTnLst>
                                    <p:animRot by="120000">
                                      <p:cBhvr>
                                        <p:cTn id="811" dur="150" fill="hold" autoRev="1" repeatCount="20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814" presetID="32" presetClass="emph" presetSubtype="0" fill="hold" grpId="5" nodeType="withEffect">
                                  <p:stCondLst>
                                    <p:cond delay="520"/>
                                  </p:stCondLst>
                                  <p:childTnLst>
                                    <p:animRot by="120000">
                                      <p:cBhvr>
                                        <p:cTn id="813" dur="150" fill="hold" autoRev="1" repeatCount="20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816" presetID="32" presetClass="emph" presetSubtype="0" fill="hold" grpId="5" nodeType="withEffect">
                                  <p:stCondLst>
                                    <p:cond delay="520"/>
                                  </p:stCondLst>
                                  <p:childTnLst>
                                    <p:animRot by="120000">
                                      <p:cBhvr>
                                        <p:cTn id="815" dur="150" fill="hold" autoRev="1" repeatCount="20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818" presetID="32" presetClass="emph" presetSubtype="0" fill="hold" grpId="5" nodeType="withEffect">
                                  <p:stCondLst>
                                    <p:cond delay="520"/>
                                  </p:stCondLst>
                                  <p:childTnLst>
                                    <p:animRot by="120000">
                                      <p:cBhvr>
                                        <p:cTn id="817" dur="150" fill="hold" autoRev="1" repeatCount="20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820" presetID="1" presetClass="exit" presetSubtype="0" fill="hold" grpId="5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8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22" presetID="1" presetClass="exit" presetSubtype="0" fill="hold" grpId="5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8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24" presetID="1" presetClass="exit" presetSubtype="0" fill="hold" grpId="5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8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26" presetID="1" presetClass="exit" presetSubtype="0" fill="hold" grpId="5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8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28" presetID="1" presetClass="exit" presetSubtype="0" fill="hold" grpId="6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8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0" presetID="1" presetClass="exit" presetSubtype="0" fill="hold" grpId="6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8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6" presetID="53" presetClass="entr" presetSubtype="16" fill="hold" grpId="5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8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2" dur="4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w*1.14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3" dur="4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h*1.14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34" dur="225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 vol="80000">
                                        <p:cTn id="835" display="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ndTgt r:embed="rId900" name="pop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841" presetID="53" presetClass="entr" presetSubtype="16" fill="hold" grpId="5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8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8" dur="4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w*1.14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9" dur="4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h*1.14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40" dur="225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7" presetID="53" presetClass="entr" presetSubtype="16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8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43" dur="4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w*1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4" dur="4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h*1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45" dur="225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 vol="80000">
                                        <p:cTn id="846" display="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ndTgt r:embed="rId910" name="alarm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849" presetID="32" presetClass="emph" presetSubtype="0" fill="hold" grpId="1" nodeType="withEffect">
                                  <p:stCondLst>
                                    <p:cond delay="600"/>
                                  </p:stCondLst>
                                  <p:childTnLst>
                                    <p:animRot by="540000">
                                      <p:cBhvr>
                                        <p:cTn id="848" dur="140" fill="hold" autoRev="1" repeatCount="20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851" presetID="1" presetClass="exit" presetSubtype="0" fill="hold" grpId="2" nodeType="withEffect">
                                  <p:stCondLst>
                                    <p:cond delay="1240"/>
                                  </p:stCondLst>
                                  <p:childTnLst>
                                    <p:set>
                                      <p:cBhvr>
                                        <p:cTn id="8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3" presetID="1" presetClass="entr" presetSubtype="0" fill="hold" grpId="0" nodeType="withEffect">
                                  <p:stCondLst>
                                    <p:cond delay="1240"/>
                                  </p:stCondLst>
                                  <p:childTnLst>
                                    <p:set>
                                      <p:cBhvr>
                                        <p:cTn id="8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7" presetID="2" presetClass="entr" presetSubtype="1" fill="hold" grpId="0" nodeType="withEffect">
                                  <p:stCondLst>
                                    <p:cond delay="760"/>
                                  </p:stCondLst>
                                  <p:childTnLst>
                                    <p:set>
                                      <p:cBhvr>
                                        <p:cTn id="8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5" dur="6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62000">
                                          <p:val>
                                            <p:strVal val="#ppt_y+#ppt_h*0.05"/>
                                          </p:val>
                                        </p:tav>
                                        <p:tav tm="80000">
                                          <p:val>
                                            <p:strVal val="#ppt_y-#ppt_h*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56" dur="6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60" presetID="26" presetClass="emph" presetSubtype="0" fill="hold" grpId="1" nodeType="withEffect">
                                  <p:stCondLst>
                                    <p:cond delay="1140"/>
                                  </p:stCondLst>
                                  <p:childTnLst>
                                    <p:animScale>
                                      <p:cBhvr>
                                        <p:cTn id="858" dur="130" fill="hold" autoRev="1"/>
                                        <p:tgtEl>
                                          <p:spTgt spid="17"/>
                                        </p:tgtEl>
                                      </p:cBhvr>
                                      <p:by x="104000" y="104000"/>
                                    </p:animScale>
                                  </p:childTnLst>
                                  <p:subTnLst>
                                    <p:audio>
                                      <p:cMediaNode vol="80000">
                                        <p:cTn id="859" display="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ndTgt r:embed="rId911" name="plop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863" presetID="10" presetClass="entr" presetSubtype="0" fill="hold" grpId="7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8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5" presetID="1" presetClass="exit" presetSubtype="0" fill="hold" grpId="6" nodeType="withEffect">
                                  <p:stCondLst>
                                    <p:cond delay="1350"/>
                                  </p:stCondLst>
                                  <p:childTnLst>
                                    <p:set>
                                      <p:cBhvr>
                                        <p:cTn id="8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67" presetID="1" presetClass="exit" presetSubtype="0" fill="hold" grpId="8" nodeType="withEffect">
                                  <p:stCondLst>
                                    <p:cond delay="1350"/>
                                  </p:stCondLst>
                                  <p:childTnLst>
                                    <p:set>
                                      <p:cBhvr>
                                        <p:cTn id="8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0" presetID="10" presetClass="entr" presetSubtype="0" fill="hold" grpId="6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8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9" dur="2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2" presetID="1" presetClass="exit" presetSubtype="0" fill="hold" grpId="7" nodeType="withEffect">
                                  <p:stCondLst>
                                    <p:cond delay="1650"/>
                                  </p:stCondLst>
                                  <p:childTnLst>
                                    <p:set>
                                      <p:cBhvr>
                                        <p:cTn id="8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4" presetID="1" presetClass="exit" presetSubtype="0" fill="hold" grpId="5" nodeType="withEffect">
                                  <p:stCondLst>
                                    <p:cond delay="1650"/>
                                  </p:stCondLst>
                                  <p:childTnLst>
                                    <p:set>
                                      <p:cBhvr>
                                        <p:cTn id="8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6" presetID="1" presetClass="exit" presetSubtype="0" fill="hold" grpId="8" nodeType="withEffect">
                                  <p:stCondLst>
                                    <p:cond delay="1650"/>
                                  </p:stCondLst>
                                  <p:childTnLst>
                                    <p:set>
                                      <p:cBhvr>
                                        <p:cTn id="8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8" presetID="1" presetClass="exit" presetSubtype="0" fill="hold" grpId="7" nodeType="withEffect">
                                  <p:stCondLst>
                                    <p:cond delay="1650"/>
                                  </p:stCondLst>
                                  <p:childTnLst>
                                    <p:set>
                                      <p:cBhvr>
                                        <p:cTn id="8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84" presetID="53" presetClass="entr" presetSubtype="32" fill="hold" grpId="3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8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80" dur="45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2.6"/>
                                          </p:val>
                                        </p:tav>
                                        <p:tav tm="70000">
                                          <p:val>
                                            <p:strVal val="#ppt_w*0.94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1" dur="45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2.6"/>
                                          </p:val>
                                        </p:tav>
                                        <p:tav tm="70000">
                                          <p:val>
                                            <p:strVal val="#ppt_h*0.94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82" dur="203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 vol="80000">
                                        <p:cTn id="883" display="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ndTgt r:embed="rId903" name="stamp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886" presetID="1" presetClass="exit" presetSubtype="0" fill="hold" grpId="1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8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89" presetID="10" presetClass="exit" presetSubtype="0" fill="hold" grpId="5" nodeType="withEffect">
                                  <p:stCondLst>
                                    <p:cond delay="14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87" dur="2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88" dur="1" fill="hold">
                                          <p:stCondLst>
                                            <p:cond delay="199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2" presetID="10" presetClass="entr" presetSubtype="0" fill="hold" grpId="3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8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1" dur="2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5" presetID="10" presetClass="entr" presetSubtype="0" fill="hold" grpId="3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8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4" dur="2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7" presetID="1" presetClass="exit" presetSubtype="0" fill="hold" grpId="3" nodeType="withEffect">
                                  <p:stCondLst>
                                    <p:cond delay="1620"/>
                                  </p:stCondLst>
                                  <p:childTnLst>
                                    <p:set>
                                      <p:cBhvr>
                                        <p:cTn id="8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9" presetID="1" presetClass="exit" presetSubtype="0" fill="hold" grpId="3" nodeType="withEffect">
                                  <p:stCondLst>
                                    <p:cond delay="1620"/>
                                  </p:stCondLst>
                                  <p:childTnLst>
                                    <p:set>
                                      <p:cBhvr>
                                        <p:cTn id="8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01" presetID="1" presetClass="exit" presetSubtype="0" fill="hold" grpId="3" nodeType="withEffect">
                                  <p:stCondLst>
                                    <p:cond delay="1620"/>
                                  </p:stCondLst>
                                  <p:childTnLst>
                                    <p:set>
                                      <p:cBhvr>
                                        <p:cTn id="9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04" presetID="22" presetClass="entr" presetSubtype="8" fill="hold" grpId="3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9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03" dur="3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7" presetID="22" presetClass="entr" presetSubtype="8" fill="hold" grpId="3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9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06" dur="3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3" presetID="53" presetClass="entr" presetSubtype="16" fill="hold" grpId="3" nodeType="withEffect">
                                  <p:stCondLst>
                                    <p:cond delay="1460"/>
                                  </p:stCondLst>
                                  <p:childTnLst>
                                    <p:set>
                                      <p:cBhvr>
                                        <p:cTn id="9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09" dur="45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w*1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10" dur="45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h*1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11" dur="225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 vol="80000">
                                        <p:cTn id="912" display="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ndTgt r:embed="rId909" name="fail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918" presetID="53" presetClass="entr" presetSubtype="16" fill="hold" grpId="3" nodeType="withEffect">
                                  <p:stCondLst>
                                    <p:cond delay="1460"/>
                                  </p:stCondLst>
                                  <p:childTnLst>
                                    <p:set>
                                      <p:cBhvr>
                                        <p:cTn id="9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5" dur="45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w*1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16" dur="45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h*1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17" dur="225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3" presetID="53" presetClass="entr" presetSubtype="16" fill="hold" grpId="3" nodeType="withEffect">
                                  <p:stCondLst>
                                    <p:cond delay="1460"/>
                                  </p:stCondLst>
                                  <p:childTnLst>
                                    <p:set>
                                      <p:cBhvr>
                                        <p:cTn id="9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0" dur="45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w*1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1" dur="45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h*1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22" dur="225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5" presetID="0" presetClass="emph" presetSubtype="0" fill="hold" grpId="2" nodeType="withEffect">
                                  <p:stCondLst>
                                    <p:cond delay="1400"/>
                                  </p:stCondLst>
                                  <p:childTnLst>
                                    <p:animMotion origin="layout" path="M 0 0 L 0.004 0 E" pathEditMode="relative">
                                      <p:cBhvr>
                                        <p:cTn id="924" dur="83" fill="hold" autoRev="1" repeatCount="3000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27" presetID="0" presetClass="emph" presetSubtype="0" fill="hold" grpId="3" nodeType="withEffect">
                                  <p:stCondLst>
                                    <p:cond delay="1400"/>
                                  </p:stCondLst>
                                  <p:childTnLst>
                                    <p:animMotion origin="layout" path="M 0 0 L 0.004 0 E" pathEditMode="relative">
                                      <p:cBhvr>
                                        <p:cTn id="926" dur="83" fill="hold" autoRev="1" repeatCount="3000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29" presetID="0" presetClass="emph" presetSubtype="0" fill="hold" grpId="2" nodeType="withEffect">
                                  <p:stCondLst>
                                    <p:cond delay="1400"/>
                                  </p:stCondLst>
                                  <p:childTnLst>
                                    <p:animMotion origin="layout" path="M 0 0 L 0.004 0 E" pathEditMode="relative">
                                      <p:cBhvr>
                                        <p:cTn id="928" dur="83" fill="hold" autoRev="1" repeatCount="3000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31" presetID="0" presetClass="emph" presetSubtype="0" fill="hold" grpId="2" nodeType="withEffect">
                                  <p:stCondLst>
                                    <p:cond delay="1400"/>
                                  </p:stCondLst>
                                  <p:childTnLst>
                                    <p:animMotion origin="layout" path="M 0 0 L 0.004 0 E" pathEditMode="relative">
                                      <p:cBhvr>
                                        <p:cTn id="930" dur="83" fill="hold" autoRev="1" repeatCount="3000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33" presetID="0" presetClass="emph" presetSubtype="0" fill="hold" grpId="5" nodeType="withEffect">
                                  <p:stCondLst>
                                    <p:cond delay="1400"/>
                                  </p:stCondLst>
                                  <p:childTnLst>
                                    <p:animMotion origin="layout" path="M 0 0 L 0.004 0 E" pathEditMode="relative">
                                      <p:cBhvr>
                                        <p:cTn id="932" dur="83" fill="hold" autoRev="1" repeatCount="3000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35" presetID="0" presetClass="emph" presetSubtype="0" fill="hold" grpId="4" nodeType="withEffect">
                                  <p:stCondLst>
                                    <p:cond delay="1400"/>
                                  </p:stCondLst>
                                  <p:childTnLst>
                                    <p:animMotion origin="layout" path="M 0 0 L 0.004 0 E" pathEditMode="relative">
                                      <p:cBhvr>
                                        <p:cTn id="934" dur="83" fill="hold" autoRev="1" repeatCount="3000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37" presetID="0" presetClass="emph" presetSubtype="0" fill="hold" grpId="4" nodeType="withEffect">
                                  <p:stCondLst>
                                    <p:cond delay="1400"/>
                                  </p:stCondLst>
                                  <p:childTnLst>
                                    <p:animMotion origin="layout" path="M 0 0 L 0.004 0 E" pathEditMode="relative">
                                      <p:cBhvr>
                                        <p:cTn id="936" dur="83" fill="hold" autoRev="1" repeatCount="3000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39" presetID="0" presetClass="emph" presetSubtype="0" fill="hold" grpId="3" nodeType="withEffect">
                                  <p:stCondLst>
                                    <p:cond delay="1400"/>
                                  </p:stCondLst>
                                  <p:childTnLst>
                                    <p:animMotion origin="layout" path="M 0 0 L 0.004 0 E" pathEditMode="relative">
                                      <p:cBhvr>
                                        <p:cTn id="938" dur="83" fill="hold" autoRev="1" repeatCount="3000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41" presetID="0" presetClass="emph" presetSubtype="0" fill="hold" grpId="2" nodeType="withEffect">
                                  <p:stCondLst>
                                    <p:cond delay="1400"/>
                                  </p:stCondLst>
                                  <p:childTnLst>
                                    <p:animMotion origin="layout" path="M 0 0 L 0.004 0 E" pathEditMode="relative">
                                      <p:cBhvr>
                                        <p:cTn id="940" dur="83" fill="hold" autoRev="1" repeatCount="3000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43" presetID="0" presetClass="emph" presetSubtype="0" fill="hold" grpId="5" nodeType="withEffect">
                                  <p:stCondLst>
                                    <p:cond delay="1400"/>
                                  </p:stCondLst>
                                  <p:childTnLst>
                                    <p:animMotion origin="layout" path="M 0 0 L 0.004 0 E" pathEditMode="relative">
                                      <p:cBhvr>
                                        <p:cTn id="942" dur="83" fill="hold" autoRev="1" repeatCount="3000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45" presetID="0" presetClass="emph" presetSubtype="0" fill="hold" grpId="4" nodeType="withEffect">
                                  <p:stCondLst>
                                    <p:cond delay="1400"/>
                                  </p:stCondLst>
                                  <p:childTnLst>
                                    <p:animMotion origin="layout" path="M 0 0 L 0.004 0 E" pathEditMode="relative">
                                      <p:cBhvr>
                                        <p:cTn id="944" dur="83" fill="hold" autoRev="1" repeatCount="3000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47" presetID="0" presetClass="emph" presetSubtype="0" fill="hold" grpId="4" nodeType="withEffect">
                                  <p:stCondLst>
                                    <p:cond delay="1400"/>
                                  </p:stCondLst>
                                  <p:childTnLst>
                                    <p:animMotion origin="layout" path="M 0 0 L 0.004 0 E" pathEditMode="relative">
                                      <p:cBhvr>
                                        <p:cTn id="946" dur="83" fill="hold" autoRev="1" repeatCount="3000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49" presetID="0" presetClass="emph" presetSubtype="0" fill="hold" grpId="3" nodeType="withEffect">
                                  <p:stCondLst>
                                    <p:cond delay="1400"/>
                                  </p:stCondLst>
                                  <p:childTnLst>
                                    <p:animMotion origin="layout" path="M 0 0 L 0.004 0 E" pathEditMode="relative">
                                      <p:cBhvr>
                                        <p:cTn id="948" dur="83" fill="hold" autoRev="1" repeatCount="3000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51" presetID="0" presetClass="emph" presetSubtype="0" fill="hold" grpId="2" nodeType="withEffect">
                                  <p:stCondLst>
                                    <p:cond delay="1400"/>
                                  </p:stCondLst>
                                  <p:childTnLst>
                                    <p:animMotion origin="layout" path="M 0 0 L 0.004 0 E" pathEditMode="relative">
                                      <p:cBhvr>
                                        <p:cTn id="950" dur="83" fill="hold" autoRev="1" repeatCount="3000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54" presetID="10" presetClass="entr" presetSubtype="0" fill="hold" grpId="5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9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3" dur="4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9" presetID="53" presetClass="entr" presetSubtype="16" fill="hold" grpId="5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9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6" dur="45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w*1.14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57" dur="45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h*1.14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58" dur="225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2" presetID="10" presetClass="exit" presetSubtype="0" fill="hold" grpId="4" nodeType="withEffect">
                                  <p:stCondLst>
                                    <p:cond delay="31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60" dur="45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61" dur="1" fill="hold">
                                          <p:stCondLst>
                                            <p:cond delay="449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4"/>
                  </p:tgtEl>
                </p:cond>
              </p:nextCondLst>
            </p:seq>
            <p:seq concurrent="1" nextAc="seek">
              <p:cTn id="964" restart="whenNotActive" fill="hold" evtFilter="cancelBubble" nodeType="interactiveSeq">
                <p:stCondLst>
                  <p:cond evt="onClick" delay="0">
                    <p:tgtEl>
                      <p:spTgt spid="9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65" fill="hold">
                      <p:stCondLst>
                        <p:cond delay="0"/>
                      </p:stCondLst>
                      <p:childTnLst>
                        <p:par>
                          <p:cTn id="1177" fill="hold">
                            <p:stCondLst>
                              <p:cond delay="0"/>
                            </p:stCondLst>
                            <p:childTnLst>
                              <p:par>
                                <p:cTn id="969" presetID="10" presetClass="entr" presetSubtype="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7" dur="2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 vol="80000">
                                        <p:cTn id="968" display="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ndTgt r:embed="rId905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971" presetID="0" presetClass="path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0.0074 E" pathEditMode="relative">
                                      <p:cBhvr>
                                        <p:cTn id="970" dur="90" fill="hold" autoRev="1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73" presetID="0" presetClass="path" presetSubtype="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0.0074 E" pathEditMode="relative">
                                      <p:cBhvr>
                                        <p:cTn id="972" dur="90" fill="hold" autoRev="1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75" presetID="0" presetClass="path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0.0074 E" pathEditMode="relative">
                                      <p:cBhvr>
                                        <p:cTn id="974" dur="90" fill="hold" autoRev="1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77" presetID="0" presetClass="path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0.0074 E" pathEditMode="relative">
                                      <p:cBhvr>
                                        <p:cTn id="976" dur="90" fill="hold" autoRev="1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79" presetID="1" presetClass="exit" presetSubtype="0" fill="hold" grpId="6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81" presetID="1" presetClass="exit" presetSubtype="0" fill="hold" grpId="6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83" presetID="1" presetClass="exit" presetSubtype="0" fill="hold" grpId="6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85" presetID="1" presetClass="exit" presetSubtype="0" fill="hold" grpId="6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87" presetID="1" presetClass="exit" presetSubtype="0" fill="hold" grpId="6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89" presetID="1" presetClass="exit" presetSubtype="0" fill="hold" grpId="6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2" presetID="0" presetClass="path" presetSubtype="0" fill="hold" grpId="7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15625 0 E" pathEditMode="relative">
                                      <p:cBhvr>
                                        <p:cTn id="990" dur="700" fill="hold" autoRev="1" accel="30000" decel="300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  <p:subTnLst>
                                    <p:audio>
                                      <p:cMediaNode vol="80000">
                                        <p:cTn id="991" display="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ndTgt r:embed="rId906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994" presetID="0" presetClass="path" presetSubtype="0" fill="hold" grpId="9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15625 0 E" pathEditMode="relative">
                                      <p:cBhvr>
                                        <p:cTn id="993" dur="700" fill="hold" autoRev="1" accel="30000" decel="300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96" presetID="0" presetClass="path" presetSubtype="0" fill="hold" grpId="8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15625 0 E" pathEditMode="relative">
                                      <p:cBhvr>
                                        <p:cTn id="995" dur="700" fill="hold" autoRev="1" accel="30000" decel="300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98" presetID="0" presetClass="path" presetSubtype="0" fill="hold" grpId="7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15625 0 E" pathEditMode="relative">
                                      <p:cBhvr>
                                        <p:cTn id="997" dur="700" fill="hold" autoRev="1" accel="30000" decel="300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00" presetID="32" presetClass="emph" presetSubtype="0" fill="hold" grpId="8" nodeType="withEffect">
                                  <p:stCondLst>
                                    <p:cond delay="0"/>
                                  </p:stCondLst>
                                  <p:childTnLst>
                                    <p:animRot by="180000">
                                      <p:cBhvr>
                                        <p:cTn id="999" dur="350" fill="hold" autoRev="1" repeatCount="2000"/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002" presetID="32" presetClass="emph" presetSubtype="0" fill="hold" grpId="10" nodeType="withEffect">
                                  <p:stCondLst>
                                    <p:cond delay="0"/>
                                  </p:stCondLst>
                                  <p:childTnLst>
                                    <p:animRot by="180000">
                                      <p:cBhvr>
                                        <p:cTn id="1001" dur="350" fill="hold" autoRev="1" repeatCount="20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004" presetID="32" presetClass="emph" presetSubtype="0" fill="hold" grpId="9" nodeType="withEffect">
                                  <p:stCondLst>
                                    <p:cond delay="0"/>
                                  </p:stCondLst>
                                  <p:childTnLst>
                                    <p:animRot by="180000">
                                      <p:cBhvr>
                                        <p:cTn id="1003" dur="350" fill="hold" autoRev="1" repeatCount="20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006" presetID="32" presetClass="emph" presetSubtype="0" fill="hold" grpId="8" nodeType="withEffect">
                                  <p:stCondLst>
                                    <p:cond delay="0"/>
                                  </p:stCondLst>
                                  <p:childTnLst>
                                    <p:animRot by="180000">
                                      <p:cBhvr>
                                        <p:cTn id="1005" dur="350" fill="hold" autoRev="1" repeatCount="20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010" presetID="10" presetClass="entr" presetSubtype="0" fill="hold" grpId="4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10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8" dur="2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 vol="80000">
                                        <p:cTn id="1009" display="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ndTgt r:embed="rId907" name="sw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013" presetID="10" presetClass="exit" presetSubtype="0" fill="hold" grpId="5" nodeType="withEffect">
                                  <p:stCondLst>
                                    <p:cond delay="82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11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12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6" presetID="10" presetClass="entr" presetSubtype="0" fill="hold" grpId="6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10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5" dur="2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8" presetID="32" presetClass="emph" presetSubtype="0" fill="hold" grpId="6" nodeType="withEffect">
                                  <p:stCondLst>
                                    <p:cond delay="520"/>
                                  </p:stCondLst>
                                  <p:childTnLst>
                                    <p:animRot by="120000">
                                      <p:cBhvr>
                                        <p:cTn id="1017" dur="150" fill="hold" autoRev="1" repeatCount="20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020" presetID="32" presetClass="emph" presetSubtype="0" fill="hold" grpId="9" nodeType="withEffect">
                                  <p:stCondLst>
                                    <p:cond delay="520"/>
                                  </p:stCondLst>
                                  <p:childTnLst>
                                    <p:animRot by="120000">
                                      <p:cBhvr>
                                        <p:cTn id="1019" dur="150" fill="hold" autoRev="1" repeatCount="20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022" presetID="32" presetClass="emph" presetSubtype="0" fill="hold" grpId="8" nodeType="withEffect">
                                  <p:stCondLst>
                                    <p:cond delay="520"/>
                                  </p:stCondLst>
                                  <p:childTnLst>
                                    <p:animRot by="120000">
                                      <p:cBhvr>
                                        <p:cTn id="1021" dur="150" fill="hold" autoRev="1" repeatCount="20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024" presetID="32" presetClass="emph" presetSubtype="0" fill="hold" grpId="8" nodeType="withEffect">
                                  <p:stCondLst>
                                    <p:cond delay="520"/>
                                  </p:stCondLst>
                                  <p:childTnLst>
                                    <p:animRot by="120000">
                                      <p:cBhvr>
                                        <p:cTn id="1023" dur="150" fill="hold" autoRev="1" repeatCount="20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026" presetID="32" presetClass="emph" presetSubtype="0" fill="hold" grpId="7" nodeType="withEffect">
                                  <p:stCondLst>
                                    <p:cond delay="520"/>
                                  </p:stCondLst>
                                  <p:childTnLst>
                                    <p:animRot by="120000">
                                      <p:cBhvr>
                                        <p:cTn id="1025" dur="150" fill="hold" autoRev="1" repeatCount="20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028" presetID="32" presetClass="emph" presetSubtype="0" fill="hold" grpId="7" nodeType="withEffect">
                                  <p:stCondLst>
                                    <p:cond delay="520"/>
                                  </p:stCondLst>
                                  <p:childTnLst>
                                    <p:animRot by="120000">
                                      <p:cBhvr>
                                        <p:cTn id="1027" dur="150" fill="hold" autoRev="1" repeatCount="20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030" presetID="32" presetClass="emph" presetSubtype="0" fill="hold" grpId="6" nodeType="withEffect">
                                  <p:stCondLst>
                                    <p:cond delay="520"/>
                                  </p:stCondLst>
                                  <p:childTnLst>
                                    <p:animRot by="120000">
                                      <p:cBhvr>
                                        <p:cTn id="1029" dur="150" fill="hold" autoRev="1" repeatCount="20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032" presetID="32" presetClass="emph" presetSubtype="0" fill="hold" grpId="6" nodeType="withEffect">
                                  <p:stCondLst>
                                    <p:cond delay="520"/>
                                  </p:stCondLst>
                                  <p:childTnLst>
                                    <p:animRot by="120000">
                                      <p:cBhvr>
                                        <p:cTn id="1031" dur="150" fill="hold" autoRev="1" repeatCount="20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034" presetID="1" presetClass="exit" presetSubtype="0" fill="hold" grpId="7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10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6" presetID="1" presetClass="exit" presetSubtype="0" fill="hold" grpId="7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10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8" presetID="1" presetClass="exit" presetSubtype="0" fill="hold" grpId="7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10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40" presetID="1" presetClass="exit" presetSubtype="0" fill="hold" grpId="7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10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42" presetID="1" presetClass="exit" presetSubtype="0" fill="hold" grpId="7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10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44" presetID="1" presetClass="exit" presetSubtype="0" fill="hold" grpId="7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10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0" presetID="53" presetClass="entr" presetSubtype="16" fill="hold" grpId="7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10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46" dur="45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w*1.14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7" dur="45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h*1.14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48" dur="225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 vol="80000">
                                        <p:cTn id="1049" display="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ndTgt r:embed="rId900" name="pop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055" presetID="53" presetClass="entr" presetSubtype="16" fill="hold" grpId="7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10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52" dur="45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w*1.14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53" dur="45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h*1.14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54" dur="225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9" presetID="10" presetClass="entr" presetSubtype="0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10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7" dur="2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 vol="80000">
                                        <p:cTn id="1058" display="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ndTgt r:embed="rId907" name="sw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061" presetID="0" presetClass="path" presetSubtype="0" fill="hold" grpId="1" nodeType="withEffect">
                                  <p:stCondLst>
                                    <p:cond delay="520"/>
                                  </p:stCondLst>
                                  <p:childTnLst>
                                    <p:animMotion origin="layout" path="M -0.09375 0 L 0 0 E" pathEditMode="relative">
                                      <p:cBhvr>
                                        <p:cTn id="1060" dur="550" fill="hold" decel="700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65" presetID="2" presetClass="entr" presetSubtype="1" fill="hold" grpId="0" nodeType="withEffect">
                                  <p:stCondLst>
                                    <p:cond delay="760"/>
                                  </p:stCondLst>
                                  <p:childTnLst>
                                    <p:set>
                                      <p:cBhvr>
                                        <p:cTn id="10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63" dur="6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62000">
                                          <p:val>
                                            <p:strVal val="#ppt_y+#ppt_h*0.05"/>
                                          </p:val>
                                        </p:tav>
                                        <p:tav tm="80000">
                                          <p:val>
                                            <p:strVal val="#ppt_y-#ppt_h*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64" dur="6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68" presetID="26" presetClass="emph" presetSubtype="0" fill="hold" grpId="2" nodeType="withEffect">
                                  <p:stCondLst>
                                    <p:cond delay="1140"/>
                                  </p:stCondLst>
                                  <p:childTnLst>
                                    <p:animScale>
                                      <p:cBhvr>
                                        <p:cTn id="1066" dur="150" fill="hold" autoRev="1"/>
                                        <p:tgtEl>
                                          <p:spTgt spid="2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  <p:subTnLst>
                                    <p:audio>
                                      <p:cMediaNode vol="80000">
                                        <p:cTn id="1067" display="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ndTgt r:embed="rId911" name="plop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071" presetID="10" presetClass="entr" presetSubtype="0" fill="hold" grpId="9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0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3" presetID="1" presetClass="exit" presetSubtype="0" fill="hold" grpId="9" nodeType="withEffect">
                                  <p:stCondLst>
                                    <p:cond delay="1350"/>
                                  </p:stCondLst>
                                  <p:childTnLst>
                                    <p:set>
                                      <p:cBhvr>
                                        <p:cTn id="10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5" presetID="1" presetClass="exit" presetSubtype="0" fill="hold" grpId="11" nodeType="withEffect">
                                  <p:stCondLst>
                                    <p:cond delay="1350"/>
                                  </p:stCondLst>
                                  <p:childTnLst>
                                    <p:set>
                                      <p:cBhvr>
                                        <p:cTn id="10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7" presetID="1" presetClass="exit" presetSubtype="0" fill="hold" grpId="10" nodeType="withEffect">
                                  <p:stCondLst>
                                    <p:cond delay="1350"/>
                                  </p:stCondLst>
                                  <p:childTnLst>
                                    <p:set>
                                      <p:cBhvr>
                                        <p:cTn id="10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80" presetID="10" presetClass="entr" presetSubtype="0" fill="hold" grpId="7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10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9" dur="2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2" presetID="1" presetClass="exit" presetSubtype="0" fill="hold" grpId="8" nodeType="withEffect">
                                  <p:stCondLst>
                                    <p:cond delay="1650"/>
                                  </p:stCondLst>
                                  <p:childTnLst>
                                    <p:set>
                                      <p:cBhvr>
                                        <p:cTn id="10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84" presetID="1" presetClass="exit" presetSubtype="0" fill="hold" grpId="7" nodeType="withEffect">
                                  <p:stCondLst>
                                    <p:cond delay="1650"/>
                                  </p:stCondLst>
                                  <p:childTnLst>
                                    <p:set>
                                      <p:cBhvr>
                                        <p:cTn id="10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86" presetID="1" presetClass="exit" presetSubtype="0" fill="hold" grpId="10" nodeType="withEffect">
                                  <p:stCondLst>
                                    <p:cond delay="1650"/>
                                  </p:stCondLst>
                                  <p:childTnLst>
                                    <p:set>
                                      <p:cBhvr>
                                        <p:cTn id="10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88" presetID="1" presetClass="exit" presetSubtype="0" fill="hold" grpId="9" nodeType="withEffect">
                                  <p:stCondLst>
                                    <p:cond delay="1650"/>
                                  </p:stCondLst>
                                  <p:childTnLst>
                                    <p:set>
                                      <p:cBhvr>
                                        <p:cTn id="10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0" presetID="1" presetClass="exit" presetSubtype="0" fill="hold" grpId="9" nodeType="withEffect">
                                  <p:stCondLst>
                                    <p:cond delay="1650"/>
                                  </p:stCondLst>
                                  <p:childTnLst>
                                    <p:set>
                                      <p:cBhvr>
                                        <p:cTn id="10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2" presetID="1" presetClass="exit" presetSubtype="0" fill="hold" grpId="8" nodeType="withEffect">
                                  <p:stCondLst>
                                    <p:cond delay="1650"/>
                                  </p:stCondLst>
                                  <p:childTnLst>
                                    <p:set>
                                      <p:cBhvr>
                                        <p:cTn id="10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8" presetID="53" presetClass="entr" presetSubtype="32" fill="hold" grpId="3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10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94" dur="45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2.6"/>
                                          </p:val>
                                        </p:tav>
                                        <p:tav tm="70000">
                                          <p:val>
                                            <p:strVal val="#ppt_w*0.94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95" dur="45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2.6"/>
                                          </p:val>
                                        </p:tav>
                                        <p:tav tm="70000">
                                          <p:val>
                                            <p:strVal val="#ppt_h*0.94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96" dur="203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 vol="80000">
                                        <p:cTn id="1097" display="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ndTgt r:embed="rId903" name="stamp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100" presetID="1" presetClass="exit" presetSubtype="0" fill="hold" grpId="1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10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03" presetID="10" presetClass="exit" presetSubtype="0" fill="hold" grpId="5" nodeType="withEffect">
                                  <p:stCondLst>
                                    <p:cond delay="14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01" dur="2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02" dur="1" fill="hold">
                                          <p:stCondLst>
                                            <p:cond delay="199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06" presetID="10" presetClass="entr" presetSubtype="0" fill="hold" grpId="3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1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5" dur="2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9" presetID="10" presetClass="entr" presetSubtype="0" fill="hold" grpId="3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1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8" dur="2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1" presetID="1" presetClass="exit" presetSubtype="0" fill="hold" grpId="3" nodeType="withEffect">
                                  <p:stCondLst>
                                    <p:cond delay="1620"/>
                                  </p:stCondLst>
                                  <p:childTnLst>
                                    <p:set>
                                      <p:cBhvr>
                                        <p:cTn id="1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3" presetID="1" presetClass="exit" presetSubtype="0" fill="hold" grpId="3" nodeType="withEffect">
                                  <p:stCondLst>
                                    <p:cond delay="1620"/>
                                  </p:stCondLst>
                                  <p:childTnLst>
                                    <p:set>
                                      <p:cBhvr>
                                        <p:cTn id="1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5" presetID="1" presetClass="exit" presetSubtype="0" fill="hold" grpId="3" nodeType="withEffect">
                                  <p:stCondLst>
                                    <p:cond delay="1620"/>
                                  </p:stCondLst>
                                  <p:childTnLst>
                                    <p:set>
                                      <p:cBhvr>
                                        <p:cTn id="1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8" presetID="22" presetClass="entr" presetSubtype="8" fill="hold" grpId="3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17" dur="3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1" presetID="22" presetClass="entr" presetSubtype="8" fill="hold" grpId="3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20" dur="3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7" presetID="53" presetClass="entr" presetSubtype="16" fill="hold" grpId="3" nodeType="withEffect">
                                  <p:stCondLst>
                                    <p:cond delay="1460"/>
                                  </p:stCondLst>
                                  <p:childTnLst>
                                    <p:set>
                                      <p:cBhvr>
                                        <p:cTn id="1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3" dur="45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w*1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24" dur="45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h*1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25" dur="225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 vol="80000">
                                        <p:cTn id="1126" display="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ndTgt r:embed="rId909" name="fail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132" presetID="53" presetClass="entr" presetSubtype="16" fill="hold" grpId="3" nodeType="withEffect">
                                  <p:stCondLst>
                                    <p:cond delay="1460"/>
                                  </p:stCondLst>
                                  <p:childTnLst>
                                    <p:set>
                                      <p:cBhvr>
                                        <p:cTn id="1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9" dur="45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w*1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30" dur="45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h*1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31" dur="225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7" presetID="53" presetClass="entr" presetSubtype="16" fill="hold" grpId="3" nodeType="withEffect">
                                  <p:stCondLst>
                                    <p:cond delay="1460"/>
                                  </p:stCondLst>
                                  <p:childTnLst>
                                    <p:set>
                                      <p:cBhvr>
                                        <p:cTn id="1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34" dur="45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w*1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35" dur="45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h*1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36" dur="225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9" presetID="0" presetClass="emph" presetSubtype="0" fill="hold" grpId="3" nodeType="withEffect">
                                  <p:stCondLst>
                                    <p:cond delay="1400"/>
                                  </p:stCondLst>
                                  <p:childTnLst>
                                    <p:animMotion origin="layout" path="M 0 0 L 0.004 0 E" pathEditMode="relative">
                                      <p:cBhvr>
                                        <p:cTn id="1138" dur="83" fill="hold" autoRev="1" repeatCount="3000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41" presetID="0" presetClass="emph" presetSubtype="0" fill="hold" grpId="4" nodeType="withEffect">
                                  <p:stCondLst>
                                    <p:cond delay="1400"/>
                                  </p:stCondLst>
                                  <p:childTnLst>
                                    <p:animMotion origin="layout" path="M 0 0 L 0.004 0 E" pathEditMode="relative">
                                      <p:cBhvr>
                                        <p:cTn id="1140" dur="83" fill="hold" autoRev="1" repeatCount="3000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43" presetID="0" presetClass="emph" presetSubtype="0" fill="hold" grpId="3" nodeType="withEffect">
                                  <p:stCondLst>
                                    <p:cond delay="1400"/>
                                  </p:stCondLst>
                                  <p:childTnLst>
                                    <p:animMotion origin="layout" path="M 0 0 L 0.004 0 E" pathEditMode="relative">
                                      <p:cBhvr>
                                        <p:cTn id="1142" dur="83" fill="hold" autoRev="1" repeatCount="3000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45" presetID="0" presetClass="emph" presetSubtype="0" fill="hold" grpId="3" nodeType="withEffect">
                                  <p:stCondLst>
                                    <p:cond delay="1400"/>
                                  </p:stCondLst>
                                  <p:childTnLst>
                                    <p:animMotion origin="layout" path="M 0 0 L 0.004 0 E" pathEditMode="relative">
                                      <p:cBhvr>
                                        <p:cTn id="1144" dur="83" fill="hold" autoRev="1" repeatCount="3000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47" presetID="0" presetClass="emph" presetSubtype="0" fill="hold" grpId="6" nodeType="withEffect">
                                  <p:stCondLst>
                                    <p:cond delay="1400"/>
                                  </p:stCondLst>
                                  <p:childTnLst>
                                    <p:animMotion origin="layout" path="M 0 0 L 0.004 0 E" pathEditMode="relative">
                                      <p:cBhvr>
                                        <p:cTn id="1146" dur="83" fill="hold" autoRev="1" repeatCount="3000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49" presetID="0" presetClass="emph" presetSubtype="0" fill="hold" grpId="6" nodeType="withEffect">
                                  <p:stCondLst>
                                    <p:cond delay="1400"/>
                                  </p:stCondLst>
                                  <p:childTnLst>
                                    <p:animMotion origin="layout" path="M 0 0 L 0.004 0 E" pathEditMode="relative">
                                      <p:cBhvr>
                                        <p:cTn id="1148" dur="83" fill="hold" autoRev="1" repeatCount="3000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51" presetID="0" presetClass="emph" presetSubtype="0" fill="hold" grpId="5" nodeType="withEffect">
                                  <p:stCondLst>
                                    <p:cond delay="1400"/>
                                  </p:stCondLst>
                                  <p:childTnLst>
                                    <p:animMotion origin="layout" path="M 0 0 L 0.004 0 E" pathEditMode="relative">
                                      <p:cBhvr>
                                        <p:cTn id="1150" dur="83" fill="hold" autoRev="1" repeatCount="3000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53" presetID="0" presetClass="emph" presetSubtype="0" fill="hold" grpId="4" nodeType="withEffect">
                                  <p:stCondLst>
                                    <p:cond delay="1400"/>
                                  </p:stCondLst>
                                  <p:childTnLst>
                                    <p:animMotion origin="layout" path="M 0 0 L 0.004 0 E" pathEditMode="relative">
                                      <p:cBhvr>
                                        <p:cTn id="1152" dur="83" fill="hold" autoRev="1" repeatCount="3000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55" presetID="0" presetClass="emph" presetSubtype="0" fill="hold" grpId="3" nodeType="withEffect">
                                  <p:stCondLst>
                                    <p:cond delay="1400"/>
                                  </p:stCondLst>
                                  <p:childTnLst>
                                    <p:animMotion origin="layout" path="M 0 0 L 0.004 0 E" pathEditMode="relative">
                                      <p:cBhvr>
                                        <p:cTn id="1154" dur="83" fill="hold" autoRev="1" repeatCount="3000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57" presetID="0" presetClass="emph" presetSubtype="0" fill="hold" grpId="6" nodeType="withEffect">
                                  <p:stCondLst>
                                    <p:cond delay="1400"/>
                                  </p:stCondLst>
                                  <p:childTnLst>
                                    <p:animMotion origin="layout" path="M 0 0 L 0.004 0 E" pathEditMode="relative">
                                      <p:cBhvr>
                                        <p:cTn id="1156" dur="83" fill="hold" autoRev="1" repeatCount="3000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59" presetID="0" presetClass="emph" presetSubtype="0" fill="hold" grpId="6" nodeType="withEffect">
                                  <p:stCondLst>
                                    <p:cond delay="1400"/>
                                  </p:stCondLst>
                                  <p:childTnLst>
                                    <p:animMotion origin="layout" path="M 0 0 L 0.004 0 E" pathEditMode="relative">
                                      <p:cBhvr>
                                        <p:cTn id="1158" dur="83" fill="hold" autoRev="1" repeatCount="3000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61" presetID="0" presetClass="emph" presetSubtype="0" fill="hold" grpId="5" nodeType="withEffect">
                                  <p:stCondLst>
                                    <p:cond delay="1400"/>
                                  </p:stCondLst>
                                  <p:childTnLst>
                                    <p:animMotion origin="layout" path="M 0 0 L 0.004 0 E" pathEditMode="relative">
                                      <p:cBhvr>
                                        <p:cTn id="1160" dur="83" fill="hold" autoRev="1" repeatCount="3000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63" presetID="0" presetClass="emph" presetSubtype="0" fill="hold" grpId="4" nodeType="withEffect">
                                  <p:stCondLst>
                                    <p:cond delay="1400"/>
                                  </p:stCondLst>
                                  <p:childTnLst>
                                    <p:animMotion origin="layout" path="M 0 0 L 0.004 0 E" pathEditMode="relative">
                                      <p:cBhvr>
                                        <p:cTn id="1162" dur="83" fill="hold" autoRev="1" repeatCount="3000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65" presetID="0" presetClass="emph" presetSubtype="0" fill="hold" grpId="3" nodeType="withEffect">
                                  <p:stCondLst>
                                    <p:cond delay="1400"/>
                                  </p:stCondLst>
                                  <p:childTnLst>
                                    <p:animMotion origin="layout" path="M 0 0 L 0.004 0 E" pathEditMode="relative">
                                      <p:cBhvr>
                                        <p:cTn id="1164" dur="83" fill="hold" autoRev="1" repeatCount="3000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68" presetID="10" presetClass="entr" presetSubtype="0" fill="hold" grpId="6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7" dur="4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3" presetID="53" presetClass="entr" presetSubtype="16" fill="hold" grpId="6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0" dur="45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w*1.14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71" dur="45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h*1.14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72" dur="225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6" presetID="10" presetClass="exit" presetSubtype="0" fill="hold" grpId="4" nodeType="withEffect">
                                  <p:stCondLst>
                                    <p:cond delay="31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74" dur="45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75" dur="1" fill="hold">
                                          <p:stCondLst>
                                            <p:cond delay="449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6"/>
                  </p:tgtEl>
                </p:cond>
              </p:nextCondLst>
            </p:seq>
            <p:seq concurrent="1" nextAc="seek">
              <p:cTn id="1178" restart="whenNotActive" fill="hold" evtFilter="cancelBubble" nodeType="interactiveSeq">
                <p:stCondLst>
                  <p:cond evt="onClick" delay="0">
                    <p:tgtEl>
                      <p:spTgt spid="9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79" fill="hold">
                      <p:stCondLst>
                        <p:cond delay="0"/>
                      </p:stCondLst>
                      <p:childTnLst>
                        <p:par>
                          <p:cTn id="1195" fill="hold">
                            <p:stCondLst>
                              <p:cond delay="0"/>
                            </p:stCondLst>
                            <p:childTnLst>
                              <p:par>
                                <p:cTn id="1182" presetID="0" presetClass="emph" presetSubtype="0" fill="hold" grpId="4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4 0 E" pathEditMode="relative">
                                      <p:cBhvr>
                                        <p:cTn id="1180" dur="67" fill="hold" autoRev="1" repeatCount="3000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  <p:subTnLst>
                                    <p:audio>
                                      <p:cMediaNode vol="80000">
                                        <p:cTn id="1181" display="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ndTgt r:embed="rId902" name="t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184" presetID="0" presetClass="emph" presetSubtype="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4 0 E" pathEditMode="relative">
                                      <p:cBhvr>
                                        <p:cTn id="1183" dur="67" fill="hold" autoRev="1" repeatCount="3000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86" presetID="0" presetClass="emph" presetSubtype="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4 0 E" pathEditMode="relative">
                                      <p:cBhvr>
                                        <p:cTn id="1185" dur="67" fill="hold" autoRev="1" repeatCount="3000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88" presetID="0" presetClass="emph" presetSubtype="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4 0 E" pathEditMode="relative">
                                      <p:cBhvr>
                                        <p:cTn id="1187" dur="67" fill="hold" autoRev="1" repeatCount="3000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90" presetID="0" presetClass="emph" presetSubtype="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4 0 E" pathEditMode="relative">
                                      <p:cBhvr>
                                        <p:cTn id="1189" dur="67" fill="hold" autoRev="1" repeatCount="3000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92" presetID="0" presetClass="emph" presetSubtype="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4 0 E" pathEditMode="relative">
                                      <p:cBhvr>
                                        <p:cTn id="1191" dur="67" fill="hold" autoRev="1" repeatCount="3000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94" presetID="0" presetClass="emph" presetSubtype="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4 0 E" pathEditMode="relative">
                                      <p:cBhvr>
                                        <p:cTn id="1193" dur="67" fill="hold" autoRev="1" repeatCount="3000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1"/>
                  </p:tgtEl>
                </p:cond>
              </p:nextCondLst>
            </p:seq>
            <p:seq concurrent="1" nextAc="seek">
              <p:cTn id="1196" restart="whenNotActive" fill="hold" evtFilter="cancelBubble" nodeType="interactiveSeq">
                <p:stCondLst>
                  <p:cond evt="onClick" delay="0">
                    <p:tgtEl>
                      <p:spTgt spid="9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97" fill="hold">
                      <p:stCondLst>
                        <p:cond delay="0"/>
                      </p:stCondLst>
                      <p:childTnLst>
                        <p:par>
                          <p:cTn id="1213" fill="hold">
                            <p:stCondLst>
                              <p:cond delay="0"/>
                            </p:stCondLst>
                            <p:childTnLst>
                              <p:par>
                                <p:cTn id="1200" presetID="0" presetClass="emph" presetSubtype="0" fill="hold" grpId="4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4 0 E" pathEditMode="relative">
                                      <p:cBhvr>
                                        <p:cTn id="1198" dur="67" fill="hold" autoRev="1" repeatCount="3000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  <p:subTnLst>
                                    <p:audio>
                                      <p:cMediaNode vol="80000">
                                        <p:cTn id="1199" display="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ndTgt r:embed="rId902" name="t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202" presetID="0" presetClass="emph" presetSubtype="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4 0 E" pathEditMode="relative">
                                      <p:cBhvr>
                                        <p:cTn id="1201" dur="67" fill="hold" autoRev="1" repeatCount="3000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04" presetID="0" presetClass="emph" presetSubtype="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4 0 E" pathEditMode="relative">
                                      <p:cBhvr>
                                        <p:cTn id="1203" dur="67" fill="hold" autoRev="1" repeatCount="3000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06" presetID="0" presetClass="emph" presetSubtype="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4 0 E" pathEditMode="relative">
                                      <p:cBhvr>
                                        <p:cTn id="1205" dur="67" fill="hold" autoRev="1" repeatCount="3000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08" presetID="0" presetClass="emph" presetSubtype="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4 0 E" pathEditMode="relative">
                                      <p:cBhvr>
                                        <p:cTn id="1207" dur="67" fill="hold" autoRev="1" repeatCount="3000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10" presetID="0" presetClass="emph" presetSubtype="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4 0 E" pathEditMode="relative">
                                      <p:cBhvr>
                                        <p:cTn id="1209" dur="67" fill="hold" autoRev="1" repeatCount="3000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12" presetID="0" presetClass="emph" presetSubtype="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4 0 E" pathEditMode="relative">
                                      <p:cBhvr>
                                        <p:cTn id="1211" dur="67" fill="hold" autoRev="1" repeatCount="3000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"/>
                  </p:tgtEl>
                </p:cond>
              </p:nextCondLst>
            </p:seq>
            <p:seq concurrent="1" nextAc="seek">
              <p:cTn id="1214" restart="whenNotActive" fill="hold" evtFilter="cancelBubble" nodeType="interactiveSeq">
                <p:stCondLst>
                  <p:cond evt="onClick" delay="0">
                    <p:tgtEl>
                      <p:spTgt spid="9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15" fill="hold">
                      <p:stCondLst>
                        <p:cond delay="0"/>
                      </p:stCondLst>
                      <p:childTnLst>
                        <p:par>
                          <p:cTn id="1231" fill="hold">
                            <p:stCondLst>
                              <p:cond delay="0"/>
                            </p:stCondLst>
                            <p:childTnLst>
                              <p:par>
                                <p:cTn id="1218" presetID="0" presetClass="emph" presetSubtype="0" fill="hold" grpId="4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4 0 E" pathEditMode="relative">
                                      <p:cBhvr>
                                        <p:cTn id="1216" dur="67" fill="hold" autoRev="1" repeatCount="3000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  <p:subTnLst>
                                    <p:audio>
                                      <p:cMediaNode vol="80000">
                                        <p:cTn id="1217" display="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ndTgt r:embed="rId902" name="t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220" presetID="0" presetClass="emph" presetSubtype="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4 0 E" pathEditMode="relative">
                                      <p:cBhvr>
                                        <p:cTn id="1219" dur="67" fill="hold" autoRev="1" repeatCount="3000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22" presetID="0" presetClass="emph" presetSubtype="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4 0 E" pathEditMode="relative">
                                      <p:cBhvr>
                                        <p:cTn id="1221" dur="67" fill="hold" autoRev="1" repeatCount="3000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24" presetID="0" presetClass="emph" presetSubtype="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4 0 E" pathEditMode="relative">
                                      <p:cBhvr>
                                        <p:cTn id="1223" dur="67" fill="hold" autoRev="1" repeatCount="3000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26" presetID="0" presetClass="emph" presetSubtype="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4 0 E" pathEditMode="relative">
                                      <p:cBhvr>
                                        <p:cTn id="1225" dur="67" fill="hold" autoRev="1" repeatCount="3000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28" presetID="0" presetClass="emph" presetSubtype="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4 0 E" pathEditMode="relative">
                                      <p:cBhvr>
                                        <p:cTn id="1227" dur="67" fill="hold" autoRev="1" repeatCount="3000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30" presetID="0" presetClass="emph" presetSubtype="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4 0 E" pathEditMode="relative">
                                      <p:cBhvr>
                                        <p:cTn id="1229" dur="67" fill="hold" autoRev="1" repeatCount="3000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"/>
                  </p:tgtEl>
                </p:cond>
              </p:nextCondLst>
            </p:seq>
          </p:childTnLst>
        </p:cTn>
      </p:par>
    </p:tnLst>
    <p:bldLst>
      <p:bldP spid="33" grpId="0" animBg="1"/>
      <p:bldP spid="33" grpId="1" animBg="1"/>
      <p:bldP spid="35" grpId="0" animBg="1"/>
      <p:bldP spid="35" grpId="1" animBg="1"/>
      <p:bldP spid="37" grpId="0" animBg="1"/>
      <p:bldP spid="37" grpId="1" animBg="1"/>
      <p:bldP spid="45" grpId="0" animBg="1"/>
      <p:bldP spid="45" grpId="1" animBg="1"/>
      <p:bldP spid="46" grpId="0" animBg="1"/>
      <p:bldP spid="46" grpId="1" animBg="1"/>
      <p:bldP spid="47" grpId="0" animBg="1"/>
      <p:bldP spid="47" grpId="1" animBg="1"/>
      <p:bldP spid="56" grpId="0" animBg="1"/>
      <p:bldP spid="56" grpId="1" animBg="1"/>
      <p:bldP spid="59" grpId="0" animBg="1"/>
      <p:bldP spid="59" grpId="1" animBg="1"/>
      <p:bldP spid="60" grpId="0" animBg="1"/>
      <p:bldP spid="60" grpId="1" animBg="1"/>
      <p:bldP spid="61" grpId="0" animBg="1"/>
      <p:bldP spid="61" grpId="1" animBg="1"/>
      <p:bldP spid="62" grpId="0" animBg="1"/>
      <p:bldP spid="62" grpId="1" animBg="1"/>
      <p:bldP spid="63" grpId="0" animBg="1"/>
      <p:bldP spid="63" grpId="1" animBg="1"/>
      <p:bldP spid="64" grpId="0" animBg="1"/>
      <p:bldP spid="64" grpId="1" animBg="1"/>
      <p:bldP spid="65" grpId="0" animBg="1"/>
      <p:bldP spid="65" grpId="1" animBg="1"/>
      <p:bldP spid="67" grpId="0" animBg="1"/>
      <p:bldP spid="67" grpId="1" animBg="1"/>
      <p:bldP spid="70" grpId="0" animBg="1"/>
      <p:bldP spid="70" grpId="1" animBg="1"/>
      <p:bldP spid="71" grpId="0" animBg="1"/>
      <p:bldP spid="71" grpId="1" animBg="1"/>
      <p:bldP spid="72" grpId="0" animBg="1"/>
      <p:bldP spid="72" grpId="1" animBg="1"/>
      <p:bldP spid="73" grpId="0" animBg="1"/>
      <p:bldP spid="73" grpId="1" animBg="1"/>
      <p:bldP spid="74" grpId="0" animBg="1"/>
      <p:bldP spid="74" grpId="1" animBg="1"/>
      <p:bldP spid="75" grpId="0" animBg="1"/>
      <p:bldP spid="75" grpId="1" animBg="1"/>
      <p:bldP spid="76" grpId="0" animBg="1"/>
      <p:bldP spid="76" grpId="1" animBg="1"/>
      <p:bldP spid="78" grpId="0" animBg="1"/>
      <p:bldP spid="78" grpId="1" animBg="1"/>
      <p:bldP spid="81" grpId="0" animBg="1"/>
      <p:bldP spid="81" grpId="1" animBg="1"/>
      <p:bldP spid="82" grpId="0" animBg="1"/>
      <p:bldP spid="82" grpId="1" animBg="1"/>
      <p:bldP spid="83" grpId="0" animBg="1"/>
      <p:bldP spid="83" grpId="1" animBg="1"/>
      <p:bldP spid="84" grpId="0" animBg="1"/>
      <p:bldP spid="84" grpId="1" animBg="1"/>
      <p:bldP spid="85" grpId="0" animBg="1"/>
      <p:bldP spid="85" grpId="1" animBg="1"/>
      <p:bldP spid="86" grpId="0" animBg="1"/>
      <p:bldP spid="86" grpId="1" animBg="1"/>
      <p:bldP spid="87" grpId="0" animBg="1"/>
      <p:bldP spid="87" grpId="1" animBg="1"/>
      <p:bldP spid="88" grpId="0" animBg="1"/>
      <p:bldP spid="88" grpId="1" animBg="1"/>
      <p:bldP spid="89" grpId="0" animBg="1"/>
      <p:bldP spid="89" grpId="1" animBg="1"/>
      <p:bldP spid="90" grpId="0" animBg="1"/>
      <p:bldP spid="90" grpId="1" animBg="1"/>
      <p:bldP spid="55" grpId="0" animBg="1"/>
      <p:bldP spid="57" grpId="0" animBg="1"/>
      <p:bldP spid="58" grpId="0" animBg="1"/>
      <p:bldP spid="66" grpId="0" animBg="1"/>
      <p:bldP spid="68" grpId="0" animBg="1"/>
      <p:bldP spid="69" grpId="0" animBg="1"/>
      <p:bldP spid="77" grpId="0" animBg="1"/>
      <p:bldP spid="79" grpId="0" animBg="1"/>
      <p:bldP spid="80" grpId="0" animBg="1"/>
      <p:bldP spid="31" grpId="0" animBg="1"/>
      <p:bldP spid="59" grpId="2" animBg="1"/>
      <p:bldP spid="60" grpId="2" animBg="1"/>
      <p:bldP spid="61" grpId="2" animBg="1"/>
      <p:bldP spid="62" grpId="2" animBg="1"/>
      <p:bldP spid="63" grpId="2" animBg="1"/>
      <p:bldP spid="64" grpId="2" animBg="1"/>
      <p:bldP spid="65" grpId="2" animBg="1"/>
      <p:bldP spid="70" grpId="2" animBg="1"/>
      <p:bldP spid="71" grpId="2" animBg="1"/>
      <p:bldP spid="72" grpId="2" animBg="1"/>
      <p:bldP spid="73" grpId="2" animBg="1"/>
      <p:bldP spid="74" grpId="2" animBg="1"/>
      <p:bldP spid="75" grpId="2" animBg="1"/>
      <p:bldP spid="76" grpId="2" animBg="1"/>
      <p:bldP spid="81" grpId="2" animBg="1"/>
      <p:bldP spid="82" grpId="2" animBg="1"/>
      <p:bldP spid="83" grpId="2" animBg="1"/>
      <p:bldP spid="84" grpId="2" animBg="1"/>
      <p:bldP spid="85" grpId="2" animBg="1"/>
      <p:bldP spid="86" grpId="2" animBg="1"/>
      <p:bldP spid="87" grpId="2" animBg="1"/>
      <p:bldP spid="55" grpId="1" animBg="1"/>
      <p:bldP spid="56" grpId="2" animBg="1"/>
      <p:bldP spid="57" grpId="1" animBg="1"/>
      <p:bldP spid="58" grpId="1" animBg="1"/>
      <p:bldP spid="66" grpId="1" animBg="1"/>
      <p:bldP spid="67" grpId="2" animBg="1"/>
      <p:bldP spid="68" grpId="1" animBg="1"/>
      <p:bldP spid="69" grpId="1" animBg="1"/>
      <p:bldP spid="77" grpId="1" animBg="1"/>
      <p:bldP spid="78" grpId="2" animBg="1"/>
      <p:bldP spid="79" grpId="1" animBg="1"/>
      <p:bldP spid="80" grpId="1" animBg="1"/>
      <p:bldP spid="91" grpId="0" animBg="1"/>
      <p:bldP spid="92" grpId="0" animBg="1"/>
      <p:bldP spid="93" grpId="0" animBg="1"/>
      <p:bldP spid="94" grpId="0" animBg="1"/>
      <p:bldP spid="95" grpId="0" animBg="1"/>
      <p:bldP spid="96" grpId="0" animBg="1"/>
      <p:bldP spid="31" grpId="1" animBg="1"/>
      <p:bldP spid="33" grpId="2" animBg="1"/>
      <p:bldP spid="35" grpId="2" animBg="1"/>
      <p:bldP spid="37" grpId="2" animBg="1"/>
      <p:bldP spid="88" grpId="2" animBg="1"/>
      <p:bldP spid="89" grpId="2" animBg="1"/>
      <p:bldP spid="90" grpId="2" animBg="1"/>
      <p:bldP spid="97" grpId="0" animBg="1"/>
      <p:bldP spid="98" grpId="0" animBg="1"/>
      <p:bldP spid="99" grpId="0" animBg="1"/>
      <p:bldP spid="48" grpId="0" animBg="1"/>
      <p:bldP spid="100" grpId="0" animBg="1"/>
      <p:bldP spid="42" grpId="0" animBg="1"/>
      <p:bldP spid="41" grpId="0" animBg="1"/>
      <p:bldP spid="42" grpId="1" animBg="1"/>
      <p:bldP spid="43" grpId="0" animBg="1"/>
      <p:bldP spid="44" grpId="0" animBg="1"/>
      <p:bldP spid="45" grpId="2" animBg="1"/>
      <p:bldP spid="46" grpId="2" animBg="1"/>
      <p:bldP spid="47" grpId="2" animBg="1"/>
      <p:bldP spid="48" grpId="1" animBg="1"/>
      <p:bldP spid="54" grpId="0" animBg="1"/>
      <p:bldP spid="39" grpId="0" animBg="1"/>
      <p:bldP spid="56" grpId="3" animBg="1"/>
      <p:bldP spid="55" grpId="2" animBg="1"/>
      <p:bldP spid="56" grpId="4" animBg="1"/>
      <p:bldP spid="57" grpId="2" animBg="1"/>
      <p:bldP spid="58" grpId="2" animBg="1"/>
      <p:bldP spid="31" grpId="2" animBg="1"/>
      <p:bldP spid="35" grpId="3" animBg="1"/>
      <p:bldP spid="37" grpId="3" animBg="1"/>
      <p:bldP spid="31" grpId="3" animBg="1"/>
      <p:bldP spid="35" grpId="4" animBg="1"/>
      <p:bldP spid="37" grpId="4" animBg="1"/>
      <p:bldP spid="33" grpId="3" animBg="1"/>
      <p:bldP spid="88" grpId="3" animBg="1"/>
      <p:bldP spid="92" grpId="1" animBg="1"/>
      <p:bldP spid="56" grpId="5" animBg="1"/>
      <p:bldP spid="59" grpId="3" animBg="1"/>
      <p:bldP spid="60" grpId="3" animBg="1"/>
      <p:bldP spid="55" grpId="3" animBg="1"/>
      <p:bldP spid="57" grpId="3" animBg="1"/>
      <p:bldP spid="58" grpId="3" animBg="1"/>
      <p:bldP spid="61" grpId="3" animBg="1"/>
      <p:bldP spid="62" grpId="3" animBg="1"/>
      <p:bldP spid="63" grpId="3" animBg="1"/>
      <p:bldP spid="64" grpId="3" animBg="1"/>
      <p:bldP spid="65" grpId="3" animBg="1"/>
      <p:bldP spid="41" grpId="1" animBg="1"/>
      <p:bldP spid="42" grpId="2" animBg="1"/>
      <p:bldP spid="43" grpId="1" animBg="1"/>
      <p:bldP spid="44" grpId="1" animBg="1"/>
      <p:bldP spid="45" grpId="3" animBg="1"/>
      <p:bldP spid="46" grpId="3" animBg="1"/>
      <p:bldP spid="47" grpId="3" animBg="1"/>
      <p:bldP spid="48" grpId="2" animBg="1"/>
      <p:bldP spid="54" grpId="1" animBg="1"/>
      <p:bldP spid="45" grpId="4" animBg="1"/>
      <p:bldP spid="88" grpId="4" animBg="1"/>
      <p:bldP spid="67" grpId="3" animBg="1"/>
      <p:bldP spid="66" grpId="2" animBg="1"/>
      <p:bldP spid="67" grpId="4" animBg="1"/>
      <p:bldP spid="68" grpId="2" animBg="1"/>
      <p:bldP spid="69" grpId="2" animBg="1"/>
      <p:bldP spid="31" grpId="4" animBg="1"/>
      <p:bldP spid="33" grpId="4" animBg="1"/>
      <p:bldP spid="37" grpId="5" animBg="1"/>
      <p:bldP spid="31" grpId="5" animBg="1"/>
      <p:bldP spid="33" grpId="5" animBg="1"/>
      <p:bldP spid="37" grpId="6" animBg="1"/>
      <p:bldP spid="35" grpId="5" animBg="1"/>
      <p:bldP spid="89" grpId="3" animBg="1"/>
      <p:bldP spid="94" grpId="1" animBg="1"/>
      <p:bldP spid="67" grpId="5" animBg="1"/>
      <p:bldP spid="70" grpId="3" animBg="1"/>
      <p:bldP spid="71" grpId="3" animBg="1"/>
      <p:bldP spid="66" grpId="3" animBg="1"/>
      <p:bldP spid="68" grpId="3" animBg="1"/>
      <p:bldP spid="69" grpId="3" animBg="1"/>
      <p:bldP spid="72" grpId="3" animBg="1"/>
      <p:bldP spid="73" grpId="3" animBg="1"/>
      <p:bldP spid="74" grpId="3" animBg="1"/>
      <p:bldP spid="75" grpId="3" animBg="1"/>
      <p:bldP spid="76" grpId="3" animBg="1"/>
      <p:bldP spid="41" grpId="2" animBg="1"/>
      <p:bldP spid="42" grpId="3" animBg="1"/>
      <p:bldP spid="43" grpId="2" animBg="1"/>
      <p:bldP spid="44" grpId="2" animBg="1"/>
      <p:bldP spid="45" grpId="5" animBg="1"/>
      <p:bldP spid="46" grpId="4" animBg="1"/>
      <p:bldP spid="47" grpId="4" animBg="1"/>
      <p:bldP spid="48" grpId="3" animBg="1"/>
      <p:bldP spid="54" grpId="2" animBg="1"/>
      <p:bldP spid="46" grpId="5" animBg="1"/>
      <p:bldP spid="89" grpId="4" animBg="1"/>
      <p:bldP spid="78" grpId="3" animBg="1"/>
      <p:bldP spid="77" grpId="2" animBg="1"/>
      <p:bldP spid="78" grpId="4" animBg="1"/>
      <p:bldP spid="79" grpId="2" animBg="1"/>
      <p:bldP spid="80" grpId="2" animBg="1"/>
      <p:bldP spid="31" grpId="6" animBg="1"/>
      <p:bldP spid="33" grpId="6" animBg="1"/>
      <p:bldP spid="35" grpId="6" animBg="1"/>
      <p:bldP spid="31" grpId="7" animBg="1"/>
      <p:bldP spid="33" grpId="7" animBg="1"/>
      <p:bldP spid="35" grpId="7" animBg="1"/>
      <p:bldP spid="37" grpId="7" animBg="1"/>
      <p:bldP spid="90" grpId="3" animBg="1"/>
      <p:bldP spid="96" grpId="1" animBg="1"/>
      <p:bldP spid="78" grpId="5" animBg="1"/>
      <p:bldP spid="81" grpId="3" animBg="1"/>
      <p:bldP spid="82" grpId="3" animBg="1"/>
      <p:bldP spid="77" grpId="3" animBg="1"/>
      <p:bldP spid="79" grpId="3" animBg="1"/>
      <p:bldP spid="80" grpId="3" animBg="1"/>
      <p:bldP spid="83" grpId="3" animBg="1"/>
      <p:bldP spid="84" grpId="3" animBg="1"/>
      <p:bldP spid="85" grpId="3" animBg="1"/>
      <p:bldP spid="86" grpId="3" animBg="1"/>
      <p:bldP spid="87" grpId="3" animBg="1"/>
      <p:bldP spid="41" grpId="3" animBg="1"/>
      <p:bldP spid="42" grpId="4" animBg="1"/>
      <p:bldP spid="43" grpId="3" animBg="1"/>
      <p:bldP spid="44" grpId="3" animBg="1"/>
      <p:bldP spid="45" grpId="6" animBg="1"/>
      <p:bldP spid="46" grpId="6" animBg="1"/>
      <p:bldP spid="47" grpId="5" animBg="1"/>
      <p:bldP spid="48" grpId="4" animBg="1"/>
      <p:bldP spid="54" grpId="3" animBg="1"/>
      <p:bldP spid="47" grpId="6" animBg="1"/>
      <p:bldP spid="90" grpId="4" animBg="1"/>
      <p:bldP spid="59" grpId="4" animBg="1"/>
      <p:bldP spid="60" grpId="4" animBg="1"/>
      <p:bldP spid="61" grpId="4" animBg="1"/>
      <p:bldP spid="62" grpId="4" animBg="1"/>
      <p:bldP spid="63" grpId="4" animBg="1"/>
      <p:bldP spid="64" grpId="4" animBg="1"/>
      <p:bldP spid="65" grpId="4" animBg="1"/>
      <p:bldP spid="70" grpId="4" animBg="1"/>
      <p:bldP spid="71" grpId="4" animBg="1"/>
      <p:bldP spid="72" grpId="4" animBg="1"/>
      <p:bldP spid="73" grpId="4" animBg="1"/>
      <p:bldP spid="74" grpId="4" animBg="1"/>
      <p:bldP spid="75" grpId="4" animBg="1"/>
      <p:bldP spid="76" grpId="4" animBg="1"/>
      <p:bldP spid="81" grpId="4" animBg="1"/>
      <p:bldP spid="82" grpId="4" animBg="1"/>
      <p:bldP spid="83" grpId="4" animBg="1"/>
      <p:bldP spid="84" grpId="4" animBg="1"/>
      <p:bldP spid="85" grpId="4" animBg="1"/>
      <p:bldP spid="86" grpId="4" animBg="1"/>
      <p:bldP spid="87" grpId="4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Head"/>
          <p:cNvSpPr txBox="1"/>
          <p:nvPr/>
        </p:nvSpPr>
        <p:spPr>
          <a:xfrm>
            <a:off x="698500" y="88900"/>
            <a:ext cx="5715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sz="950" b="1" spc="120" kern="0" dirty="0">
                <a:solidFill>
                  <a:srgbClr val="A39D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АНТИНАУЧНАЯ КОНФЕРЕНЦИЯ · РГПУ ИМ. А. И. ГЕРЦЕНА</a:t>
            </a:r>
            <a:endParaRPr lang="ru-RU" sz="950" dirty="0"/>
          </a:p>
        </p:txBody>
      </p:sp>
      <p:sp>
        <p:nvSpPr>
          <p:cNvPr id="3" name="chTitle"/>
          <p:cNvSpPr txBox="1"/>
          <p:nvPr/>
        </p:nvSpPr>
        <p:spPr>
          <a:xfrm>
            <a:off x="8255000" y="88900"/>
            <a:ext cx="3238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ru-RU" sz="1050" i="1" dirty="0">
                <a:solidFill>
                  <a:srgbClr val="D8C79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Плов как бесконечный ряд</a:t>
            </a:r>
            <a:endParaRPr lang="ru-RU" sz="1050" dirty="0"/>
          </a:p>
        </p:txBody>
      </p:sp>
      <p:sp>
        <p:nvSpPr>
          <p:cNvPr id="4" name="chLineT"/>
          <p:cNvSpPr/>
          <p:nvPr/>
        </p:nvSpPr>
        <p:spPr>
          <a:xfrm>
            <a:off x="0" y="406400"/>
            <a:ext cx="12192000" cy="0"/>
          </a:xfrm>
          <a:prstGeom prst="line">
            <a:avLst/>
          </a:prstGeom>
          <a:ln w="9525">
            <a:solidFill>
              <a:srgbClr val="F5EBD5">
                <a:alpha val="12000"/>
              </a:srgbClr>
            </a:solidFill>
            <a:prstDash val="solid"/>
          </a:ln>
        </p:spPr>
      </p:sp>
      <p:sp>
        <p:nvSpPr>
          <p:cNvPr id="5" name="chLineB"/>
          <p:cNvSpPr/>
          <p:nvPr/>
        </p:nvSpPr>
        <p:spPr>
          <a:xfrm>
            <a:off x="0" y="6477000"/>
            <a:ext cx="12192000" cy="0"/>
          </a:xfrm>
          <a:prstGeom prst="line">
            <a:avLst/>
          </a:prstGeom>
          <a:ln w="9525">
            <a:solidFill>
              <a:srgbClr val="F5EBD5">
                <a:alpha val="12000"/>
              </a:srgbClr>
            </a:solidFill>
            <a:prstDash val="solid"/>
          </a:ln>
        </p:spPr>
      </p:sp>
      <p:sp>
        <p:nvSpPr>
          <p:cNvPr id="6" name="chAuthor"/>
          <p:cNvSpPr txBox="1"/>
          <p:nvPr/>
        </p:nvSpPr>
        <p:spPr>
          <a:xfrm>
            <a:off x="698500" y="6553200"/>
            <a:ext cx="101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sz="950" b="1" spc="120" kern="0" dirty="0">
                <a:solidFill>
                  <a:srgbClr val="F6B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ЭРКИНБОЙ</a:t>
            </a:r>
            <a:endParaRPr lang="ru-RU" sz="950" dirty="0"/>
          </a:p>
        </p:txBody>
      </p:sp>
      <p:sp>
        <p:nvSpPr>
          <p:cNvPr id="7" name="chSection"/>
          <p:cNvSpPr txBox="1"/>
          <p:nvPr/>
        </p:nvSpPr>
        <p:spPr>
          <a:xfrm>
            <a:off x="1651000" y="6553200"/>
            <a:ext cx="4445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sz="950" b="1" spc="120" kern="0" dirty="0">
                <a:solidFill>
                  <a:srgbClr val="D8C7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ВЫВОДЫ</a:t>
            </a:r>
            <a:endParaRPr lang="ru-RU" sz="950" dirty="0"/>
          </a:p>
        </p:txBody>
      </p:sp>
      <p:sp>
        <p:nvSpPr>
          <p:cNvPr id="8" name="chNum"/>
          <p:cNvSpPr txBox="1"/>
          <p:nvPr/>
        </p:nvSpPr>
        <p:spPr>
          <a:xfrm>
            <a:off x="10795000" y="6553200"/>
            <a:ext cx="698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ru-RU" sz="1100" b="1" dirty="0">
                <a:solidFill>
                  <a:srgbClr val="F5EBD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ru-RU" sz="1100" dirty="0"/>
          </a:p>
        </p:txBody>
      </p:sp>
      <p:sp>
        <p:nvSpPr>
          <p:cNvPr id="9" name="eyebrowDashA"/>
          <p:cNvSpPr/>
          <p:nvPr/>
        </p:nvSpPr>
        <p:spPr>
          <a:xfrm>
            <a:off x="698500" y="717550"/>
            <a:ext cx="292100" cy="19050"/>
          </a:xfrm>
          <a:prstGeom prst="rect">
            <a:avLst/>
          </a:prstGeom>
          <a:solidFill>
            <a:srgbClr val="F6BB2A"/>
          </a:solidFill>
          <a:ln/>
        </p:spPr>
      </p:sp>
      <p:sp>
        <p:nvSpPr>
          <p:cNvPr id="10" name="eyebrowA"/>
          <p:cNvSpPr txBox="1"/>
          <p:nvPr/>
        </p:nvSpPr>
        <p:spPr>
          <a:xfrm>
            <a:off x="1079500" y="622300"/>
            <a:ext cx="4445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sz="1100" b="1" spc="260" kern="0" dirty="0">
                <a:solidFill>
                  <a:srgbClr val="F6B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ЗАЩИТА ДИССЕРТАЦИИ</a:t>
            </a:r>
            <a:endParaRPr lang="ru-RU" sz="1100" dirty="0"/>
          </a:p>
        </p:txBody>
      </p:sp>
      <p:sp>
        <p:nvSpPr>
          <p:cNvPr id="11" name="titleA"/>
          <p:cNvSpPr txBox="1"/>
          <p:nvPr/>
        </p:nvSpPr>
        <p:spPr>
          <a:xfrm>
            <a:off x="698500" y="753110"/>
            <a:ext cx="771525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ru-RU" sz="4200" dirty="0">
                <a:solidFill>
                  <a:srgbClr val="F5EBD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НАУЧНЫЕ ВЫВОДЫ</a:t>
            </a:r>
            <a:endParaRPr lang="ru-RU" sz="4200" dirty="0"/>
          </a:p>
        </p:txBody>
      </p:sp>
      <p:sp>
        <p:nvSpPr>
          <p:cNvPr id="12" name="row1_c"/>
          <p:cNvSpPr/>
          <p:nvPr/>
        </p:nvSpPr>
        <p:spPr>
          <a:xfrm>
            <a:off x="698500" y="1638300"/>
            <a:ext cx="7442200" cy="995045"/>
          </a:xfrm>
          <a:prstGeom prst="roundRect">
            <a:avLst>
              <a:gd name="adj" fmla="val 16592"/>
            </a:avLst>
          </a:prstGeom>
          <a:solidFill>
            <a:srgbClr val="26292E">
              <a:alpha val="55000"/>
            </a:srgbClr>
          </a:solidFill>
          <a:ln w="19050">
            <a:solidFill>
              <a:srgbClr val="3A3E45"/>
            </a:solidFill>
            <a:prstDash val="dash"/>
          </a:ln>
        </p:spPr>
      </p:sp>
      <p:sp>
        <p:nvSpPr>
          <p:cNvPr id="13" name="row1_call"/>
          <p:cNvSpPr/>
          <p:nvPr/>
        </p:nvSpPr>
        <p:spPr>
          <a:xfrm>
            <a:off x="698500" y="1638300"/>
            <a:ext cx="7442200" cy="995045"/>
          </a:xfrm>
          <a:prstGeom prst="roundRect">
            <a:avLst>
              <a:gd name="adj" fmla="val 16592"/>
            </a:avLst>
          </a:prstGeom>
          <a:ln w="19050">
            <a:solidFill>
              <a:srgbClr val="CF9214"/>
            </a:solidFill>
            <a:prstDash val="dash"/>
          </a:ln>
        </p:spPr>
      </p:sp>
      <p:sp>
        <p:nvSpPr>
          <p:cNvPr id="14" name="row2_c"/>
          <p:cNvSpPr/>
          <p:nvPr/>
        </p:nvSpPr>
        <p:spPr>
          <a:xfrm>
            <a:off x="698500" y="2747645"/>
            <a:ext cx="7442200" cy="995045"/>
          </a:xfrm>
          <a:prstGeom prst="roundRect">
            <a:avLst>
              <a:gd name="adj" fmla="val 16592"/>
            </a:avLst>
          </a:prstGeom>
          <a:solidFill>
            <a:srgbClr val="26292E">
              <a:alpha val="55000"/>
            </a:srgbClr>
          </a:solidFill>
          <a:ln w="19050">
            <a:solidFill>
              <a:srgbClr val="3A3E45"/>
            </a:solidFill>
            <a:prstDash val="dash"/>
          </a:ln>
        </p:spPr>
      </p:sp>
      <p:sp>
        <p:nvSpPr>
          <p:cNvPr id="15" name="row2_call"/>
          <p:cNvSpPr/>
          <p:nvPr/>
        </p:nvSpPr>
        <p:spPr>
          <a:xfrm>
            <a:off x="698500" y="2747645"/>
            <a:ext cx="7442200" cy="995045"/>
          </a:xfrm>
          <a:prstGeom prst="roundRect">
            <a:avLst>
              <a:gd name="adj" fmla="val 16592"/>
            </a:avLst>
          </a:prstGeom>
          <a:ln w="19050">
            <a:solidFill>
              <a:srgbClr val="CF9214"/>
            </a:solidFill>
            <a:prstDash val="dash"/>
          </a:ln>
        </p:spPr>
      </p:sp>
      <p:sp>
        <p:nvSpPr>
          <p:cNvPr id="16" name="row3_c"/>
          <p:cNvSpPr/>
          <p:nvPr/>
        </p:nvSpPr>
        <p:spPr>
          <a:xfrm>
            <a:off x="698500" y="3856990"/>
            <a:ext cx="7442200" cy="927100"/>
          </a:xfrm>
          <a:prstGeom prst="roundRect">
            <a:avLst>
              <a:gd name="adj" fmla="val 17808"/>
            </a:avLst>
          </a:prstGeom>
          <a:solidFill>
            <a:srgbClr val="26292E">
              <a:alpha val="55000"/>
            </a:srgbClr>
          </a:solidFill>
          <a:ln w="19050">
            <a:solidFill>
              <a:srgbClr val="3A3E45"/>
            </a:solidFill>
            <a:prstDash val="dash"/>
          </a:ln>
        </p:spPr>
      </p:sp>
      <p:sp>
        <p:nvSpPr>
          <p:cNvPr id="17" name="row3_call"/>
          <p:cNvSpPr/>
          <p:nvPr/>
        </p:nvSpPr>
        <p:spPr>
          <a:xfrm>
            <a:off x="698500" y="3856990"/>
            <a:ext cx="7442200" cy="927100"/>
          </a:xfrm>
          <a:prstGeom prst="roundRect">
            <a:avLst>
              <a:gd name="adj" fmla="val 17808"/>
            </a:avLst>
          </a:prstGeom>
          <a:ln w="19050">
            <a:solidFill>
              <a:srgbClr val="CF9214"/>
            </a:solidFill>
            <a:prstDash val="dash"/>
          </a:ln>
        </p:spPr>
      </p:sp>
      <p:sp>
        <p:nvSpPr>
          <p:cNvPr id="18" name="row1_oG"/>
          <p:cNvSpPr/>
          <p:nvPr/>
        </p:nvSpPr>
        <p:spPr>
          <a:xfrm>
            <a:off x="698500" y="1638300"/>
            <a:ext cx="7442200" cy="995045"/>
          </a:xfrm>
          <a:prstGeom prst="roundRect">
            <a:avLst>
              <a:gd name="adj" fmla="val 16592"/>
            </a:avLst>
          </a:prstGeom>
          <a:solidFill>
            <a:srgbClr val="F6BB2A"/>
          </a:solidFill>
          <a:ln/>
          <a:effectLst>
            <a:outerShdw sx="100000" sy="100000" kx="0" ky="0" algn="bl" rotWithShape="0" blurRad="254000" dist="127000" dir="5400000">
              <a:srgbClr val="000000">
                <a:alpha val="35000"/>
              </a:srgbClr>
            </a:outerShdw>
          </a:effectLst>
        </p:spPr>
      </p:sp>
      <p:sp>
        <p:nvSpPr>
          <p:cNvPr id="19" name="row1_o"/>
          <p:cNvSpPr/>
          <p:nvPr/>
        </p:nvSpPr>
        <p:spPr>
          <a:xfrm>
            <a:off x="749300" y="1638300"/>
            <a:ext cx="7391400" cy="995045"/>
          </a:xfrm>
          <a:prstGeom prst="roundRect">
            <a:avLst>
              <a:gd name="adj" fmla="val 16592"/>
            </a:avLst>
          </a:prstGeom>
          <a:solidFill>
            <a:srgbClr val="26292E"/>
          </a:solidFill>
          <a:ln/>
        </p:spPr>
      </p:sp>
      <p:sp>
        <p:nvSpPr>
          <p:cNvPr id="20" name="row2_oG"/>
          <p:cNvSpPr/>
          <p:nvPr/>
        </p:nvSpPr>
        <p:spPr>
          <a:xfrm>
            <a:off x="698500" y="2747645"/>
            <a:ext cx="7442200" cy="995045"/>
          </a:xfrm>
          <a:prstGeom prst="roundRect">
            <a:avLst>
              <a:gd name="adj" fmla="val 16592"/>
            </a:avLst>
          </a:prstGeom>
          <a:solidFill>
            <a:srgbClr val="F6BB2A"/>
          </a:solidFill>
          <a:ln/>
          <a:effectLst>
            <a:outerShdw sx="100000" sy="100000" kx="0" ky="0" algn="bl" rotWithShape="0" blurRad="254000" dist="127000" dir="5400000">
              <a:srgbClr val="000000">
                <a:alpha val="35000"/>
              </a:srgbClr>
            </a:outerShdw>
          </a:effectLst>
        </p:spPr>
      </p:sp>
      <p:sp>
        <p:nvSpPr>
          <p:cNvPr id="21" name="row2_o"/>
          <p:cNvSpPr/>
          <p:nvPr/>
        </p:nvSpPr>
        <p:spPr>
          <a:xfrm>
            <a:off x="749300" y="2747645"/>
            <a:ext cx="7391400" cy="995045"/>
          </a:xfrm>
          <a:prstGeom prst="roundRect">
            <a:avLst>
              <a:gd name="adj" fmla="val 16592"/>
            </a:avLst>
          </a:prstGeom>
          <a:solidFill>
            <a:srgbClr val="26292E"/>
          </a:solidFill>
          <a:ln/>
        </p:spPr>
      </p:sp>
      <p:sp>
        <p:nvSpPr>
          <p:cNvPr id="22" name="row3_oG"/>
          <p:cNvSpPr/>
          <p:nvPr/>
        </p:nvSpPr>
        <p:spPr>
          <a:xfrm>
            <a:off x="698500" y="3856990"/>
            <a:ext cx="7442200" cy="1358265"/>
          </a:xfrm>
          <a:prstGeom prst="roundRect">
            <a:avLst>
              <a:gd name="adj" fmla="val 12155"/>
            </a:avLst>
          </a:prstGeom>
          <a:solidFill>
            <a:srgbClr val="E8432D"/>
          </a:solidFill>
          <a:ln/>
          <a:effectLst>
            <a:outerShdw sx="100000" sy="100000" kx="0" ky="0" algn="bl" rotWithShape="0" blurRad="254000" dist="127000" dir="5400000">
              <a:srgbClr val="000000">
                <a:alpha val="35000"/>
              </a:srgbClr>
            </a:outerShdw>
          </a:effectLst>
        </p:spPr>
      </p:sp>
      <p:sp>
        <p:nvSpPr>
          <p:cNvPr id="23" name="row3_o"/>
          <p:cNvSpPr/>
          <p:nvPr/>
        </p:nvSpPr>
        <p:spPr>
          <a:xfrm>
            <a:off x="749300" y="3856990"/>
            <a:ext cx="7391400" cy="1358265"/>
          </a:xfrm>
          <a:prstGeom prst="roundRect">
            <a:avLst>
              <a:gd name="adj" fmla="val 12155"/>
            </a:avLst>
          </a:prstGeom>
          <a:solidFill>
            <a:srgbClr val="26292E"/>
          </a:solidFill>
          <a:ln/>
        </p:spPr>
      </p:sp>
      <p:sp>
        <p:nvSpPr>
          <p:cNvPr id="24" name="num1_c"/>
          <p:cNvSpPr txBox="1"/>
          <p:nvPr/>
        </p:nvSpPr>
        <p:spPr>
          <a:xfrm>
            <a:off x="863600" y="1818005"/>
            <a:ext cx="635000" cy="635000"/>
          </a:xfrm>
          <a:prstGeom prst="roundRect">
            <a:avLst>
              <a:gd name="adj" fmla="val 50000"/>
            </a:avLst>
          </a:prstGeom>
          <a:noFill/>
          <a:ln w="31750">
            <a:solidFill>
              <a:srgbClr val="CF9214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ru-RU" sz="2700" dirty="0">
                <a:solidFill>
                  <a:srgbClr val="CF921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ru-RU" sz="2700" dirty="0"/>
          </a:p>
        </p:txBody>
      </p:sp>
      <p:sp>
        <p:nvSpPr>
          <p:cNvPr id="25" name="num1_o"/>
          <p:cNvSpPr txBox="1"/>
          <p:nvPr/>
        </p:nvSpPr>
        <p:spPr>
          <a:xfrm>
            <a:off x="863600" y="1818005"/>
            <a:ext cx="635000" cy="635000"/>
          </a:xfrm>
          <a:prstGeom prst="roundRect">
            <a:avLst>
              <a:gd name="adj" fmla="val 50000"/>
            </a:avLst>
          </a:prstGeom>
          <a:solidFill>
            <a:srgbClr val="F6BB2A"/>
          </a:solidFill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ru-RU" sz="2700" dirty="0">
                <a:solidFill>
                  <a:srgbClr val="1B181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ru-RU" sz="2700" dirty="0"/>
          </a:p>
        </p:txBody>
      </p:sp>
      <p:sp>
        <p:nvSpPr>
          <p:cNvPr id="26" name="num2_c"/>
          <p:cNvSpPr txBox="1"/>
          <p:nvPr/>
        </p:nvSpPr>
        <p:spPr>
          <a:xfrm>
            <a:off x="863600" y="2927350"/>
            <a:ext cx="635000" cy="635000"/>
          </a:xfrm>
          <a:prstGeom prst="roundRect">
            <a:avLst>
              <a:gd name="adj" fmla="val 50000"/>
            </a:avLst>
          </a:prstGeom>
          <a:noFill/>
          <a:ln w="31750">
            <a:solidFill>
              <a:srgbClr val="CF9214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ru-RU" sz="2700" dirty="0">
                <a:solidFill>
                  <a:srgbClr val="CF921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ru-RU" sz="2700" dirty="0"/>
          </a:p>
        </p:txBody>
      </p:sp>
      <p:sp>
        <p:nvSpPr>
          <p:cNvPr id="27" name="num2_o"/>
          <p:cNvSpPr txBox="1"/>
          <p:nvPr/>
        </p:nvSpPr>
        <p:spPr>
          <a:xfrm>
            <a:off x="863600" y="2927350"/>
            <a:ext cx="635000" cy="635000"/>
          </a:xfrm>
          <a:prstGeom prst="roundRect">
            <a:avLst>
              <a:gd name="adj" fmla="val 50000"/>
            </a:avLst>
          </a:prstGeom>
          <a:solidFill>
            <a:srgbClr val="F6BB2A"/>
          </a:solidFill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ru-RU" sz="2700" dirty="0">
                <a:solidFill>
                  <a:srgbClr val="1B181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ru-RU" sz="2700" dirty="0"/>
          </a:p>
        </p:txBody>
      </p:sp>
      <p:sp>
        <p:nvSpPr>
          <p:cNvPr id="28" name="num3_c"/>
          <p:cNvSpPr txBox="1"/>
          <p:nvPr/>
        </p:nvSpPr>
        <p:spPr>
          <a:xfrm>
            <a:off x="863600" y="4009390"/>
            <a:ext cx="635000" cy="635000"/>
          </a:xfrm>
          <a:prstGeom prst="roundRect">
            <a:avLst>
              <a:gd name="adj" fmla="val 50000"/>
            </a:avLst>
          </a:prstGeom>
          <a:noFill/>
          <a:ln w="31750">
            <a:solidFill>
              <a:srgbClr val="CF9214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ru-RU" sz="2700" dirty="0">
                <a:solidFill>
                  <a:srgbClr val="CF921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ru-RU" sz="2700" dirty="0"/>
          </a:p>
        </p:txBody>
      </p:sp>
      <p:sp>
        <p:nvSpPr>
          <p:cNvPr id="29" name="num3_o"/>
          <p:cNvSpPr txBox="1"/>
          <p:nvPr/>
        </p:nvSpPr>
        <p:spPr>
          <a:xfrm>
            <a:off x="863600" y="4218305"/>
            <a:ext cx="635000" cy="635000"/>
          </a:xfrm>
          <a:prstGeom prst="roundRect">
            <a:avLst>
              <a:gd name="adj" fmla="val 50000"/>
            </a:avLst>
          </a:prstGeom>
          <a:solidFill>
            <a:srgbClr val="E8432D"/>
          </a:solidFill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ru-RU" sz="2700" dirty="0">
                <a:solidFill>
                  <a:srgbClr val="F5EBD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ru-RU" sz="2700" dirty="0"/>
          </a:p>
        </p:txBody>
      </p:sp>
      <p:pic>
        <p:nvPicPr>
          <p:cNvPr id="30" name="red1" descr="red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51000" y="1919605"/>
            <a:ext cx="4927600" cy="431800"/>
          </a:xfrm>
          <a:prstGeom prst="rect">
            <a:avLst/>
          </a:prstGeom>
        </p:spPr>
      </p:pic>
      <p:sp>
        <p:nvSpPr>
          <p:cNvPr id="31" name="red1L"/>
          <p:cNvSpPr txBox="1"/>
          <p:nvPr/>
        </p:nvSpPr>
        <p:spPr>
          <a:xfrm>
            <a:off x="2813050" y="2014855"/>
            <a:ext cx="2603500" cy="241300"/>
          </a:xfrm>
          <a:prstGeom prst="roundRect">
            <a:avLst>
              <a:gd name="adj" fmla="val 15789"/>
            </a:avLst>
          </a:prstGeom>
          <a:solidFill>
            <a:srgbClr val="17181B"/>
          </a:solidFill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ru-RU" sz="1000" b="1" spc="220" kern="0" dirty="0">
                <a:solidFill>
                  <a:srgbClr val="A39D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ЗАСЕКРЕЧЕНО ДО ЗАЩИТЫ</a:t>
            </a:r>
            <a:endParaRPr lang="ru-RU" sz="1000" dirty="0"/>
          </a:p>
        </p:txBody>
      </p:sp>
      <p:pic>
        <p:nvPicPr>
          <p:cNvPr id="32" name="red2" descr="red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1000" y="3028950"/>
            <a:ext cx="4927600" cy="431800"/>
          </a:xfrm>
          <a:prstGeom prst="rect">
            <a:avLst/>
          </a:prstGeom>
        </p:spPr>
      </p:pic>
      <p:sp>
        <p:nvSpPr>
          <p:cNvPr id="33" name="red2L"/>
          <p:cNvSpPr txBox="1"/>
          <p:nvPr/>
        </p:nvSpPr>
        <p:spPr>
          <a:xfrm>
            <a:off x="2813050" y="3124200"/>
            <a:ext cx="2603500" cy="241300"/>
          </a:xfrm>
          <a:prstGeom prst="roundRect">
            <a:avLst>
              <a:gd name="adj" fmla="val 15789"/>
            </a:avLst>
          </a:prstGeom>
          <a:solidFill>
            <a:srgbClr val="17181B"/>
          </a:solidFill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ru-RU" sz="1000" b="1" spc="220" kern="0" dirty="0">
                <a:solidFill>
                  <a:srgbClr val="A39D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ЗАСЕКРЕЧЕНО ДО ЗАЩИТЫ</a:t>
            </a:r>
            <a:endParaRPr lang="ru-RU" sz="1000" dirty="0"/>
          </a:p>
        </p:txBody>
      </p:sp>
      <p:pic>
        <p:nvPicPr>
          <p:cNvPr id="34" name="red3" descr="red3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1000" y="4104640"/>
            <a:ext cx="4927600" cy="431800"/>
          </a:xfrm>
          <a:prstGeom prst="rect">
            <a:avLst/>
          </a:prstGeom>
        </p:spPr>
      </p:pic>
      <p:sp>
        <p:nvSpPr>
          <p:cNvPr id="35" name="red3L"/>
          <p:cNvSpPr txBox="1"/>
          <p:nvPr/>
        </p:nvSpPr>
        <p:spPr>
          <a:xfrm>
            <a:off x="2813050" y="4199890"/>
            <a:ext cx="2603500" cy="241300"/>
          </a:xfrm>
          <a:prstGeom prst="roundRect">
            <a:avLst>
              <a:gd name="adj" fmla="val 15789"/>
            </a:avLst>
          </a:prstGeom>
          <a:solidFill>
            <a:srgbClr val="17181B"/>
          </a:solidFill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ru-RU" sz="1000" b="1" spc="220" kern="0" dirty="0">
                <a:solidFill>
                  <a:srgbClr val="A39D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ЗАСЕКРЕЧЕНО ДО ЗАЩИТЫ</a:t>
            </a:r>
            <a:endParaRPr lang="ru-RU" sz="1000" dirty="0"/>
          </a:p>
        </p:txBody>
      </p:sp>
      <p:sp>
        <p:nvSpPr>
          <p:cNvPr id="36" name="text1"/>
          <p:cNvSpPr txBox="1"/>
          <p:nvPr/>
        </p:nvSpPr>
        <p:spPr>
          <a:xfrm>
            <a:off x="1663700" y="1676400"/>
            <a:ext cx="48895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sz="3000" dirty="0">
                <a:solidFill>
                  <a:srgbClr val="F5EBD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Тарелка сходится</a:t>
            </a:r>
            <a:endParaRPr lang="ru-RU" sz="3000" dirty="0"/>
          </a:p>
        </p:txBody>
      </p:sp>
      <p:sp>
        <p:nvSpPr>
          <p:cNvPr id="37" name="text2"/>
          <p:cNvSpPr txBox="1"/>
          <p:nvPr/>
        </p:nvSpPr>
        <p:spPr>
          <a:xfrm>
            <a:off x="1663700" y="2785745"/>
            <a:ext cx="48895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sz="3000" dirty="0">
                <a:solidFill>
                  <a:srgbClr val="F5EBD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Гость расходится</a:t>
            </a:r>
            <a:endParaRPr lang="ru-RU" sz="3000" dirty="0"/>
          </a:p>
        </p:txBody>
      </p:sp>
      <p:sp>
        <p:nvSpPr>
          <p:cNvPr id="38" name="text3a"/>
          <p:cNvSpPr txBox="1"/>
          <p:nvPr/>
        </p:nvSpPr>
        <p:spPr>
          <a:xfrm>
            <a:off x="1663700" y="3882390"/>
            <a:ext cx="4826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sz="2300" dirty="0">
                <a:solidFill>
                  <a:srgbClr val="F5EBD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С бабушкой расходится</a:t>
            </a:r>
            <a:endParaRPr lang="ru-RU" sz="2300" dirty="0"/>
          </a:p>
        </p:txBody>
      </p:sp>
      <p:sp>
        <p:nvSpPr>
          <p:cNvPr id="39" name="text3b"/>
          <p:cNvSpPr txBox="1"/>
          <p:nvPr/>
        </p:nvSpPr>
        <p:spPr>
          <a:xfrm>
            <a:off x="1663700" y="4154805"/>
            <a:ext cx="4445000" cy="660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ru-RU" sz="3700" dirty="0">
                <a:solidFill>
                  <a:srgbClr val="E8432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вообще всё</a:t>
            </a:r>
            <a:endParaRPr lang="ru-RU" sz="3700" dirty="0"/>
          </a:p>
        </p:txBody>
      </p:sp>
      <p:sp>
        <p:nvSpPr>
          <p:cNvPr id="40" name="f1"/>
          <p:cNvSpPr txBox="1"/>
          <p:nvPr/>
        </p:nvSpPr>
        <p:spPr>
          <a:xfrm>
            <a:off x="1663700" y="2204720"/>
            <a:ext cx="4826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ru-RU" sz="1750" dirty="0">
                <a:solidFill>
                  <a:srgbClr val="D8C79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</a:t>
            </a:r>
            <a:r>
              <a:rPr lang="ru-RU" sz="1750" i="1" baseline="-40000" dirty="0">
                <a:solidFill>
                  <a:srgbClr val="D8C79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</a:t>
            </a:r>
            <a:r>
              <a:rPr lang="ru-RU" sz="1750" baseline="-40000" dirty="0">
                <a:solidFill>
                  <a:srgbClr val="D8C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r>
              <a:rPr lang="ru-RU" sz="1750" baseline="-40000" dirty="0">
                <a:solidFill>
                  <a:srgbClr val="D8C79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∞</a:t>
            </a:r>
            <a:r>
              <a:rPr lang="ru-RU" sz="1750" dirty="0">
                <a:solidFill>
                  <a:srgbClr val="D8C79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 </a:t>
            </a:r>
            <a:r>
              <a:rPr lang="ru-RU" sz="1750" i="1" dirty="0">
                <a:solidFill>
                  <a:srgbClr val="D8C79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</a:t>
            </a:r>
            <a:r>
              <a:rPr lang="ru-RU" sz="1750" i="1" baseline="-40000" dirty="0">
                <a:solidFill>
                  <a:srgbClr val="D8C79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</a:t>
            </a:r>
            <a:r>
              <a:rPr lang="ru-RU" sz="1750" dirty="0">
                <a:solidFill>
                  <a:srgbClr val="D8C79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= 10/7 ≈ 1,43</a:t>
            </a:r>
            <a:endParaRPr lang="ru-RU" sz="1750" dirty="0"/>
          </a:p>
        </p:txBody>
      </p:sp>
      <p:sp>
        <p:nvSpPr>
          <p:cNvPr id="41" name="f2"/>
          <p:cNvSpPr txBox="1"/>
          <p:nvPr/>
        </p:nvSpPr>
        <p:spPr>
          <a:xfrm>
            <a:off x="1663700" y="3314065"/>
            <a:ext cx="4826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ru-RU" sz="1750" i="1" dirty="0">
                <a:solidFill>
                  <a:srgbClr val="D8C79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</a:t>
            </a:r>
            <a:r>
              <a:rPr lang="ru-RU" sz="1750" i="1" baseline="-40000" dirty="0">
                <a:solidFill>
                  <a:srgbClr val="D8C79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</a:t>
            </a:r>
            <a:r>
              <a:rPr lang="ru-RU" sz="1750" dirty="0">
                <a:solidFill>
                  <a:srgbClr val="D8C79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= </a:t>
            </a:r>
            <a:r>
              <a:rPr lang="ru-RU" sz="1750" i="1" dirty="0">
                <a:solidFill>
                  <a:srgbClr val="D8C79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</a:t>
            </a:r>
            <a:r>
              <a:rPr lang="ru-RU" sz="1750" dirty="0">
                <a:solidFill>
                  <a:srgbClr val="D8C79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+ 1 − </a:t>
            </a:r>
            <a:r>
              <a:rPr lang="ru-RU" sz="1750" i="1" dirty="0">
                <a:solidFill>
                  <a:srgbClr val="D8C79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</a:t>
            </a:r>
            <a:r>
              <a:rPr lang="ru-RU" sz="1750" i="1" baseline="-40000" dirty="0">
                <a:solidFill>
                  <a:srgbClr val="D8C79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</a:t>
            </a:r>
            <a:r>
              <a:rPr lang="ru-RU" sz="1750" dirty="0">
                <a:solidFill>
                  <a:srgbClr val="D8C79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ru-RU" sz="1750" dirty="0">
                <a:solidFill>
                  <a:srgbClr val="D8C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r>
              <a:rPr lang="ru-RU" sz="1750" dirty="0">
                <a:solidFill>
                  <a:srgbClr val="D8C79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∞</a:t>
            </a:r>
            <a:endParaRPr lang="ru-RU" sz="1750" dirty="0"/>
          </a:p>
        </p:txBody>
      </p:sp>
      <p:sp>
        <p:nvSpPr>
          <p:cNvPr id="42" name="f3"/>
          <p:cNvSpPr txBox="1"/>
          <p:nvPr/>
        </p:nvSpPr>
        <p:spPr>
          <a:xfrm>
            <a:off x="1663700" y="4812030"/>
            <a:ext cx="4826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ru-RU" sz="1750" dirty="0">
                <a:solidFill>
                  <a:srgbClr val="D8C79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</a:t>
            </a:r>
            <a:r>
              <a:rPr lang="ru-RU" sz="1750" baseline="-40000" dirty="0">
                <a:solidFill>
                  <a:srgbClr val="D8C79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бабушка</a:t>
            </a:r>
            <a:r>
              <a:rPr lang="ru-RU" sz="1750" dirty="0">
                <a:solidFill>
                  <a:srgbClr val="D8C79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(всё) = ∞</a:t>
            </a:r>
            <a:endParaRPr lang="ru-RU" sz="1750" dirty="0"/>
          </a:p>
        </p:txBody>
      </p:sp>
      <p:pic>
        <p:nvPicPr>
          <p:cNvPr id="43" name="mini1" descr="mini1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6700" y="1678305"/>
            <a:ext cx="1422400" cy="914400"/>
          </a:xfrm>
          <a:prstGeom prst="rect">
            <a:avLst/>
          </a:prstGeom>
        </p:spPr>
      </p:pic>
      <p:pic>
        <p:nvPicPr>
          <p:cNvPr id="44" name="mini2" descr="mini2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16700" y="2691130"/>
            <a:ext cx="1422400" cy="1010920"/>
          </a:xfrm>
          <a:prstGeom prst="rect">
            <a:avLst/>
          </a:prstGeom>
        </p:spPr>
      </p:pic>
      <p:pic>
        <p:nvPicPr>
          <p:cNvPr id="45" name="mini3" descr="mini3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09030" y="3820795"/>
            <a:ext cx="2215515" cy="1441450"/>
          </a:xfrm>
          <a:prstGeom prst="rect">
            <a:avLst/>
          </a:prstGeom>
        </p:spPr>
      </p:pic>
      <p:sp>
        <p:nvSpPr>
          <p:cNvPr id="46" name="badge1"/>
          <p:cNvSpPr txBox="1"/>
          <p:nvPr/>
        </p:nvSpPr>
        <p:spPr>
          <a:xfrm>
            <a:off x="6515100" y="1543050"/>
            <a:ext cx="1460500" cy="215900"/>
          </a:xfrm>
          <a:prstGeom prst="roundRect">
            <a:avLst>
              <a:gd name="adj" fmla="val 211765"/>
            </a:avLst>
          </a:prstGeom>
          <a:solidFill>
            <a:srgbClr val="F6BB2A"/>
          </a:solidFill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ru-RU" sz="1000" b="1" spc="150" kern="0" dirty="0">
                <a:solidFill>
                  <a:srgbClr val="1B18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МАТЕМАТИКА</a:t>
            </a:r>
            <a:endParaRPr lang="ru-RU" sz="1000" dirty="0"/>
          </a:p>
        </p:txBody>
      </p:sp>
      <p:sp>
        <p:nvSpPr>
          <p:cNvPr id="47" name="badge2"/>
          <p:cNvSpPr txBox="1"/>
          <p:nvPr/>
        </p:nvSpPr>
        <p:spPr>
          <a:xfrm>
            <a:off x="6515100" y="2652395"/>
            <a:ext cx="1460500" cy="215900"/>
          </a:xfrm>
          <a:prstGeom prst="roundRect">
            <a:avLst>
              <a:gd name="adj" fmla="val 211765"/>
            </a:avLst>
          </a:prstGeom>
          <a:solidFill>
            <a:srgbClr val="F6BB2A"/>
          </a:solidFill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ru-RU" sz="1000" b="1" spc="150" kern="0" dirty="0">
                <a:solidFill>
                  <a:srgbClr val="1B18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МАТЕМАТИКА</a:t>
            </a:r>
            <a:endParaRPr lang="ru-RU" sz="1000" dirty="0"/>
          </a:p>
        </p:txBody>
      </p:sp>
      <p:sp>
        <p:nvSpPr>
          <p:cNvPr id="48" name="badge3"/>
          <p:cNvSpPr txBox="1"/>
          <p:nvPr/>
        </p:nvSpPr>
        <p:spPr>
          <a:xfrm>
            <a:off x="7023100" y="3761740"/>
            <a:ext cx="952500" cy="215900"/>
          </a:xfrm>
          <a:prstGeom prst="roundRect">
            <a:avLst>
              <a:gd name="adj" fmla="val 211765"/>
            </a:avLst>
          </a:prstGeom>
          <a:solidFill>
            <a:srgbClr val="E8432D"/>
          </a:solidFill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ru-RU" sz="1000" b="1" spc="150" kern="0" dirty="0">
                <a:solidFill>
                  <a:srgbClr val="F5E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ШУТКА</a:t>
            </a:r>
            <a:endParaRPr lang="ru-RU" sz="1000" dirty="0"/>
          </a:p>
        </p:txBody>
      </p:sp>
      <p:pic>
        <p:nvPicPr>
          <p:cNvPr id="49" name="resA0" descr="resA0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77200" y="2994025"/>
            <a:ext cx="2717800" cy="3609975"/>
          </a:xfrm>
          <a:prstGeom prst="rect">
            <a:avLst/>
          </a:prstGeom>
        </p:spPr>
      </p:pic>
      <p:pic>
        <p:nvPicPr>
          <p:cNvPr id="50" name="resA2" descr="resA2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77200" y="2994025"/>
            <a:ext cx="2717800" cy="3609975"/>
          </a:xfrm>
          <a:prstGeom prst="rect">
            <a:avLst/>
          </a:prstGeom>
        </p:spPr>
      </p:pic>
      <p:pic>
        <p:nvPicPr>
          <p:cNvPr id="51" name="resA3s" descr="resA3s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77200" y="2994025"/>
            <a:ext cx="2717800" cy="3609975"/>
          </a:xfrm>
          <a:prstGeom prst="rect">
            <a:avLst/>
          </a:prstGeom>
        </p:spPr>
      </p:pic>
      <p:pic>
        <p:nvPicPr>
          <p:cNvPr id="52" name="resA3" descr="resA3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77200" y="2994025"/>
            <a:ext cx="2717800" cy="3609975"/>
          </a:xfrm>
          <a:prstGeom prst="rect">
            <a:avLst/>
          </a:prstGeom>
        </p:spPr>
      </p:pic>
      <p:pic>
        <p:nvPicPr>
          <p:cNvPr id="53" name="gmaA3h" descr="gmaA3h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753600" y="3454400"/>
            <a:ext cx="2209800" cy="3162300"/>
          </a:xfrm>
          <a:prstGeom prst="rect">
            <a:avLst/>
          </a:prstGeom>
        </p:spPr>
      </p:pic>
      <p:pic>
        <p:nvPicPr>
          <p:cNvPr id="54" name="gmaA3" descr="gmaA3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753600" y="3454400"/>
            <a:ext cx="2209800" cy="3162300"/>
          </a:xfrm>
          <a:prstGeom prst="rect">
            <a:avLst/>
          </a:prstGeom>
        </p:spPr>
      </p:pic>
      <p:sp>
        <p:nvSpPr>
          <p:cNvPr id="55" name="qedRing"/>
          <p:cNvSpPr/>
          <p:nvPr/>
        </p:nvSpPr>
        <p:spPr>
          <a:xfrm rot="-540000">
            <a:off x="8502650" y="641350"/>
            <a:ext cx="2466975" cy="833755"/>
          </a:xfrm>
          <a:prstGeom prst="roundRect">
            <a:avLst>
              <a:gd name="adj" fmla="val 21325"/>
            </a:avLst>
          </a:prstGeom>
          <a:ln w="25400">
            <a:solidFill>
              <a:srgbClr val="F6BB2A"/>
            </a:solidFill>
            <a:prstDash val="solid"/>
          </a:ln>
        </p:spPr>
      </p:sp>
      <p:sp>
        <p:nvSpPr>
          <p:cNvPr id="56" name="qed"/>
          <p:cNvSpPr txBox="1"/>
          <p:nvPr/>
        </p:nvSpPr>
        <p:spPr>
          <a:xfrm rot="-540000">
            <a:off x="8572500" y="711200"/>
            <a:ext cx="2327275" cy="694055"/>
          </a:xfrm>
          <a:prstGeom prst="roundRect">
            <a:avLst>
              <a:gd name="adj" fmla="val 15810"/>
            </a:avLst>
          </a:prstGeom>
          <a:solidFill>
            <a:srgbClr val="17181B">
              <a:alpha val="35000"/>
            </a:srgbClr>
          </a:solidFill>
          <a:ln w="50800">
            <a:solidFill>
              <a:srgbClr val="F6BB2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ru-RU" sz="3300" dirty="0">
                <a:solidFill>
                  <a:srgbClr val="F6B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Ч. Т. Д.</a:t>
            </a:r>
            <a:endParaRPr lang="ru-RU" sz="3300" dirty="0"/>
          </a:p>
        </p:txBody>
      </p:sp>
      <p:sp>
        <p:nvSpPr>
          <p:cNvPr id="57" name="plus1"/>
          <p:cNvSpPr txBox="1"/>
          <p:nvPr/>
        </p:nvSpPr>
        <p:spPr>
          <a:xfrm rot="-480000">
            <a:off x="10836910" y="3257233"/>
            <a:ext cx="736600" cy="533400"/>
          </a:xfrm>
          <a:prstGeom prst="roundRect">
            <a:avLst>
              <a:gd name="adj" fmla="val 30857"/>
            </a:avLst>
          </a:prstGeom>
          <a:solidFill>
            <a:srgbClr val="E8432D"/>
          </a:solidFill>
          <a:ln w="38100">
            <a:solidFill>
              <a:srgbClr val="17181B"/>
            </a:solidFill>
          </a:ln>
          <a:effectLst>
            <a:outerShdw sx="100000" sy="100000" kx="0" ky="0" algn="bl" rotWithShape="0" blurRad="76200" dist="50800" dir="5400000">
              <a:srgbClr val="000000">
                <a:alpha val="4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ru-RU" sz="2300" b="1" dirty="0">
                <a:solidFill>
                  <a:srgbClr val="F5EBD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+1</a:t>
            </a:r>
            <a:endParaRPr lang="ru-RU" sz="2300" dirty="0"/>
          </a:p>
        </p:txBody>
      </p:sp>
      <p:sp>
        <p:nvSpPr>
          <p:cNvPr id="58" name="goB"/>
          <p:cNvSpPr txBox="1"/>
          <p:nvPr/>
        </p:nvSpPr>
        <p:spPr>
          <a:xfrm>
            <a:off x="4148455" y="5575300"/>
            <a:ext cx="3992880" cy="414020"/>
          </a:xfrm>
          <a:prstGeom prst="roundRect">
            <a:avLst>
              <a:gd name="adj" fmla="val 110429"/>
            </a:avLst>
          </a:prstGeom>
          <a:solidFill>
            <a:srgbClr val="F6BB2A"/>
          </a:solidFill>
          <a:ln/>
          <a:effectLst>
            <a:outerShdw sx="100000" sy="100000" kx="0" ky="0" algn="bl" rotWithShape="0" blurRad="6350" dist="57150" dir="5400000">
              <a:srgbClr val="CF9214">
                <a:alpha val="100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ru-RU" sz="1200" b="1" dirty="0">
                <a:solidFill>
                  <a:srgbClr val="1B181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ПРАКТИЧЕСКОЕ ПРИМЕНЕНИЕ  </a:t>
            </a:r>
            <a:r>
              <a:rPr lang="ru-RU" sz="1700" b="1" dirty="0">
                <a:solidFill>
                  <a:srgbClr val="1B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ru-RU" sz="1200" dirty="0"/>
          </a:p>
        </p:txBody>
      </p:sp>
      <p:pic>
        <p:nvPicPr>
          <p:cNvPr id="59" name="pc" descr="pc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63525" y="629285"/>
            <a:ext cx="7651750" cy="5426710"/>
          </a:xfrm>
          <a:prstGeom prst="rect">
            <a:avLst/>
          </a:prstGeom>
        </p:spPr>
      </p:pic>
      <p:sp>
        <p:nvSpPr>
          <p:cNvPr id="60" name="stB"/>
          <p:cNvSpPr txBox="1"/>
          <p:nvPr/>
        </p:nvSpPr>
        <p:spPr>
          <a:xfrm rot="336000">
            <a:off x="5333683" y="779145"/>
            <a:ext cx="2349500" cy="711200"/>
          </a:xfrm>
          <a:prstGeom prst="roundRect">
            <a:avLst>
              <a:gd name="adj" fmla="val 14286"/>
            </a:avLst>
          </a:prstGeom>
          <a:solidFill>
            <a:srgbClr val="F6BB2A"/>
          </a:solidFill>
          <a:ln w="38100">
            <a:solidFill>
              <a:srgbClr val="17181B"/>
            </a:solidFill>
          </a:ln>
          <a:effectLst>
            <a:outerShdw sx="100000" sy="100000" kx="0" ky="0" algn="bl" rotWithShape="0" blurRad="76200" dist="50800" dir="5400000">
              <a:srgbClr val="000000">
                <a:alpha val="4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ru-RU" sz="1700" dirty="0">
                <a:solidFill>
                  <a:srgbClr val="1B181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Xush kelibsiz!</a:t>
            </a:r>
            <a:endParaRPr lang="ru-RU" sz="160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ru-RU" sz="1400" b="1" dirty="0">
                <a:solidFill>
                  <a:srgbClr val="1B1814"/>
                </a:solidFill>
                <a:latin typeface="Segoe Print" pitchFamily="34" charset="0"/>
                <a:ea typeface="Segoe Print" pitchFamily="34" charset="-122"/>
                <a:cs typeface="Segoe Print" pitchFamily="34" charset="-120"/>
              </a:rPr>
              <a:t>добро пожаловать</a:t>
            </a:r>
            <a:endParaRPr lang="ru-RU" sz="1600" dirty="0"/>
          </a:p>
        </p:txBody>
      </p:sp>
      <p:sp>
        <p:nvSpPr>
          <p:cNvPr id="61" name="eyebrowDashB"/>
          <p:cNvSpPr/>
          <p:nvPr/>
        </p:nvSpPr>
        <p:spPr>
          <a:xfrm>
            <a:off x="7912100" y="1149350"/>
            <a:ext cx="292100" cy="19050"/>
          </a:xfrm>
          <a:prstGeom prst="rect">
            <a:avLst/>
          </a:prstGeom>
          <a:solidFill>
            <a:srgbClr val="F6BB2A"/>
          </a:solidFill>
          <a:ln/>
        </p:spPr>
      </p:sp>
      <p:sp>
        <p:nvSpPr>
          <p:cNvPr id="62" name="eyebrowB"/>
          <p:cNvSpPr txBox="1"/>
          <p:nvPr/>
        </p:nvSpPr>
        <p:spPr>
          <a:xfrm>
            <a:off x="8293100" y="1054100"/>
            <a:ext cx="355600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ru-RU" sz="1100" b="1" spc="260" kern="0" dirty="0">
                <a:solidFill>
                  <a:srgbClr val="F6B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ПРАКТИЧЕСКОЕ ПРИМЕНЕНИЕ</a:t>
            </a:r>
            <a:endParaRPr lang="ru-RU" sz="1100" dirty="0"/>
          </a:p>
        </p:txBody>
      </p:sp>
      <p:sp>
        <p:nvSpPr>
          <p:cNvPr id="63" name="titleB"/>
          <p:cNvSpPr txBox="1"/>
          <p:nvPr/>
        </p:nvSpPr>
        <p:spPr>
          <a:xfrm>
            <a:off x="7912100" y="1362710"/>
            <a:ext cx="4064000" cy="1727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0000"/>
              </a:lnSpc>
              <a:buNone/>
            </a:pPr>
            <a:r>
              <a:rPr lang="ru-RU" sz="3000" dirty="0">
                <a:solidFill>
                  <a:srgbClr val="F5EBD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Приходите</a:t>
            </a:r>
            <a:endParaRPr lang="ru-RU" sz="3000" dirty="0"/>
          </a:p>
          <a:p>
            <a:pPr algn="l" indent="0" marL="0">
              <a:lnSpc>
                <a:spcPct val="80000"/>
              </a:lnSpc>
              <a:buNone/>
            </a:pPr>
            <a:r>
              <a:rPr lang="ru-RU" sz="3000" dirty="0">
                <a:solidFill>
                  <a:srgbClr val="F5EBD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знакомиться</a:t>
            </a:r>
            <a:endParaRPr lang="ru-RU" sz="3000" dirty="0"/>
          </a:p>
          <a:p>
            <a:pPr algn="l" indent="0" marL="0">
              <a:lnSpc>
                <a:spcPct val="80000"/>
              </a:lnSpc>
              <a:buNone/>
            </a:pPr>
            <a:r>
              <a:rPr lang="ru-RU" sz="3000" dirty="0">
                <a:solidFill>
                  <a:srgbClr val="F5EBD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с </a:t>
            </a:r>
            <a:r>
              <a:rPr lang="ru-RU" sz="3000" dirty="0">
                <a:solidFill>
                  <a:srgbClr val="F6B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узбекской</a:t>
            </a:r>
            <a:endParaRPr lang="ru-RU" sz="3000" dirty="0"/>
          </a:p>
          <a:p>
            <a:pPr algn="l" indent="0" marL="0">
              <a:lnSpc>
                <a:spcPct val="80000"/>
              </a:lnSpc>
              <a:buNone/>
            </a:pPr>
            <a:r>
              <a:rPr lang="ru-RU" sz="3000" dirty="0">
                <a:solidFill>
                  <a:srgbClr val="F6B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культурой</a:t>
            </a:r>
            <a:endParaRPr lang="ru-RU" sz="3000" dirty="0"/>
          </a:p>
        </p:txBody>
      </p:sp>
      <p:sp>
        <p:nvSpPr>
          <p:cNvPr id="64" name="cardB"/>
          <p:cNvSpPr txBox="1"/>
          <p:nvPr/>
        </p:nvSpPr>
        <p:spPr>
          <a:xfrm rot="60000">
            <a:off x="7912100" y="3194050"/>
            <a:ext cx="3594100" cy="1546225"/>
          </a:xfrm>
          <a:prstGeom prst="roundRect">
            <a:avLst>
              <a:gd name="adj" fmla="val 9035"/>
            </a:avLst>
          </a:prstGeom>
          <a:solidFill>
            <a:srgbClr val="F5EBD5"/>
          </a:solidFill>
          <a:ln/>
          <a:effectLst>
            <a:outerShdw sx="100000" sy="100000" kx="0" ky="0" algn="bl" rotWithShape="0" blurRad="317500" dist="152400" dir="5400000">
              <a:srgbClr val="000000">
                <a:alpha val="35000"/>
              </a:srgbClr>
            </a:outerShdw>
          </a:effectLst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ru-RU" sz="1600" dirty="0"/>
          </a:p>
        </p:txBody>
      </p:sp>
      <p:sp>
        <p:nvSpPr>
          <p:cNvPr id="65" name="badgeB"/>
          <p:cNvSpPr txBox="1"/>
          <p:nvPr/>
        </p:nvSpPr>
        <p:spPr>
          <a:xfrm>
            <a:off x="10464165" y="3124835"/>
            <a:ext cx="927100" cy="215900"/>
          </a:xfrm>
          <a:prstGeom prst="roundRect">
            <a:avLst>
              <a:gd name="adj" fmla="val 211765"/>
            </a:avLst>
          </a:prstGeom>
          <a:solidFill>
            <a:srgbClr val="E8432D"/>
          </a:solidFill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ru-RU" sz="1000" b="1" spc="150" kern="0" dirty="0">
                <a:solidFill>
                  <a:srgbClr val="F5E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ШУТКА</a:t>
            </a:r>
            <a:endParaRPr lang="ru-RU" sz="1000" dirty="0"/>
          </a:p>
        </p:txBody>
      </p:sp>
      <p:sp>
        <p:nvSpPr>
          <p:cNvPr id="66" name="l1B"/>
          <p:cNvSpPr txBox="1"/>
          <p:nvPr/>
        </p:nvSpPr>
        <p:spPr>
          <a:xfrm rot="60000">
            <a:off x="8133715" y="3305810"/>
            <a:ext cx="3302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ru-RU" sz="2000" dirty="0">
                <a:solidFill>
                  <a:srgbClr val="B32A1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Плов не обещаем.</a:t>
            </a:r>
            <a:endParaRPr lang="ru-RU" sz="2000" dirty="0"/>
          </a:p>
        </p:txBody>
      </p:sp>
      <p:sp>
        <p:nvSpPr>
          <p:cNvPr id="67" name="l2B"/>
          <p:cNvSpPr txBox="1"/>
          <p:nvPr/>
        </p:nvSpPr>
        <p:spPr>
          <a:xfrm rot="60000">
            <a:off x="8128000" y="3686810"/>
            <a:ext cx="3302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ru-RU" sz="1700" b="1" dirty="0">
                <a:solidFill>
                  <a:srgbClr val="1B18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 формулу вы уже знаете:</a:t>
            </a:r>
            <a:endParaRPr lang="ru-RU" sz="1700" dirty="0"/>
          </a:p>
        </p:txBody>
      </p:sp>
      <p:sp>
        <p:nvSpPr>
          <p:cNvPr id="68" name="sepB"/>
          <p:cNvSpPr/>
          <p:nvPr/>
        </p:nvSpPr>
        <p:spPr>
          <a:xfrm rot="60000">
            <a:off x="8117840" y="4058285"/>
            <a:ext cx="3170555" cy="0"/>
          </a:xfrm>
          <a:prstGeom prst="line">
            <a:avLst/>
          </a:prstGeom>
          <a:ln w="12700">
            <a:solidFill>
              <a:srgbClr val="D8C79F"/>
            </a:solidFill>
            <a:prstDash val="dash"/>
          </a:ln>
        </p:spPr>
      </p:sp>
      <p:sp>
        <p:nvSpPr>
          <p:cNvPr id="69" name="fB"/>
          <p:cNvSpPr txBox="1"/>
          <p:nvPr/>
        </p:nvSpPr>
        <p:spPr>
          <a:xfrm rot="60000">
            <a:off x="8117840" y="4121785"/>
            <a:ext cx="3302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ru-RU" sz="2500" i="1" dirty="0">
                <a:solidFill>
                  <a:srgbClr val="1B18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</a:t>
            </a:r>
            <a:r>
              <a:rPr lang="ru-RU" sz="2500" i="1" baseline="-40000" dirty="0">
                <a:solidFill>
                  <a:srgbClr val="1B18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</a:t>
            </a:r>
            <a:r>
              <a:rPr lang="ru-RU" sz="2500" baseline="-40000" dirty="0">
                <a:solidFill>
                  <a:srgbClr val="1B18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+1</a:t>
            </a:r>
            <a:r>
              <a:rPr lang="ru-RU" sz="2500" dirty="0">
                <a:solidFill>
                  <a:srgbClr val="1B18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= 0,3·</a:t>
            </a:r>
            <a:r>
              <a:rPr lang="ru-RU" sz="2500" i="1" dirty="0">
                <a:solidFill>
                  <a:srgbClr val="1B18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</a:t>
            </a:r>
            <a:r>
              <a:rPr lang="ru-RU" sz="2500" i="1" baseline="-40000" dirty="0">
                <a:solidFill>
                  <a:srgbClr val="1B18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</a:t>
            </a:r>
            <a:r>
              <a:rPr lang="ru-RU" sz="2500" dirty="0">
                <a:solidFill>
                  <a:srgbClr val="1B18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+ 1</a:t>
            </a:r>
            <a:endParaRPr lang="ru-RU" sz="2500" dirty="0"/>
          </a:p>
        </p:txBody>
      </p:sp>
      <p:sp>
        <p:nvSpPr>
          <p:cNvPr id="70" name="goC"/>
          <p:cNvSpPr txBox="1"/>
          <p:nvPr/>
        </p:nvSpPr>
        <p:spPr>
          <a:xfrm>
            <a:off x="7912100" y="4930775"/>
            <a:ext cx="2724785" cy="414020"/>
          </a:xfrm>
          <a:prstGeom prst="roundRect">
            <a:avLst>
              <a:gd name="adj" fmla="val 110429"/>
            </a:avLst>
          </a:prstGeom>
          <a:solidFill>
            <a:srgbClr val="F6BB2A"/>
          </a:solidFill>
          <a:ln/>
          <a:effectLst>
            <a:outerShdw sx="100000" sy="100000" kx="0" ky="0" algn="bl" rotWithShape="0" blurRad="6350" dist="57150" dir="5400000">
              <a:srgbClr val="CF9214">
                <a:alpha val="100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ru-RU" sz="1200" b="1" dirty="0">
                <a:solidFill>
                  <a:srgbClr val="1B181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ВОПРОСЫ ИЗ ЗАЛА  </a:t>
            </a:r>
            <a:r>
              <a:rPr lang="ru-RU" sz="1700" b="1" dirty="0">
                <a:solidFill>
                  <a:srgbClr val="1B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ru-RU" sz="1200" dirty="0"/>
          </a:p>
        </p:txBody>
      </p:sp>
      <p:pic>
        <p:nvPicPr>
          <p:cNvPr id="71" name="spot" descr="spot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16000" y="0"/>
            <a:ext cx="10160000" cy="5080000"/>
          </a:xfrm>
          <a:prstGeom prst="rect">
            <a:avLst/>
          </a:prstGeom>
        </p:spPr>
      </p:pic>
      <p:pic>
        <p:nvPicPr>
          <p:cNvPr id="72" name="guestP" descr="guestP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58800" y="2891155"/>
            <a:ext cx="2336800" cy="3966845"/>
          </a:xfrm>
          <a:prstGeom prst="rect">
            <a:avLst/>
          </a:prstGeom>
        </p:spPr>
      </p:pic>
      <p:pic>
        <p:nvPicPr>
          <p:cNvPr id="73" name="guestS" descr="guestS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58800" y="2891155"/>
            <a:ext cx="2336800" cy="3966845"/>
          </a:xfrm>
          <a:prstGeom prst="rect">
            <a:avLst/>
          </a:prstGeom>
        </p:spPr>
      </p:pic>
      <p:pic>
        <p:nvPicPr>
          <p:cNvPr id="74" name="guestD" descr="guestD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58800" y="2891155"/>
            <a:ext cx="2336800" cy="3966845"/>
          </a:xfrm>
          <a:prstGeom prst="rect">
            <a:avLst/>
          </a:prstGeom>
        </p:spPr>
      </p:pic>
      <p:pic>
        <p:nvPicPr>
          <p:cNvPr id="75" name="resC" descr="resC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826500" y="3180080"/>
            <a:ext cx="2908300" cy="3677920"/>
          </a:xfrm>
          <a:prstGeom prst="rect">
            <a:avLst/>
          </a:prstGeom>
        </p:spPr>
      </p:pic>
      <p:pic>
        <p:nvPicPr>
          <p:cNvPr id="76" name="resD" descr="resD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826500" y="3180080"/>
            <a:ext cx="2908300" cy="3677920"/>
          </a:xfrm>
          <a:prstGeom prst="rect">
            <a:avLst/>
          </a:prstGeom>
        </p:spPr>
      </p:pic>
      <p:pic>
        <p:nvPicPr>
          <p:cNvPr id="77" name="qBig" descr="qBi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2374900" y="139700"/>
            <a:ext cx="8169910" cy="3390900"/>
          </a:xfrm>
          <a:prstGeom prst="rect">
            <a:avLst/>
          </a:prstGeom>
        </p:spPr>
      </p:pic>
      <p:sp>
        <p:nvSpPr>
          <p:cNvPr id="78" name="qText"/>
          <p:cNvSpPr txBox="1"/>
          <p:nvPr/>
        </p:nvSpPr>
        <p:spPr>
          <a:xfrm>
            <a:off x="2819400" y="704850"/>
            <a:ext cx="7280910" cy="1270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ru-RU" sz="7200" dirty="0">
                <a:solidFill>
                  <a:srgbClr val="1B181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Как дела?</a:t>
            </a:r>
            <a:endParaRPr lang="ru-RU" sz="7200" dirty="0"/>
          </a:p>
        </p:txBody>
      </p:sp>
      <p:sp>
        <p:nvSpPr>
          <p:cNvPr id="79" name="uzL1"/>
          <p:cNvSpPr txBox="1"/>
          <p:nvPr/>
        </p:nvSpPr>
        <p:spPr>
          <a:xfrm>
            <a:off x="3175000" y="2463800"/>
            <a:ext cx="65532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ru-RU" sz="2600" i="1" dirty="0">
                <a:solidFill>
                  <a:srgbClr val="F6B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Yaxshimisiz? Uydagilar yaxshimi?</a:t>
            </a:r>
            <a:endParaRPr lang="ru-RU" sz="2600" dirty="0"/>
          </a:p>
        </p:txBody>
      </p:sp>
      <p:sp>
        <p:nvSpPr>
          <p:cNvPr id="80" name="uzBadge"/>
          <p:cNvSpPr txBox="1"/>
          <p:nvPr/>
        </p:nvSpPr>
        <p:spPr>
          <a:xfrm>
            <a:off x="3385185" y="2915920"/>
            <a:ext cx="762000" cy="215900"/>
          </a:xfrm>
          <a:prstGeom prst="roundRect">
            <a:avLst>
              <a:gd name="adj" fmla="val 211765"/>
            </a:avLst>
          </a:prstGeom>
          <a:solidFill>
            <a:srgbClr val="F5EBD5"/>
          </a:solidFill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ru-RU" sz="1000" b="1" spc="150" kern="0" dirty="0">
                <a:solidFill>
                  <a:srgbClr val="1F6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ФАКТ</a:t>
            </a:r>
            <a:endParaRPr lang="ru-RU" sz="1000" dirty="0"/>
          </a:p>
        </p:txBody>
      </p:sp>
      <p:sp>
        <p:nvSpPr>
          <p:cNvPr id="81" name="uzL2"/>
          <p:cNvSpPr txBox="1"/>
          <p:nvPr/>
        </p:nvSpPr>
        <p:spPr>
          <a:xfrm>
            <a:off x="4236085" y="2890520"/>
            <a:ext cx="546100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ru-RU" sz="1500" b="1" dirty="0">
                <a:solidFill>
                  <a:srgbClr val="E9DC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так спрашивают по-узбекски: «Как вы? Как домашние?»</a:t>
            </a:r>
            <a:endParaRPr lang="ru-RU" sz="1500" dirty="0"/>
          </a:p>
        </p:txBody>
      </p:sp>
      <p:sp>
        <p:nvSpPr>
          <p:cNvPr id="82" name="btnS"/>
          <p:cNvSpPr txBox="1"/>
          <p:nvPr/>
        </p:nvSpPr>
        <p:spPr>
          <a:xfrm>
            <a:off x="3651250" y="3784600"/>
            <a:ext cx="4889500" cy="631190"/>
          </a:xfrm>
          <a:prstGeom prst="roundRect">
            <a:avLst>
              <a:gd name="adj" fmla="val 72435"/>
            </a:avLst>
          </a:prstGeom>
          <a:solidFill>
            <a:srgbClr val="F5EBD5"/>
          </a:solidFill>
          <a:ln/>
          <a:effectLst>
            <a:outerShdw sx="100000" sy="100000" kx="0" ky="0" algn="bl" rotWithShape="0" blurRad="6350" dist="57150" dir="5400000">
              <a:srgbClr val="D8C79F">
                <a:alpha val="100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ru-RU" sz="1900" b="1" dirty="0">
                <a:solidFill>
                  <a:srgbClr val="1B181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ОТВЕТИТЬ КРАТКО</a:t>
            </a:r>
            <a:endParaRPr lang="ru-RU" sz="1900" dirty="0"/>
          </a:p>
        </p:txBody>
      </p:sp>
      <p:sp>
        <p:nvSpPr>
          <p:cNvPr id="83" name="btnSg"/>
          <p:cNvSpPr txBox="1"/>
          <p:nvPr/>
        </p:nvSpPr>
        <p:spPr>
          <a:xfrm>
            <a:off x="3651250" y="3784600"/>
            <a:ext cx="4889500" cy="631190"/>
          </a:xfrm>
          <a:prstGeom prst="roundRect">
            <a:avLst>
              <a:gd name="adj" fmla="val 72435"/>
            </a:avLst>
          </a:prstGeom>
          <a:solidFill>
            <a:srgbClr val="8F8B84"/>
          </a:solidFill>
          <a:ln/>
          <a:effectLst>
            <a:outerShdw sx="100000" sy="100000" kx="0" ky="0" algn="bl" rotWithShape="0" blurRad="6350" dist="57150" dir="5400000">
              <a:srgbClr val="6E6B64">
                <a:alpha val="100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ru-RU" sz="1900" b="1" dirty="0">
                <a:solidFill>
                  <a:srgbClr val="2A272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ОТВЕТИТЬ КРАТКО</a:t>
            </a:r>
            <a:endParaRPr lang="ru-RU" sz="1900" dirty="0"/>
          </a:p>
        </p:txBody>
      </p:sp>
      <p:sp>
        <p:nvSpPr>
          <p:cNvPr id="84" name="btnU"/>
          <p:cNvSpPr txBox="1"/>
          <p:nvPr/>
        </p:nvSpPr>
        <p:spPr>
          <a:xfrm>
            <a:off x="3651250" y="4631690"/>
            <a:ext cx="4889500" cy="631190"/>
          </a:xfrm>
          <a:prstGeom prst="roundRect">
            <a:avLst>
              <a:gd name="adj" fmla="val 72435"/>
            </a:avLst>
          </a:prstGeom>
          <a:solidFill>
            <a:srgbClr val="E8432D"/>
          </a:solidFill>
          <a:ln/>
          <a:effectLst>
            <a:outerShdw sx="100000" sy="100000" kx="0" ky="0" algn="bl" rotWithShape="0" blurRad="6350" dist="57150" dir="5400000">
              <a:srgbClr val="7D1A0D">
                <a:alpha val="100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ru-RU" sz="1900" b="1" dirty="0">
                <a:solidFill>
                  <a:srgbClr val="F5EBD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ОТВЕТИТЬ ПО-УЗБЕКСКИ</a:t>
            </a:r>
            <a:endParaRPr lang="ru-RU" sz="1900" dirty="0"/>
          </a:p>
        </p:txBody>
      </p:sp>
      <p:pic>
        <p:nvPicPr>
          <p:cNvPr id="85" name="normB" descr="normB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7576185" y="2172335"/>
            <a:ext cx="3955415" cy="1373505"/>
          </a:xfrm>
          <a:prstGeom prst="rect">
            <a:avLst/>
          </a:prstGeom>
        </p:spPr>
      </p:pic>
      <p:sp>
        <p:nvSpPr>
          <p:cNvPr id="86" name="normT"/>
          <p:cNvSpPr txBox="1"/>
          <p:nvPr/>
        </p:nvSpPr>
        <p:spPr>
          <a:xfrm rot="120000">
            <a:off x="7841932" y="2460308"/>
            <a:ext cx="3423920" cy="7467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ru-RU" sz="2900" dirty="0">
                <a:solidFill>
                  <a:srgbClr val="1B181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Нормально.</a:t>
            </a:r>
            <a:endParaRPr lang="ru-RU" sz="2900" dirty="0"/>
          </a:p>
        </p:txBody>
      </p:sp>
      <p:sp>
        <p:nvSpPr>
          <p:cNvPr id="87" name="strike"/>
          <p:cNvSpPr/>
          <p:nvPr/>
        </p:nvSpPr>
        <p:spPr>
          <a:xfrm rot="-60000">
            <a:off x="7994332" y="2852738"/>
            <a:ext cx="3119120" cy="63500"/>
          </a:xfrm>
          <a:prstGeom prst="roundRect">
            <a:avLst>
              <a:gd name="adj" fmla="val 50000"/>
            </a:avLst>
          </a:prstGeom>
          <a:solidFill>
            <a:srgbClr val="E8432D"/>
          </a:solidFill>
          <a:ln/>
        </p:spPr>
      </p:sp>
      <p:sp>
        <p:nvSpPr>
          <p:cNvPr id="88" name="andall"/>
          <p:cNvSpPr txBox="1"/>
          <p:nvPr/>
        </p:nvSpPr>
        <p:spPr>
          <a:xfrm rot="-480000">
            <a:off x="2026285" y="3470275"/>
            <a:ext cx="1524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ru-RU" sz="2200" b="1" dirty="0">
                <a:solidFill>
                  <a:srgbClr val="F6BB2A"/>
                </a:solidFill>
                <a:latin typeface="Segoe Print" pitchFamily="34" charset="0"/>
                <a:ea typeface="Segoe Print" pitchFamily="34" charset="-122"/>
                <a:cs typeface="Segoe Print" pitchFamily="34" charset="-120"/>
              </a:rPr>
              <a:t>…и всё?</a:t>
            </a:r>
            <a:endParaRPr lang="ru-RU" sz="2200" dirty="0"/>
          </a:p>
        </p:txBody>
      </p:sp>
      <p:pic>
        <p:nvPicPr>
          <p:cNvPr id="89" name="qSmall" descr="qSmall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520700" y="419100"/>
            <a:ext cx="3147695" cy="1331595"/>
          </a:xfrm>
          <a:prstGeom prst="rect">
            <a:avLst/>
          </a:prstGeom>
        </p:spPr>
      </p:pic>
      <p:sp>
        <p:nvSpPr>
          <p:cNvPr id="90" name="qTextS"/>
          <p:cNvSpPr txBox="1"/>
          <p:nvPr/>
        </p:nvSpPr>
        <p:spPr>
          <a:xfrm>
            <a:off x="711200" y="641985"/>
            <a:ext cx="2766695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ru-RU" sz="2600" dirty="0">
                <a:solidFill>
                  <a:srgbClr val="1B181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Как дела?</a:t>
            </a:r>
            <a:endParaRPr lang="ru-RU" sz="2600" dirty="0"/>
          </a:p>
        </p:txBody>
      </p:sp>
      <p:sp>
        <p:nvSpPr>
          <p:cNvPr id="91" name="panel"/>
          <p:cNvSpPr txBox="1"/>
          <p:nvPr/>
        </p:nvSpPr>
        <p:spPr>
          <a:xfrm>
            <a:off x="3429000" y="266700"/>
            <a:ext cx="5461000" cy="6413500"/>
          </a:xfrm>
          <a:prstGeom prst="roundRect">
            <a:avLst>
              <a:gd name="adj" fmla="val 3721"/>
            </a:avLst>
          </a:prstGeom>
          <a:solidFill>
            <a:srgbClr val="26292E"/>
          </a:solidFill>
          <a:ln w="9525">
            <a:solidFill>
              <a:srgbClr val="3A3E45"/>
            </a:solidFill>
          </a:ln>
          <a:effectLst>
            <a:outerShdw sx="100000" sy="100000" kx="0" ky="0" algn="bl" rotWithShape="0" blurRad="381000" dist="190500" dir="5400000">
              <a:srgbClr val="000000">
                <a:alpha val="50000"/>
              </a:srgbClr>
            </a:outerShdw>
          </a:effectLst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ru-RU" sz="1600" dirty="0"/>
          </a:p>
        </p:txBody>
      </p:sp>
      <p:sp>
        <p:nvSpPr>
          <p:cNvPr id="92" name="rahmat"/>
          <p:cNvSpPr txBox="1"/>
          <p:nvPr/>
        </p:nvSpPr>
        <p:spPr>
          <a:xfrm>
            <a:off x="3683000" y="368300"/>
            <a:ext cx="5016500" cy="609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ru-RU" sz="3300" dirty="0">
                <a:solidFill>
                  <a:srgbClr val="F6B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Rahmat, yaxshi!</a:t>
            </a:r>
            <a:endParaRPr lang="ru-RU" sz="3300" dirty="0"/>
          </a:p>
        </p:txBody>
      </p:sp>
      <p:sp>
        <p:nvSpPr>
          <p:cNvPr id="93" name="rahmatTr"/>
          <p:cNvSpPr txBox="1"/>
          <p:nvPr/>
        </p:nvSpPr>
        <p:spPr>
          <a:xfrm>
            <a:off x="3683000" y="935355"/>
            <a:ext cx="406400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ru-RU" sz="1550" b="1" dirty="0">
                <a:solidFill>
                  <a:srgbClr val="E9DC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«Спасибо, хорошо!» А теперь подробнее:</a:t>
            </a:r>
            <a:endParaRPr lang="ru-RU" sz="1550" dirty="0"/>
          </a:p>
        </p:txBody>
      </p:sp>
      <p:sp>
        <p:nvSpPr>
          <p:cNvPr id="94" name="pbadge"/>
          <p:cNvSpPr txBox="1"/>
          <p:nvPr/>
        </p:nvSpPr>
        <p:spPr>
          <a:xfrm>
            <a:off x="7772400" y="1073150"/>
            <a:ext cx="927100" cy="215900"/>
          </a:xfrm>
          <a:prstGeom prst="roundRect">
            <a:avLst>
              <a:gd name="adj" fmla="val 211765"/>
            </a:avLst>
          </a:prstGeom>
          <a:solidFill>
            <a:srgbClr val="E8432D"/>
          </a:solidFill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ru-RU" sz="1000" b="1" spc="150" kern="0" dirty="0">
                <a:solidFill>
                  <a:srgbClr val="F5E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ШУТКА</a:t>
            </a:r>
            <a:endParaRPr lang="ru-RU" sz="1000" dirty="0"/>
          </a:p>
        </p:txBody>
      </p:sp>
      <p:sp>
        <p:nvSpPr>
          <p:cNvPr id="95" name="pheadLine"/>
          <p:cNvSpPr/>
          <p:nvPr/>
        </p:nvSpPr>
        <p:spPr>
          <a:xfrm>
            <a:off x="3429000" y="1333500"/>
            <a:ext cx="5461000" cy="0"/>
          </a:xfrm>
          <a:prstGeom prst="line">
            <a:avLst/>
          </a:prstGeom>
          <a:ln w="19050">
            <a:solidFill>
              <a:srgbClr val="3A3E45"/>
            </a:solidFill>
            <a:prstDash val="solid"/>
          </a:ln>
        </p:spPr>
      </p:sp>
      <p:sp>
        <p:nvSpPr>
          <p:cNvPr id="96" name="track"/>
          <p:cNvSpPr/>
          <p:nvPr/>
        </p:nvSpPr>
        <p:spPr>
          <a:xfrm>
            <a:off x="8712200" y="1511300"/>
            <a:ext cx="50800" cy="5003800"/>
          </a:xfrm>
          <a:prstGeom prst="roundRect">
            <a:avLst>
              <a:gd name="adj" fmla="val 50000"/>
            </a:avLst>
          </a:prstGeom>
          <a:solidFill>
            <a:srgbClr val="3A3E45"/>
          </a:solidFill>
          <a:ln/>
        </p:spPr>
      </p:sp>
      <p:sp>
        <p:nvSpPr>
          <p:cNvPr id="97" name="thumb0"/>
          <p:cNvSpPr/>
          <p:nvPr/>
        </p:nvSpPr>
        <p:spPr>
          <a:xfrm>
            <a:off x="8712200" y="1511300"/>
            <a:ext cx="50800" cy="5003800"/>
          </a:xfrm>
          <a:prstGeom prst="roundRect">
            <a:avLst>
              <a:gd name="adj" fmla="val 50000"/>
            </a:avLst>
          </a:prstGeom>
          <a:solidFill>
            <a:srgbClr val="F6BB2A"/>
          </a:solidFill>
          <a:ln/>
        </p:spPr>
      </p:sp>
      <p:sp>
        <p:nvSpPr>
          <p:cNvPr id="98" name="thumb1"/>
          <p:cNvSpPr/>
          <p:nvPr/>
        </p:nvSpPr>
        <p:spPr>
          <a:xfrm>
            <a:off x="8712200" y="3511550"/>
            <a:ext cx="50800" cy="3003550"/>
          </a:xfrm>
          <a:prstGeom prst="roundRect">
            <a:avLst>
              <a:gd name="adj" fmla="val 50000"/>
            </a:avLst>
          </a:prstGeom>
          <a:solidFill>
            <a:srgbClr val="F6BB2A"/>
          </a:solidFill>
          <a:ln/>
        </p:spPr>
      </p:sp>
      <p:sp>
        <p:nvSpPr>
          <p:cNvPr id="99" name="thumb2"/>
          <p:cNvSpPr/>
          <p:nvPr/>
        </p:nvSpPr>
        <p:spPr>
          <a:xfrm>
            <a:off x="8712200" y="4362450"/>
            <a:ext cx="50800" cy="2152650"/>
          </a:xfrm>
          <a:prstGeom prst="roundRect">
            <a:avLst>
              <a:gd name="adj" fmla="val 50000"/>
            </a:avLst>
          </a:prstGeom>
          <a:solidFill>
            <a:srgbClr val="F6BB2A"/>
          </a:solidFill>
          <a:ln/>
        </p:spPr>
      </p:sp>
      <p:sp>
        <p:nvSpPr>
          <p:cNvPr id="100" name="thumb3"/>
          <p:cNvSpPr/>
          <p:nvPr/>
        </p:nvSpPr>
        <p:spPr>
          <a:xfrm>
            <a:off x="8712200" y="4762500"/>
            <a:ext cx="50800" cy="1752600"/>
          </a:xfrm>
          <a:prstGeom prst="roundRect">
            <a:avLst>
              <a:gd name="adj" fmla="val 50000"/>
            </a:avLst>
          </a:prstGeom>
          <a:solidFill>
            <a:srgbClr val="F6BB2A"/>
          </a:solidFill>
          <a:ln/>
        </p:spPr>
      </p:sp>
      <p:sp>
        <p:nvSpPr>
          <p:cNvPr id="101" name="it1"/>
          <p:cNvSpPr txBox="1"/>
          <p:nvPr/>
        </p:nvSpPr>
        <p:spPr>
          <a:xfrm>
            <a:off x="3568700" y="1435100"/>
            <a:ext cx="5054600" cy="292100"/>
          </a:xfrm>
          <a:prstGeom prst="roundRect">
            <a:avLst>
              <a:gd name="adj" fmla="val 30435"/>
            </a:avLst>
          </a:prstGeom>
          <a:solidFill>
            <a:srgbClr val="F5EBD5"/>
          </a:solidFill>
          <a:ln/>
          <a:effectLst>
            <a:outerShdw sx="100000" sy="100000" kx="0" ky="0" algn="bl" rotWithShape="0" blurRad="127000" dist="63500" dir="5400000">
              <a:srgbClr val="000000">
                <a:alpha val="30000"/>
              </a:srgbClr>
            </a:outerShdw>
          </a:effectLst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ru-RU" sz="1600" dirty="0"/>
          </a:p>
        </p:txBody>
      </p:sp>
      <p:sp>
        <p:nvSpPr>
          <p:cNvPr id="102" name="itN1"/>
          <p:cNvSpPr txBox="1"/>
          <p:nvPr/>
        </p:nvSpPr>
        <p:spPr>
          <a:xfrm>
            <a:off x="3632200" y="1479550"/>
            <a:ext cx="292100" cy="203200"/>
          </a:xfrm>
          <a:prstGeom prst="roundRect">
            <a:avLst>
              <a:gd name="adj" fmla="val 28125"/>
            </a:avLst>
          </a:prstGeom>
          <a:solidFill>
            <a:srgbClr val="F6BB2A"/>
          </a:solidFill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ru-RU" sz="1250" b="1" dirty="0">
                <a:solidFill>
                  <a:srgbClr val="1B18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ru-RU" sz="1250" dirty="0"/>
          </a:p>
        </p:txBody>
      </p:sp>
      <p:sp>
        <p:nvSpPr>
          <p:cNvPr id="103" name="itTag1"/>
          <p:cNvSpPr txBox="1"/>
          <p:nvPr/>
        </p:nvSpPr>
        <p:spPr>
          <a:xfrm>
            <a:off x="4000500" y="1504950"/>
            <a:ext cx="546100" cy="158750"/>
          </a:xfrm>
          <a:prstGeom prst="roundRect">
            <a:avLst>
              <a:gd name="adj" fmla="val 50000"/>
            </a:avLst>
          </a:prstGeom>
          <a:solidFill>
            <a:srgbClr val="F6BB2A"/>
          </a:solidFill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ru-RU" sz="900" b="1" spc="100" kern="0" dirty="0">
                <a:solidFill>
                  <a:srgbClr val="1B18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СЕМЬЯ</a:t>
            </a:r>
            <a:endParaRPr lang="ru-RU" sz="900" dirty="0"/>
          </a:p>
        </p:txBody>
      </p:sp>
      <p:sp>
        <p:nvSpPr>
          <p:cNvPr id="104" name="itT1"/>
          <p:cNvSpPr txBox="1"/>
          <p:nvPr/>
        </p:nvSpPr>
        <p:spPr>
          <a:xfrm>
            <a:off x="4000500" y="1485900"/>
            <a:ext cx="454660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sz="1250" b="1" dirty="0">
                <a:solidFill>
                  <a:srgbClr val="1B18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                 Родители передают вам привет.</a:t>
            </a:r>
            <a:endParaRPr lang="ru-RU" sz="1250" dirty="0"/>
          </a:p>
        </p:txBody>
      </p:sp>
      <p:sp>
        <p:nvSpPr>
          <p:cNvPr id="105" name="it2"/>
          <p:cNvSpPr txBox="1"/>
          <p:nvPr/>
        </p:nvSpPr>
        <p:spPr>
          <a:xfrm>
            <a:off x="3568700" y="1771650"/>
            <a:ext cx="5054600" cy="292100"/>
          </a:xfrm>
          <a:prstGeom prst="roundRect">
            <a:avLst>
              <a:gd name="adj" fmla="val 30435"/>
            </a:avLst>
          </a:prstGeom>
          <a:solidFill>
            <a:srgbClr val="F5EBD5"/>
          </a:solidFill>
          <a:ln/>
          <a:effectLst>
            <a:outerShdw sx="100000" sy="100000" kx="0" ky="0" algn="bl" rotWithShape="0" blurRad="127000" dist="63500" dir="5400000">
              <a:srgbClr val="000000">
                <a:alpha val="30000"/>
              </a:srgbClr>
            </a:outerShdw>
          </a:effectLst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ru-RU" sz="1600" dirty="0"/>
          </a:p>
        </p:txBody>
      </p:sp>
      <p:sp>
        <p:nvSpPr>
          <p:cNvPr id="106" name="itN2"/>
          <p:cNvSpPr txBox="1"/>
          <p:nvPr/>
        </p:nvSpPr>
        <p:spPr>
          <a:xfrm>
            <a:off x="3632200" y="1816100"/>
            <a:ext cx="292100" cy="203200"/>
          </a:xfrm>
          <a:prstGeom prst="roundRect">
            <a:avLst>
              <a:gd name="adj" fmla="val 28125"/>
            </a:avLst>
          </a:prstGeom>
          <a:solidFill>
            <a:srgbClr val="F6BB2A"/>
          </a:solidFill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ru-RU" sz="1250" b="1" dirty="0">
                <a:solidFill>
                  <a:srgbClr val="1B18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ru-RU" sz="1250" dirty="0"/>
          </a:p>
        </p:txBody>
      </p:sp>
      <p:sp>
        <p:nvSpPr>
          <p:cNvPr id="107" name="itTag2"/>
          <p:cNvSpPr txBox="1"/>
          <p:nvPr/>
        </p:nvSpPr>
        <p:spPr>
          <a:xfrm>
            <a:off x="4000500" y="1841500"/>
            <a:ext cx="552450" cy="158750"/>
          </a:xfrm>
          <a:prstGeom prst="roundRect">
            <a:avLst>
              <a:gd name="adj" fmla="val 50000"/>
            </a:avLst>
          </a:prstGeom>
          <a:solidFill>
            <a:srgbClr val="2453B0"/>
          </a:solidFill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ru-RU" sz="900" b="1" spc="100" kern="0" dirty="0">
                <a:solidFill>
                  <a:srgbClr val="F5E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РОДНЯ</a:t>
            </a:r>
            <a:endParaRPr lang="ru-RU" sz="900" dirty="0"/>
          </a:p>
        </p:txBody>
      </p:sp>
      <p:sp>
        <p:nvSpPr>
          <p:cNvPr id="108" name="itT2"/>
          <p:cNvSpPr txBox="1"/>
          <p:nvPr/>
        </p:nvSpPr>
        <p:spPr>
          <a:xfrm>
            <a:off x="4000500" y="1822450"/>
            <a:ext cx="454660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sz="1250" b="1" dirty="0">
                <a:solidFill>
                  <a:srgbClr val="1B18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                 Дядя из Самарканда спрашивает, когда я женюсь.</a:t>
            </a:r>
            <a:endParaRPr lang="ru-RU" sz="1250" dirty="0"/>
          </a:p>
        </p:txBody>
      </p:sp>
      <p:sp>
        <p:nvSpPr>
          <p:cNvPr id="109" name="it3"/>
          <p:cNvSpPr txBox="1"/>
          <p:nvPr/>
        </p:nvSpPr>
        <p:spPr>
          <a:xfrm>
            <a:off x="3568700" y="2108200"/>
            <a:ext cx="5054600" cy="292100"/>
          </a:xfrm>
          <a:prstGeom prst="roundRect">
            <a:avLst>
              <a:gd name="adj" fmla="val 30435"/>
            </a:avLst>
          </a:prstGeom>
          <a:solidFill>
            <a:srgbClr val="F5EBD5"/>
          </a:solidFill>
          <a:ln/>
          <a:effectLst>
            <a:outerShdw sx="100000" sy="100000" kx="0" ky="0" algn="bl" rotWithShape="0" blurRad="127000" dist="63500" dir="5400000">
              <a:srgbClr val="000000">
                <a:alpha val="30000"/>
              </a:srgbClr>
            </a:outerShdw>
          </a:effectLst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ru-RU" sz="1600" dirty="0"/>
          </a:p>
        </p:txBody>
      </p:sp>
      <p:sp>
        <p:nvSpPr>
          <p:cNvPr id="110" name="itN3"/>
          <p:cNvSpPr txBox="1"/>
          <p:nvPr/>
        </p:nvSpPr>
        <p:spPr>
          <a:xfrm>
            <a:off x="3632200" y="2152650"/>
            <a:ext cx="292100" cy="203200"/>
          </a:xfrm>
          <a:prstGeom prst="roundRect">
            <a:avLst>
              <a:gd name="adj" fmla="val 28125"/>
            </a:avLst>
          </a:prstGeom>
          <a:solidFill>
            <a:srgbClr val="F6BB2A"/>
          </a:solidFill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ru-RU" sz="1250" b="1" dirty="0">
                <a:solidFill>
                  <a:srgbClr val="1B18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ru-RU" sz="1250" dirty="0"/>
          </a:p>
        </p:txBody>
      </p:sp>
      <p:sp>
        <p:nvSpPr>
          <p:cNvPr id="111" name="itTag3"/>
          <p:cNvSpPr txBox="1"/>
          <p:nvPr/>
        </p:nvSpPr>
        <p:spPr>
          <a:xfrm>
            <a:off x="4000500" y="2178050"/>
            <a:ext cx="546100" cy="158750"/>
          </a:xfrm>
          <a:prstGeom prst="roundRect">
            <a:avLst>
              <a:gd name="adj" fmla="val 50000"/>
            </a:avLst>
          </a:prstGeom>
          <a:solidFill>
            <a:srgbClr val="F6BB2A"/>
          </a:solidFill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ru-RU" sz="900" b="1" spc="100" kern="0" dirty="0">
                <a:solidFill>
                  <a:srgbClr val="1B18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СЕМЬЯ</a:t>
            </a:r>
            <a:endParaRPr lang="ru-RU" sz="900" dirty="0"/>
          </a:p>
        </p:txBody>
      </p:sp>
      <p:sp>
        <p:nvSpPr>
          <p:cNvPr id="112" name="itT3"/>
          <p:cNvSpPr txBox="1"/>
          <p:nvPr/>
        </p:nvSpPr>
        <p:spPr>
          <a:xfrm>
            <a:off x="4000500" y="2159000"/>
            <a:ext cx="454660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sz="1250" b="1" dirty="0">
                <a:solidFill>
                  <a:srgbClr val="1B18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                 Мама спрашивает, есть ли у меня шапка.</a:t>
            </a:r>
            <a:endParaRPr lang="ru-RU" sz="1250" dirty="0"/>
          </a:p>
        </p:txBody>
      </p:sp>
      <p:sp>
        <p:nvSpPr>
          <p:cNvPr id="113" name="it4"/>
          <p:cNvSpPr txBox="1"/>
          <p:nvPr/>
        </p:nvSpPr>
        <p:spPr>
          <a:xfrm>
            <a:off x="3568700" y="2444750"/>
            <a:ext cx="5054600" cy="482600"/>
          </a:xfrm>
          <a:prstGeom prst="roundRect">
            <a:avLst>
              <a:gd name="adj" fmla="val 18421"/>
            </a:avLst>
          </a:prstGeom>
          <a:solidFill>
            <a:srgbClr val="F5EBD5"/>
          </a:solidFill>
          <a:ln/>
          <a:effectLst>
            <a:outerShdw sx="100000" sy="100000" kx="0" ky="0" algn="bl" rotWithShape="0" blurRad="127000" dist="63500" dir="5400000">
              <a:srgbClr val="000000">
                <a:alpha val="30000"/>
              </a:srgbClr>
            </a:outerShdw>
          </a:effectLst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ru-RU" sz="1600" dirty="0"/>
          </a:p>
        </p:txBody>
      </p:sp>
      <p:sp>
        <p:nvSpPr>
          <p:cNvPr id="114" name="itN4"/>
          <p:cNvSpPr txBox="1"/>
          <p:nvPr/>
        </p:nvSpPr>
        <p:spPr>
          <a:xfrm>
            <a:off x="3632200" y="2489200"/>
            <a:ext cx="292100" cy="203200"/>
          </a:xfrm>
          <a:prstGeom prst="roundRect">
            <a:avLst>
              <a:gd name="adj" fmla="val 28125"/>
            </a:avLst>
          </a:prstGeom>
          <a:solidFill>
            <a:srgbClr val="F6BB2A"/>
          </a:solidFill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ru-RU" sz="1250" b="1" dirty="0">
                <a:solidFill>
                  <a:srgbClr val="1B18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ru-RU" sz="1250" dirty="0"/>
          </a:p>
        </p:txBody>
      </p:sp>
      <p:sp>
        <p:nvSpPr>
          <p:cNvPr id="115" name="itTag4"/>
          <p:cNvSpPr txBox="1"/>
          <p:nvPr/>
        </p:nvSpPr>
        <p:spPr>
          <a:xfrm>
            <a:off x="4000500" y="2514600"/>
            <a:ext cx="552450" cy="158750"/>
          </a:xfrm>
          <a:prstGeom prst="roundRect">
            <a:avLst>
              <a:gd name="adj" fmla="val 50000"/>
            </a:avLst>
          </a:prstGeom>
          <a:solidFill>
            <a:srgbClr val="2453B0"/>
          </a:solidFill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ru-RU" sz="900" b="1" spc="100" kern="0" dirty="0">
                <a:solidFill>
                  <a:srgbClr val="F5E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РОДНЯ</a:t>
            </a:r>
            <a:endParaRPr lang="ru-RU" sz="900" dirty="0"/>
          </a:p>
        </p:txBody>
      </p:sp>
      <p:sp>
        <p:nvSpPr>
          <p:cNvPr id="116" name="itT4"/>
          <p:cNvSpPr txBox="1"/>
          <p:nvPr/>
        </p:nvSpPr>
        <p:spPr>
          <a:xfrm>
            <a:off x="4000500" y="2495550"/>
            <a:ext cx="45466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sz="1250" b="1" dirty="0">
                <a:solidFill>
                  <a:srgbClr val="1B18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                 Двоюродный брат тоже стал лингвистом. Это у нас семейное.</a:t>
            </a:r>
            <a:endParaRPr lang="ru-RU" sz="1250" dirty="0"/>
          </a:p>
        </p:txBody>
      </p:sp>
      <p:sp>
        <p:nvSpPr>
          <p:cNvPr id="117" name="it5"/>
          <p:cNvSpPr txBox="1"/>
          <p:nvPr/>
        </p:nvSpPr>
        <p:spPr>
          <a:xfrm>
            <a:off x="3568700" y="2971800"/>
            <a:ext cx="5054600" cy="292100"/>
          </a:xfrm>
          <a:prstGeom prst="roundRect">
            <a:avLst>
              <a:gd name="adj" fmla="val 30435"/>
            </a:avLst>
          </a:prstGeom>
          <a:solidFill>
            <a:srgbClr val="F5EBD5"/>
          </a:solidFill>
          <a:ln/>
          <a:effectLst>
            <a:outerShdw sx="100000" sy="100000" kx="0" ky="0" algn="bl" rotWithShape="0" blurRad="127000" dist="63500" dir="5400000">
              <a:srgbClr val="000000">
                <a:alpha val="30000"/>
              </a:srgbClr>
            </a:outerShdw>
          </a:effectLst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ru-RU" sz="1600" dirty="0"/>
          </a:p>
        </p:txBody>
      </p:sp>
      <p:sp>
        <p:nvSpPr>
          <p:cNvPr id="118" name="itN5"/>
          <p:cNvSpPr txBox="1"/>
          <p:nvPr/>
        </p:nvSpPr>
        <p:spPr>
          <a:xfrm>
            <a:off x="3632200" y="3016250"/>
            <a:ext cx="292100" cy="203200"/>
          </a:xfrm>
          <a:prstGeom prst="roundRect">
            <a:avLst>
              <a:gd name="adj" fmla="val 28125"/>
            </a:avLst>
          </a:prstGeom>
          <a:solidFill>
            <a:srgbClr val="F6BB2A"/>
          </a:solidFill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ru-RU" sz="1250" b="1" dirty="0">
                <a:solidFill>
                  <a:srgbClr val="1B18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ru-RU" sz="1250" dirty="0"/>
          </a:p>
        </p:txBody>
      </p:sp>
      <p:sp>
        <p:nvSpPr>
          <p:cNvPr id="119" name="itTag5"/>
          <p:cNvSpPr txBox="1"/>
          <p:nvPr/>
        </p:nvSpPr>
        <p:spPr>
          <a:xfrm>
            <a:off x="4000500" y="3041650"/>
            <a:ext cx="622300" cy="158750"/>
          </a:xfrm>
          <a:prstGeom prst="roundRect">
            <a:avLst>
              <a:gd name="adj" fmla="val 50000"/>
            </a:avLst>
          </a:prstGeom>
          <a:solidFill>
            <a:srgbClr val="1FA3B4"/>
          </a:solidFill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ru-RU" sz="900" b="1" spc="100" kern="0" dirty="0">
                <a:solidFill>
                  <a:srgbClr val="1B18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СОСЕДИ</a:t>
            </a:r>
            <a:endParaRPr lang="ru-RU" sz="900" dirty="0"/>
          </a:p>
        </p:txBody>
      </p:sp>
      <p:sp>
        <p:nvSpPr>
          <p:cNvPr id="120" name="itT5"/>
          <p:cNvSpPr txBox="1"/>
          <p:nvPr/>
        </p:nvSpPr>
        <p:spPr>
          <a:xfrm>
            <a:off x="4000500" y="3022600"/>
            <a:ext cx="454660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sz="1250" b="1" dirty="0">
                <a:solidFill>
                  <a:srgbClr val="1B18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                   Соседи достроили второй этаж.</a:t>
            </a:r>
            <a:endParaRPr lang="ru-RU" sz="1250" dirty="0"/>
          </a:p>
        </p:txBody>
      </p:sp>
      <p:sp>
        <p:nvSpPr>
          <p:cNvPr id="121" name="it6"/>
          <p:cNvSpPr txBox="1"/>
          <p:nvPr/>
        </p:nvSpPr>
        <p:spPr>
          <a:xfrm>
            <a:off x="3568700" y="3308350"/>
            <a:ext cx="5054600" cy="482600"/>
          </a:xfrm>
          <a:prstGeom prst="roundRect">
            <a:avLst>
              <a:gd name="adj" fmla="val 18421"/>
            </a:avLst>
          </a:prstGeom>
          <a:solidFill>
            <a:srgbClr val="F5EBD5"/>
          </a:solidFill>
          <a:ln/>
          <a:effectLst>
            <a:outerShdw sx="100000" sy="100000" kx="0" ky="0" algn="bl" rotWithShape="0" blurRad="127000" dist="63500" dir="5400000">
              <a:srgbClr val="000000">
                <a:alpha val="30000"/>
              </a:srgbClr>
            </a:outerShdw>
          </a:effectLst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ru-RU" sz="1600" dirty="0"/>
          </a:p>
        </p:txBody>
      </p:sp>
      <p:sp>
        <p:nvSpPr>
          <p:cNvPr id="122" name="itN6"/>
          <p:cNvSpPr txBox="1"/>
          <p:nvPr/>
        </p:nvSpPr>
        <p:spPr>
          <a:xfrm>
            <a:off x="3632200" y="3352800"/>
            <a:ext cx="292100" cy="203200"/>
          </a:xfrm>
          <a:prstGeom prst="roundRect">
            <a:avLst>
              <a:gd name="adj" fmla="val 28125"/>
            </a:avLst>
          </a:prstGeom>
          <a:solidFill>
            <a:srgbClr val="F6BB2A"/>
          </a:solidFill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ru-RU" sz="1250" b="1" dirty="0">
                <a:solidFill>
                  <a:srgbClr val="1B18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ru-RU" sz="1250" dirty="0"/>
          </a:p>
        </p:txBody>
      </p:sp>
      <p:sp>
        <p:nvSpPr>
          <p:cNvPr id="123" name="itTag6"/>
          <p:cNvSpPr txBox="1"/>
          <p:nvPr/>
        </p:nvSpPr>
        <p:spPr>
          <a:xfrm>
            <a:off x="4000500" y="3378200"/>
            <a:ext cx="723900" cy="158750"/>
          </a:xfrm>
          <a:prstGeom prst="roundRect">
            <a:avLst>
              <a:gd name="adj" fmla="val 50000"/>
            </a:avLst>
          </a:prstGeom>
          <a:solidFill>
            <a:srgbClr val="E8432D"/>
          </a:solidFill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ru-RU" sz="900" b="1" spc="100" kern="0" dirty="0">
                <a:solidFill>
                  <a:srgbClr val="F5E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БАБУШКА</a:t>
            </a:r>
            <a:endParaRPr lang="ru-RU" sz="900" dirty="0"/>
          </a:p>
        </p:txBody>
      </p:sp>
      <p:sp>
        <p:nvSpPr>
          <p:cNvPr id="124" name="itT6"/>
          <p:cNvSpPr txBox="1"/>
          <p:nvPr/>
        </p:nvSpPr>
        <p:spPr>
          <a:xfrm>
            <a:off x="4000500" y="3359150"/>
            <a:ext cx="45466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sz="1250" b="1" dirty="0">
                <a:solidFill>
                  <a:srgbClr val="1B18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                      У бабушки всё хорошо. Её кот тоже поправился — на два килограмма.</a:t>
            </a:r>
            <a:endParaRPr lang="ru-RU" sz="1250" dirty="0"/>
          </a:p>
        </p:txBody>
      </p:sp>
      <p:sp>
        <p:nvSpPr>
          <p:cNvPr id="125" name="it7"/>
          <p:cNvSpPr txBox="1"/>
          <p:nvPr/>
        </p:nvSpPr>
        <p:spPr>
          <a:xfrm>
            <a:off x="3568700" y="3835400"/>
            <a:ext cx="5054600" cy="292100"/>
          </a:xfrm>
          <a:prstGeom prst="roundRect">
            <a:avLst>
              <a:gd name="adj" fmla="val 30435"/>
            </a:avLst>
          </a:prstGeom>
          <a:solidFill>
            <a:srgbClr val="F5EBD5"/>
          </a:solidFill>
          <a:ln/>
          <a:effectLst>
            <a:outerShdw sx="100000" sy="100000" kx="0" ky="0" algn="bl" rotWithShape="0" blurRad="127000" dist="63500" dir="5400000">
              <a:srgbClr val="000000">
                <a:alpha val="30000"/>
              </a:srgbClr>
            </a:outerShdw>
          </a:effectLst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ru-RU" sz="1600" dirty="0"/>
          </a:p>
        </p:txBody>
      </p:sp>
      <p:sp>
        <p:nvSpPr>
          <p:cNvPr id="126" name="itN7"/>
          <p:cNvSpPr txBox="1"/>
          <p:nvPr/>
        </p:nvSpPr>
        <p:spPr>
          <a:xfrm>
            <a:off x="3632200" y="3879850"/>
            <a:ext cx="292100" cy="203200"/>
          </a:xfrm>
          <a:prstGeom prst="roundRect">
            <a:avLst>
              <a:gd name="adj" fmla="val 28125"/>
            </a:avLst>
          </a:prstGeom>
          <a:solidFill>
            <a:srgbClr val="F6BB2A"/>
          </a:solidFill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ru-RU" sz="1250" b="1" dirty="0">
                <a:solidFill>
                  <a:srgbClr val="1B18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ru-RU" sz="1250" dirty="0"/>
          </a:p>
        </p:txBody>
      </p:sp>
      <p:sp>
        <p:nvSpPr>
          <p:cNvPr id="127" name="itTag7"/>
          <p:cNvSpPr txBox="1"/>
          <p:nvPr/>
        </p:nvSpPr>
        <p:spPr>
          <a:xfrm>
            <a:off x="4000500" y="3905250"/>
            <a:ext cx="825500" cy="158750"/>
          </a:xfrm>
          <a:prstGeom prst="roundRect">
            <a:avLst>
              <a:gd name="adj" fmla="val 50000"/>
            </a:avLst>
          </a:prstGeom>
          <a:solidFill>
            <a:srgbClr val="FF8A35"/>
          </a:solidFill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ru-RU" sz="900" b="1" spc="100" kern="0" dirty="0">
                <a:solidFill>
                  <a:srgbClr val="1B18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ЗНАКОМЫЕ</a:t>
            </a:r>
            <a:endParaRPr lang="ru-RU" sz="900" dirty="0"/>
          </a:p>
        </p:txBody>
      </p:sp>
      <p:sp>
        <p:nvSpPr>
          <p:cNvPr id="128" name="itT7"/>
          <p:cNvSpPr txBox="1"/>
          <p:nvPr/>
        </p:nvSpPr>
        <p:spPr>
          <a:xfrm>
            <a:off x="4000500" y="3886200"/>
            <a:ext cx="454660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sz="1250" b="1" dirty="0">
                <a:solidFill>
                  <a:srgbClr val="1B18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                         В субботу свадьба. Вы тоже приглашены.</a:t>
            </a:r>
            <a:endParaRPr lang="ru-RU" sz="1250" dirty="0"/>
          </a:p>
        </p:txBody>
      </p:sp>
      <p:sp>
        <p:nvSpPr>
          <p:cNvPr id="129" name="it8"/>
          <p:cNvSpPr txBox="1"/>
          <p:nvPr/>
        </p:nvSpPr>
        <p:spPr>
          <a:xfrm>
            <a:off x="3568700" y="4171950"/>
            <a:ext cx="5054600" cy="482600"/>
          </a:xfrm>
          <a:prstGeom prst="roundRect">
            <a:avLst>
              <a:gd name="adj" fmla="val 18421"/>
            </a:avLst>
          </a:prstGeom>
          <a:solidFill>
            <a:srgbClr val="F5EBD5"/>
          </a:solidFill>
          <a:ln/>
          <a:effectLst>
            <a:outerShdw sx="100000" sy="100000" kx="0" ky="0" algn="bl" rotWithShape="0" blurRad="127000" dist="63500" dir="5400000">
              <a:srgbClr val="000000">
                <a:alpha val="30000"/>
              </a:srgbClr>
            </a:outerShdw>
          </a:effectLst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ru-RU" sz="1600" dirty="0"/>
          </a:p>
        </p:txBody>
      </p:sp>
      <p:sp>
        <p:nvSpPr>
          <p:cNvPr id="130" name="itN8"/>
          <p:cNvSpPr txBox="1"/>
          <p:nvPr/>
        </p:nvSpPr>
        <p:spPr>
          <a:xfrm>
            <a:off x="3632200" y="4216400"/>
            <a:ext cx="292100" cy="203200"/>
          </a:xfrm>
          <a:prstGeom prst="roundRect">
            <a:avLst>
              <a:gd name="adj" fmla="val 28125"/>
            </a:avLst>
          </a:prstGeom>
          <a:solidFill>
            <a:srgbClr val="F6BB2A"/>
          </a:solidFill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ru-RU" sz="1250" b="1" dirty="0">
                <a:solidFill>
                  <a:srgbClr val="1B18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endParaRPr lang="ru-RU" sz="1250" dirty="0"/>
          </a:p>
        </p:txBody>
      </p:sp>
      <p:sp>
        <p:nvSpPr>
          <p:cNvPr id="131" name="itTag8"/>
          <p:cNvSpPr txBox="1"/>
          <p:nvPr/>
        </p:nvSpPr>
        <p:spPr>
          <a:xfrm>
            <a:off x="4000500" y="4241800"/>
            <a:ext cx="552450" cy="158750"/>
          </a:xfrm>
          <a:prstGeom prst="roundRect">
            <a:avLst>
              <a:gd name="adj" fmla="val 50000"/>
            </a:avLst>
          </a:prstGeom>
          <a:solidFill>
            <a:srgbClr val="2453B0"/>
          </a:solidFill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ru-RU" sz="900" b="1" spc="100" kern="0" dirty="0">
                <a:solidFill>
                  <a:srgbClr val="F5E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РОДНЯ</a:t>
            </a:r>
            <a:endParaRPr lang="ru-RU" sz="900" dirty="0"/>
          </a:p>
        </p:txBody>
      </p:sp>
      <p:sp>
        <p:nvSpPr>
          <p:cNvPr id="132" name="itT8"/>
          <p:cNvSpPr txBox="1"/>
          <p:nvPr/>
        </p:nvSpPr>
        <p:spPr>
          <a:xfrm>
            <a:off x="4000500" y="4222750"/>
            <a:ext cx="45466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sz="1250" b="1" dirty="0">
                <a:solidFill>
                  <a:srgbClr val="1B18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                 Племянник пошёл в первый класс и уже знает, что такое предел.</a:t>
            </a:r>
            <a:endParaRPr lang="ru-RU" sz="1250" dirty="0"/>
          </a:p>
        </p:txBody>
      </p:sp>
      <p:sp>
        <p:nvSpPr>
          <p:cNvPr id="133" name="it9"/>
          <p:cNvSpPr txBox="1"/>
          <p:nvPr/>
        </p:nvSpPr>
        <p:spPr>
          <a:xfrm>
            <a:off x="3568700" y="4699000"/>
            <a:ext cx="5054600" cy="292100"/>
          </a:xfrm>
          <a:prstGeom prst="roundRect">
            <a:avLst>
              <a:gd name="adj" fmla="val 30435"/>
            </a:avLst>
          </a:prstGeom>
          <a:solidFill>
            <a:srgbClr val="F5EBD5"/>
          </a:solidFill>
          <a:ln/>
          <a:effectLst>
            <a:outerShdw sx="100000" sy="100000" kx="0" ky="0" algn="bl" rotWithShape="0" blurRad="127000" dist="63500" dir="5400000">
              <a:srgbClr val="000000">
                <a:alpha val="30000"/>
              </a:srgbClr>
            </a:outerShdw>
          </a:effectLst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ru-RU" sz="1600" dirty="0"/>
          </a:p>
        </p:txBody>
      </p:sp>
      <p:sp>
        <p:nvSpPr>
          <p:cNvPr id="134" name="itN9"/>
          <p:cNvSpPr txBox="1"/>
          <p:nvPr/>
        </p:nvSpPr>
        <p:spPr>
          <a:xfrm>
            <a:off x="3632200" y="4743450"/>
            <a:ext cx="292100" cy="203200"/>
          </a:xfrm>
          <a:prstGeom prst="roundRect">
            <a:avLst>
              <a:gd name="adj" fmla="val 28125"/>
            </a:avLst>
          </a:prstGeom>
          <a:solidFill>
            <a:srgbClr val="F6BB2A"/>
          </a:solidFill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ru-RU" sz="1250" b="1" dirty="0">
                <a:solidFill>
                  <a:srgbClr val="1B18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</a:t>
            </a:r>
            <a:endParaRPr lang="ru-RU" sz="1250" dirty="0"/>
          </a:p>
        </p:txBody>
      </p:sp>
      <p:sp>
        <p:nvSpPr>
          <p:cNvPr id="135" name="itTag9"/>
          <p:cNvSpPr txBox="1"/>
          <p:nvPr/>
        </p:nvSpPr>
        <p:spPr>
          <a:xfrm>
            <a:off x="4000500" y="4768850"/>
            <a:ext cx="546100" cy="158750"/>
          </a:xfrm>
          <a:prstGeom prst="roundRect">
            <a:avLst>
              <a:gd name="adj" fmla="val 50000"/>
            </a:avLst>
          </a:prstGeom>
          <a:solidFill>
            <a:srgbClr val="F6BB2A"/>
          </a:solidFill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ru-RU" sz="900" b="1" spc="100" kern="0" dirty="0">
                <a:solidFill>
                  <a:srgbClr val="1B18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СЕМЬЯ</a:t>
            </a:r>
            <a:endParaRPr lang="ru-RU" sz="900" dirty="0"/>
          </a:p>
        </p:txBody>
      </p:sp>
      <p:sp>
        <p:nvSpPr>
          <p:cNvPr id="136" name="itT9"/>
          <p:cNvSpPr txBox="1"/>
          <p:nvPr/>
        </p:nvSpPr>
        <p:spPr>
          <a:xfrm>
            <a:off x="4000500" y="4749800"/>
            <a:ext cx="454660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sz="1250" b="1" dirty="0">
                <a:solidFill>
                  <a:srgbClr val="1B18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                 Папа спрашивает, хорошо ли я питаюсь.</a:t>
            </a:r>
            <a:endParaRPr lang="ru-RU" sz="1250" dirty="0"/>
          </a:p>
        </p:txBody>
      </p:sp>
      <p:sp>
        <p:nvSpPr>
          <p:cNvPr id="137" name="it10"/>
          <p:cNvSpPr txBox="1"/>
          <p:nvPr/>
        </p:nvSpPr>
        <p:spPr>
          <a:xfrm>
            <a:off x="3568700" y="5035550"/>
            <a:ext cx="5054600" cy="482600"/>
          </a:xfrm>
          <a:prstGeom prst="roundRect">
            <a:avLst>
              <a:gd name="adj" fmla="val 18421"/>
            </a:avLst>
          </a:prstGeom>
          <a:solidFill>
            <a:srgbClr val="F5EBD5"/>
          </a:solidFill>
          <a:ln/>
          <a:effectLst>
            <a:outerShdw sx="100000" sy="100000" kx="0" ky="0" algn="bl" rotWithShape="0" blurRad="127000" dist="63500" dir="5400000">
              <a:srgbClr val="000000">
                <a:alpha val="30000"/>
              </a:srgbClr>
            </a:outerShdw>
          </a:effectLst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ru-RU" sz="1600" dirty="0"/>
          </a:p>
        </p:txBody>
      </p:sp>
      <p:sp>
        <p:nvSpPr>
          <p:cNvPr id="138" name="itN10"/>
          <p:cNvSpPr txBox="1"/>
          <p:nvPr/>
        </p:nvSpPr>
        <p:spPr>
          <a:xfrm>
            <a:off x="3632200" y="5080000"/>
            <a:ext cx="292100" cy="203200"/>
          </a:xfrm>
          <a:prstGeom prst="roundRect">
            <a:avLst>
              <a:gd name="adj" fmla="val 28125"/>
            </a:avLst>
          </a:prstGeom>
          <a:solidFill>
            <a:srgbClr val="F6BB2A"/>
          </a:solidFill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ru-RU" sz="1250" b="1" dirty="0">
                <a:solidFill>
                  <a:srgbClr val="1B18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ru-RU" sz="1250" dirty="0"/>
          </a:p>
        </p:txBody>
      </p:sp>
      <p:sp>
        <p:nvSpPr>
          <p:cNvPr id="139" name="itTag10"/>
          <p:cNvSpPr txBox="1"/>
          <p:nvPr/>
        </p:nvSpPr>
        <p:spPr>
          <a:xfrm>
            <a:off x="4000500" y="5105400"/>
            <a:ext cx="622300" cy="158750"/>
          </a:xfrm>
          <a:prstGeom prst="roundRect">
            <a:avLst>
              <a:gd name="adj" fmla="val 50000"/>
            </a:avLst>
          </a:prstGeom>
          <a:solidFill>
            <a:srgbClr val="1FA3B4"/>
          </a:solidFill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ru-RU" sz="900" b="1" spc="100" kern="0" dirty="0">
                <a:solidFill>
                  <a:srgbClr val="1B18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СОСЕДИ</a:t>
            </a:r>
            <a:endParaRPr lang="ru-RU" sz="900" dirty="0"/>
          </a:p>
        </p:txBody>
      </p:sp>
      <p:sp>
        <p:nvSpPr>
          <p:cNvPr id="140" name="itT10"/>
          <p:cNvSpPr txBox="1"/>
          <p:nvPr/>
        </p:nvSpPr>
        <p:spPr>
          <a:xfrm>
            <a:off x="4000500" y="5086350"/>
            <a:ext cx="45466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sz="1250" b="1" dirty="0">
                <a:solidFill>
                  <a:srgbClr val="1B18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                   Сосед купил машину. Цвет выбирала вся махалля — весь квартал.</a:t>
            </a:r>
            <a:endParaRPr lang="ru-RU" sz="1250" dirty="0"/>
          </a:p>
        </p:txBody>
      </p:sp>
      <p:sp>
        <p:nvSpPr>
          <p:cNvPr id="141" name="it11"/>
          <p:cNvSpPr txBox="1"/>
          <p:nvPr/>
        </p:nvSpPr>
        <p:spPr>
          <a:xfrm>
            <a:off x="3568700" y="5562600"/>
            <a:ext cx="5054600" cy="482600"/>
          </a:xfrm>
          <a:prstGeom prst="roundRect">
            <a:avLst>
              <a:gd name="adj" fmla="val 18421"/>
            </a:avLst>
          </a:prstGeom>
          <a:solidFill>
            <a:srgbClr val="F5EBD5"/>
          </a:solidFill>
          <a:ln/>
          <a:effectLst>
            <a:outerShdw sx="100000" sy="100000" kx="0" ky="0" algn="bl" rotWithShape="0" blurRad="127000" dist="63500" dir="5400000">
              <a:srgbClr val="000000">
                <a:alpha val="30000"/>
              </a:srgbClr>
            </a:outerShdw>
          </a:effectLst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ru-RU" sz="1600" dirty="0"/>
          </a:p>
        </p:txBody>
      </p:sp>
      <p:sp>
        <p:nvSpPr>
          <p:cNvPr id="142" name="itN11"/>
          <p:cNvSpPr txBox="1"/>
          <p:nvPr/>
        </p:nvSpPr>
        <p:spPr>
          <a:xfrm>
            <a:off x="3632200" y="5607050"/>
            <a:ext cx="292100" cy="203200"/>
          </a:xfrm>
          <a:prstGeom prst="roundRect">
            <a:avLst>
              <a:gd name="adj" fmla="val 28125"/>
            </a:avLst>
          </a:prstGeom>
          <a:solidFill>
            <a:srgbClr val="F6BB2A"/>
          </a:solidFill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ru-RU" sz="1250" b="1" dirty="0">
                <a:solidFill>
                  <a:srgbClr val="1B18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</a:t>
            </a:r>
            <a:endParaRPr lang="ru-RU" sz="1250" dirty="0"/>
          </a:p>
        </p:txBody>
      </p:sp>
      <p:sp>
        <p:nvSpPr>
          <p:cNvPr id="143" name="itTag11"/>
          <p:cNvSpPr txBox="1"/>
          <p:nvPr/>
        </p:nvSpPr>
        <p:spPr>
          <a:xfrm>
            <a:off x="4000500" y="5632450"/>
            <a:ext cx="723900" cy="158750"/>
          </a:xfrm>
          <a:prstGeom prst="roundRect">
            <a:avLst>
              <a:gd name="adj" fmla="val 50000"/>
            </a:avLst>
          </a:prstGeom>
          <a:solidFill>
            <a:srgbClr val="E8432D"/>
          </a:solidFill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ru-RU" sz="900" b="1" spc="100" kern="0" dirty="0">
                <a:solidFill>
                  <a:srgbClr val="F5E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БАБУШКА</a:t>
            </a:r>
            <a:endParaRPr lang="ru-RU" sz="900" dirty="0"/>
          </a:p>
        </p:txBody>
      </p:sp>
      <p:sp>
        <p:nvSpPr>
          <p:cNvPr id="144" name="itT11"/>
          <p:cNvSpPr txBox="1"/>
          <p:nvPr/>
        </p:nvSpPr>
        <p:spPr>
          <a:xfrm>
            <a:off x="4000500" y="5613400"/>
            <a:ext cx="45466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sz="1250" b="1" dirty="0">
                <a:solidFill>
                  <a:srgbClr val="1B18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                      Бабушка спрашивает,</a:t>
            </a:r>
            <a:endParaRPr lang="ru-RU" sz="1250" dirty="0"/>
          </a:p>
          <a:p>
            <a:pPr algn="l" indent="0" marL="0">
              <a:buNone/>
            </a:pPr>
            <a:r>
              <a:rPr lang="ru-RU" sz="1250" b="1" dirty="0">
                <a:solidFill>
                  <a:srgbClr val="1B18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почему вы до сих пор не поели.</a:t>
            </a:r>
            <a:endParaRPr lang="ru-RU" sz="1250" dirty="0"/>
          </a:p>
        </p:txBody>
      </p:sp>
      <p:sp>
        <p:nvSpPr>
          <p:cNvPr id="145" name="it12"/>
          <p:cNvSpPr txBox="1"/>
          <p:nvPr/>
        </p:nvSpPr>
        <p:spPr>
          <a:xfrm>
            <a:off x="3568700" y="6089650"/>
            <a:ext cx="5054600" cy="482600"/>
          </a:xfrm>
          <a:prstGeom prst="roundRect">
            <a:avLst>
              <a:gd name="adj" fmla="val 18421"/>
            </a:avLst>
          </a:prstGeom>
          <a:solidFill>
            <a:srgbClr val="F5EBD5"/>
          </a:solidFill>
          <a:ln/>
          <a:effectLst>
            <a:outerShdw sx="100000" sy="100000" kx="0" ky="0" algn="bl" rotWithShape="0" blurRad="127000" dist="63500" dir="5400000">
              <a:srgbClr val="000000">
                <a:alpha val="30000"/>
              </a:srgbClr>
            </a:outerShdw>
          </a:effectLst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ru-RU" sz="1600" dirty="0"/>
          </a:p>
        </p:txBody>
      </p:sp>
      <p:sp>
        <p:nvSpPr>
          <p:cNvPr id="146" name="itN12"/>
          <p:cNvSpPr txBox="1"/>
          <p:nvPr/>
        </p:nvSpPr>
        <p:spPr>
          <a:xfrm>
            <a:off x="3632200" y="6134100"/>
            <a:ext cx="292100" cy="203200"/>
          </a:xfrm>
          <a:prstGeom prst="roundRect">
            <a:avLst>
              <a:gd name="adj" fmla="val 28125"/>
            </a:avLst>
          </a:prstGeom>
          <a:solidFill>
            <a:srgbClr val="F6BB2A"/>
          </a:solidFill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ru-RU" sz="1250" b="1" dirty="0">
                <a:solidFill>
                  <a:srgbClr val="1B18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</a:t>
            </a:r>
            <a:endParaRPr lang="ru-RU" sz="1250" dirty="0"/>
          </a:p>
        </p:txBody>
      </p:sp>
      <p:sp>
        <p:nvSpPr>
          <p:cNvPr id="147" name="itTag12"/>
          <p:cNvSpPr txBox="1"/>
          <p:nvPr/>
        </p:nvSpPr>
        <p:spPr>
          <a:xfrm>
            <a:off x="4000500" y="6159500"/>
            <a:ext cx="825500" cy="158750"/>
          </a:xfrm>
          <a:prstGeom prst="roundRect">
            <a:avLst>
              <a:gd name="adj" fmla="val 50000"/>
            </a:avLst>
          </a:prstGeom>
          <a:solidFill>
            <a:srgbClr val="FF8A35"/>
          </a:solidFill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ru-RU" sz="900" b="1" spc="100" kern="0" dirty="0">
                <a:solidFill>
                  <a:srgbClr val="1B18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ЗНАКОМЫЕ</a:t>
            </a:r>
            <a:endParaRPr lang="ru-RU" sz="900" dirty="0"/>
          </a:p>
        </p:txBody>
      </p:sp>
      <p:sp>
        <p:nvSpPr>
          <p:cNvPr id="148" name="itT12"/>
          <p:cNvSpPr txBox="1"/>
          <p:nvPr/>
        </p:nvSpPr>
        <p:spPr>
          <a:xfrm>
            <a:off x="4000500" y="6140450"/>
            <a:ext cx="45466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sz="1250" b="1" dirty="0">
                <a:solidFill>
                  <a:srgbClr val="1B18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                         Одноклассник открыл чайхану.</a:t>
            </a:r>
            <a:endParaRPr lang="ru-RU" sz="1250" dirty="0"/>
          </a:p>
          <a:p>
            <a:pPr algn="l" indent="0" marL="0">
              <a:buNone/>
            </a:pPr>
            <a:r>
              <a:rPr lang="ru-RU" sz="1250" b="1" dirty="0">
                <a:solidFill>
                  <a:srgbClr val="1B18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Передаёт привет.</a:t>
            </a:r>
            <a:endParaRPr lang="ru-RU" sz="1250" dirty="0"/>
          </a:p>
        </p:txBody>
      </p:sp>
      <p:sp>
        <p:nvSpPr>
          <p:cNvPr id="149" name="cntLbl"/>
          <p:cNvSpPr txBox="1"/>
          <p:nvPr/>
        </p:nvSpPr>
        <p:spPr>
          <a:xfrm>
            <a:off x="9207500" y="406400"/>
            <a:ext cx="2286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ru-RU" sz="1200" b="1" spc="300" kern="0" dirty="0">
                <a:solidFill>
                  <a:srgbClr val="A39D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ПУНКТ</a:t>
            </a:r>
            <a:endParaRPr lang="ru-RU" sz="1200" dirty="0"/>
          </a:p>
        </p:txBody>
      </p:sp>
      <p:sp>
        <p:nvSpPr>
          <p:cNvPr id="150" name="cntOf"/>
          <p:cNvSpPr txBox="1"/>
          <p:nvPr/>
        </p:nvSpPr>
        <p:spPr>
          <a:xfrm>
            <a:off x="10541000" y="941070"/>
            <a:ext cx="952500" cy="495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ru-RU" sz="3000" b="1" dirty="0">
                <a:solidFill>
                  <a:srgbClr val="F5EBD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из ∞</a:t>
            </a:r>
            <a:endParaRPr lang="ru-RU" sz="3000" dirty="0"/>
          </a:p>
        </p:txBody>
      </p:sp>
      <p:sp>
        <p:nvSpPr>
          <p:cNvPr id="151" name="cnt0"/>
          <p:cNvSpPr txBox="1"/>
          <p:nvPr/>
        </p:nvSpPr>
        <p:spPr>
          <a:xfrm>
            <a:off x="9144000" y="566420"/>
            <a:ext cx="1333500" cy="914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ru-RU" sz="6600" b="1" dirty="0">
                <a:solidFill>
                  <a:srgbClr val="F6B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ru-RU" sz="6600" dirty="0"/>
          </a:p>
        </p:txBody>
      </p:sp>
      <p:sp>
        <p:nvSpPr>
          <p:cNvPr id="152" name="cnt1"/>
          <p:cNvSpPr txBox="1"/>
          <p:nvPr/>
        </p:nvSpPr>
        <p:spPr>
          <a:xfrm>
            <a:off x="9144000" y="566420"/>
            <a:ext cx="1333500" cy="914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ru-RU" sz="6600" b="1" dirty="0">
                <a:solidFill>
                  <a:srgbClr val="F6B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ru-RU" sz="6600" dirty="0"/>
          </a:p>
        </p:txBody>
      </p:sp>
      <p:sp>
        <p:nvSpPr>
          <p:cNvPr id="153" name="cnt2"/>
          <p:cNvSpPr txBox="1"/>
          <p:nvPr/>
        </p:nvSpPr>
        <p:spPr>
          <a:xfrm>
            <a:off x="9144000" y="566420"/>
            <a:ext cx="1333500" cy="914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ru-RU" sz="6600" b="1" dirty="0">
                <a:solidFill>
                  <a:srgbClr val="F6B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ru-RU" sz="6600" dirty="0"/>
          </a:p>
        </p:txBody>
      </p:sp>
      <p:sp>
        <p:nvSpPr>
          <p:cNvPr id="154" name="cnt3"/>
          <p:cNvSpPr txBox="1"/>
          <p:nvPr/>
        </p:nvSpPr>
        <p:spPr>
          <a:xfrm>
            <a:off x="9144000" y="566420"/>
            <a:ext cx="1333500" cy="914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ru-RU" sz="6600" b="1" dirty="0">
                <a:solidFill>
                  <a:srgbClr val="F6B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ru-RU" sz="6600" dirty="0"/>
          </a:p>
        </p:txBody>
      </p:sp>
      <p:sp>
        <p:nvSpPr>
          <p:cNvPr id="155" name="cnt4"/>
          <p:cNvSpPr txBox="1"/>
          <p:nvPr/>
        </p:nvSpPr>
        <p:spPr>
          <a:xfrm>
            <a:off x="9144000" y="566420"/>
            <a:ext cx="1333500" cy="914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ru-RU" sz="6600" b="1" dirty="0">
                <a:solidFill>
                  <a:srgbClr val="F6B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ru-RU" sz="6600" dirty="0"/>
          </a:p>
        </p:txBody>
      </p:sp>
      <p:sp>
        <p:nvSpPr>
          <p:cNvPr id="156" name="cnt5"/>
          <p:cNvSpPr txBox="1"/>
          <p:nvPr/>
        </p:nvSpPr>
        <p:spPr>
          <a:xfrm>
            <a:off x="9144000" y="566420"/>
            <a:ext cx="1333500" cy="914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ru-RU" sz="6600" b="1" dirty="0">
                <a:solidFill>
                  <a:srgbClr val="F6B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ru-RU" sz="6600" dirty="0"/>
          </a:p>
        </p:txBody>
      </p:sp>
      <p:sp>
        <p:nvSpPr>
          <p:cNvPr id="157" name="cnt6"/>
          <p:cNvSpPr txBox="1"/>
          <p:nvPr/>
        </p:nvSpPr>
        <p:spPr>
          <a:xfrm>
            <a:off x="9144000" y="566420"/>
            <a:ext cx="1333500" cy="914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ru-RU" sz="6600" b="1" dirty="0">
                <a:solidFill>
                  <a:srgbClr val="F6B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ru-RU" sz="6600" dirty="0"/>
          </a:p>
        </p:txBody>
      </p:sp>
      <p:sp>
        <p:nvSpPr>
          <p:cNvPr id="158" name="cnt7"/>
          <p:cNvSpPr txBox="1"/>
          <p:nvPr/>
        </p:nvSpPr>
        <p:spPr>
          <a:xfrm>
            <a:off x="9144000" y="566420"/>
            <a:ext cx="1333500" cy="914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ru-RU" sz="6600" b="1" dirty="0">
                <a:solidFill>
                  <a:srgbClr val="F6B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ru-RU" sz="6600" dirty="0"/>
          </a:p>
        </p:txBody>
      </p:sp>
      <p:sp>
        <p:nvSpPr>
          <p:cNvPr id="159" name="cnt8"/>
          <p:cNvSpPr txBox="1"/>
          <p:nvPr/>
        </p:nvSpPr>
        <p:spPr>
          <a:xfrm>
            <a:off x="9144000" y="566420"/>
            <a:ext cx="1333500" cy="914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ru-RU" sz="6600" b="1" dirty="0">
                <a:solidFill>
                  <a:srgbClr val="F6B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endParaRPr lang="ru-RU" sz="6600" dirty="0"/>
          </a:p>
        </p:txBody>
      </p:sp>
      <p:sp>
        <p:nvSpPr>
          <p:cNvPr id="160" name="cnt9"/>
          <p:cNvSpPr txBox="1"/>
          <p:nvPr/>
        </p:nvSpPr>
        <p:spPr>
          <a:xfrm>
            <a:off x="9144000" y="566420"/>
            <a:ext cx="1333500" cy="914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ru-RU" sz="6600" b="1" dirty="0">
                <a:solidFill>
                  <a:srgbClr val="F6B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</a:t>
            </a:r>
            <a:endParaRPr lang="ru-RU" sz="6600" dirty="0"/>
          </a:p>
        </p:txBody>
      </p:sp>
      <p:sp>
        <p:nvSpPr>
          <p:cNvPr id="161" name="cnt10"/>
          <p:cNvSpPr txBox="1"/>
          <p:nvPr/>
        </p:nvSpPr>
        <p:spPr>
          <a:xfrm>
            <a:off x="9144000" y="566420"/>
            <a:ext cx="1333500" cy="914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ru-RU" sz="6600" b="1" dirty="0">
                <a:solidFill>
                  <a:srgbClr val="F6B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ru-RU" sz="6600" dirty="0"/>
          </a:p>
        </p:txBody>
      </p:sp>
      <p:sp>
        <p:nvSpPr>
          <p:cNvPr id="162" name="cnt11"/>
          <p:cNvSpPr txBox="1"/>
          <p:nvPr/>
        </p:nvSpPr>
        <p:spPr>
          <a:xfrm>
            <a:off x="9144000" y="566420"/>
            <a:ext cx="1333500" cy="914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ru-RU" sz="6600" b="1" dirty="0">
                <a:solidFill>
                  <a:srgbClr val="F6B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</a:t>
            </a:r>
            <a:endParaRPr lang="ru-RU" sz="6600" dirty="0"/>
          </a:p>
        </p:txBody>
      </p:sp>
      <p:sp>
        <p:nvSpPr>
          <p:cNvPr id="163" name="cnt12"/>
          <p:cNvSpPr txBox="1"/>
          <p:nvPr/>
        </p:nvSpPr>
        <p:spPr>
          <a:xfrm>
            <a:off x="9144000" y="566420"/>
            <a:ext cx="1333500" cy="914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ru-RU" sz="6600" b="1" dirty="0">
                <a:solidFill>
                  <a:srgbClr val="F6B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</a:t>
            </a:r>
            <a:endParaRPr lang="ru-RU" sz="6600" dirty="0"/>
          </a:p>
        </p:txBody>
      </p:sp>
      <p:sp>
        <p:nvSpPr>
          <p:cNvPr id="164" name="goE"/>
          <p:cNvSpPr txBox="1"/>
          <p:nvPr/>
        </p:nvSpPr>
        <p:spPr>
          <a:xfrm>
            <a:off x="9745345" y="1905000"/>
            <a:ext cx="1748155" cy="414020"/>
          </a:xfrm>
          <a:prstGeom prst="roundRect">
            <a:avLst>
              <a:gd name="adj" fmla="val 110429"/>
            </a:avLst>
          </a:prstGeom>
          <a:solidFill>
            <a:srgbClr val="E8432D"/>
          </a:solidFill>
          <a:ln/>
          <a:effectLst>
            <a:outerShdw sx="100000" sy="100000" kx="0" ky="0" algn="bl" rotWithShape="0" blurRad="6350" dist="57150" dir="5400000">
              <a:srgbClr val="7D1A0D">
                <a:alpha val="100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ru-RU" sz="1200" b="1" dirty="0">
                <a:solidFill>
                  <a:srgbClr val="F5EBD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РЕГЛАМЕНТ!</a:t>
            </a:r>
            <a:endParaRPr lang="ru-RU" sz="1200" dirty="0"/>
          </a:p>
        </p:txBody>
      </p:sp>
      <p:pic>
        <p:nvPicPr>
          <p:cNvPr id="165" name="cover" descr="cover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66" name="el1"/>
          <p:cNvSpPr txBox="1"/>
          <p:nvPr/>
        </p:nvSpPr>
        <p:spPr>
          <a:xfrm>
            <a:off x="381000" y="431800"/>
            <a:ext cx="1143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ru-RU" sz="3500" dirty="0">
                <a:solidFill>
                  <a:srgbClr val="F5EBD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МОИ ПЯТЬ МИНУТ ЗАКОНЧИЛИСЬ.</a:t>
            </a:r>
            <a:endParaRPr lang="ru-RU" sz="3500" dirty="0"/>
          </a:p>
        </p:txBody>
      </p:sp>
      <p:sp>
        <p:nvSpPr>
          <p:cNvPr id="167" name="el2"/>
          <p:cNvSpPr txBox="1"/>
          <p:nvPr/>
        </p:nvSpPr>
        <p:spPr>
          <a:xfrm>
            <a:off x="1016000" y="1066800"/>
            <a:ext cx="10160000" cy="863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85000"/>
              </a:lnSpc>
              <a:buNone/>
            </a:pPr>
            <a:r>
              <a:rPr lang="ru-RU" sz="2500" dirty="0">
                <a:solidFill>
                  <a:srgbClr val="E9DCB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ДЛЯ УЗБЕКА ЭТО ТОЛЬКО НАЧАЛО</a:t>
            </a:r>
            <a:endParaRPr lang="ru-RU" sz="2500" dirty="0"/>
          </a:p>
          <a:p>
            <a:pPr algn="ctr" indent="0" marL="0">
              <a:lnSpc>
                <a:spcPct val="85000"/>
              </a:lnSpc>
              <a:buNone/>
            </a:pPr>
            <a:r>
              <a:rPr lang="ru-RU" sz="2500" dirty="0">
                <a:solidFill>
                  <a:srgbClr val="E9DCB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ОТВЕТА НА ВОПРОС </a:t>
            </a:r>
            <a:r>
              <a:rPr lang="ru-RU" sz="2500" dirty="0">
                <a:solidFill>
                  <a:srgbClr val="F6B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«КАК ДЕЛА?»</a:t>
            </a:r>
            <a:endParaRPr lang="ru-RU" sz="2500" dirty="0"/>
          </a:p>
        </p:txBody>
      </p:sp>
      <p:pic>
        <p:nvPicPr>
          <p:cNvPr id="168" name="resE" descr="resE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292100" y="3147060"/>
            <a:ext cx="2971800" cy="3710940"/>
          </a:xfrm>
          <a:prstGeom prst="rect">
            <a:avLst/>
          </a:prstGeom>
        </p:spPr>
      </p:pic>
      <p:pic>
        <p:nvPicPr>
          <p:cNvPr id="169" name="gmaE" descr="gmaE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9309100" y="3429000"/>
            <a:ext cx="2463800" cy="3429000"/>
          </a:xfrm>
          <a:prstGeom prst="rect">
            <a:avLst/>
          </a:prstGeom>
        </p:spPr>
      </p:pic>
      <p:sp>
        <p:nvSpPr>
          <p:cNvPr id="170" name="eRahmat"/>
          <p:cNvSpPr txBox="1"/>
          <p:nvPr/>
        </p:nvSpPr>
        <p:spPr>
          <a:xfrm>
            <a:off x="2794000" y="2742565"/>
            <a:ext cx="6604000" cy="1206500"/>
          </a:xfrm>
          <a:prstGeom prst="rect">
            <a:avLst/>
          </a:prstGeom>
          <a:noFill/>
          <a:ln/>
          <a:effectLst>
            <a:outerShdw sx="100000" sy="100000" kx="0" ky="0" algn="bl" rotWithShape="0" blurRad="101600" dist="63500" dir="5400000">
              <a:srgbClr val="8F6208">
                <a:alpha val="100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ru-RU" sz="7200" dirty="0">
                <a:solidFill>
                  <a:srgbClr val="F6B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RAHMAT!</a:t>
            </a:r>
            <a:endParaRPr lang="ru-RU" sz="7200" dirty="0"/>
          </a:p>
        </p:txBody>
      </p:sp>
      <p:sp>
        <p:nvSpPr>
          <p:cNvPr id="171" name="eSpasibo"/>
          <p:cNvSpPr txBox="1"/>
          <p:nvPr/>
        </p:nvSpPr>
        <p:spPr>
          <a:xfrm>
            <a:off x="2794000" y="3719195"/>
            <a:ext cx="6604000" cy="1206500"/>
          </a:xfrm>
          <a:prstGeom prst="rect">
            <a:avLst/>
          </a:prstGeom>
          <a:noFill/>
          <a:ln/>
          <a:effectLst>
            <a:outerShdw sx="100000" sy="100000" kx="0" ky="0" algn="bl" rotWithShape="0" blurRad="101600" dist="63500" dir="5400000">
              <a:srgbClr val="7D1A0D">
                <a:alpha val="100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ru-RU" sz="7200" dirty="0">
                <a:solidFill>
                  <a:srgbClr val="E8432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СПАСИБО!</a:t>
            </a:r>
            <a:endParaRPr lang="ru-RU" sz="7200" dirty="0"/>
          </a:p>
        </p:txBody>
      </p:sp>
      <p:sp>
        <p:nvSpPr>
          <p:cNvPr id="172" name="eStill"/>
          <p:cNvSpPr txBox="1"/>
          <p:nvPr/>
        </p:nvSpPr>
        <p:spPr>
          <a:xfrm>
            <a:off x="3556000" y="6427470"/>
            <a:ext cx="508000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ru-RU" sz="1300" b="1" dirty="0">
                <a:solidFill>
                  <a:srgbClr val="A39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ответ продолжается: пункт </a:t>
            </a:r>
            <a:r>
              <a:rPr lang="ru-RU" sz="1300" b="1" dirty="0">
                <a:solidFill>
                  <a:srgbClr val="F6B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</a:t>
            </a:r>
            <a:r>
              <a:rPr lang="ru-RU" sz="1300" b="1" dirty="0">
                <a:solidFill>
                  <a:srgbClr val="A39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из ∞</a:t>
            </a:r>
            <a:endParaRPr lang="ru-RU" sz="1300" dirty="0"/>
          </a:p>
        </p:txBody>
      </p:sp>
      <p:pic>
        <p:nvPicPr>
          <p:cNvPr id="173" name="confA" descr="confA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74" name="confB" descr="confB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75" name="confC" descr="confC">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" dur="2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 vol="80000">
                                        <p:cTn id="6" display="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ndTgt r:embed="rId900" name="sw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2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1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6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w*1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6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h*1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7" presetClass="exit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2" dur="4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4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7" presetClass="exit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5" dur="4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53" presetClass="entr" presetSubtype="16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45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w*1.14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45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h*1.14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225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4" dur="1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 vol="80000">
                                        <p:cTn id="41" display="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ndTgt r:embed="rId901" name="din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8" dur="2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 vol="80000">
                                        <p:cTn id="50" display="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ndTgt r:embed="rId900" name="sw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8" dur="2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1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6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w*1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6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h*1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7" presetClass="exit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6" dur="45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44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7" presetClass="exit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9" dur="4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" presetID="53" presetClass="entr" presetSubtype="16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45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w*1.14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45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h*1.14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5" dur="225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22" presetClass="entr" presetSubtype="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8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4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 vol="80000">
                                        <p:cTn id="85" display="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ndTgt r:embed="rId902" name="coin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0" dur="25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25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188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8" dur="2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 vol="80000">
                                        <p:cTn id="100" display="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ndTgt r:embed="rId900" name="sw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8" dur="2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1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6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w*1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3" dur="6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h*1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4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17" presetClass="exit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16" dur="4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44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7" presetClass="exit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19" dur="4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6" presetID="53" presetClass="entr" presetSubtype="16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3" dur="45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w*1.14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4" dur="45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h*1.14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5" dur="225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53" presetClass="entr" presetSubtype="16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8" dur="6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9" dur="6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0" dur="6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4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53" presetClass="entr" presetSubtype="16" fill="hold" grpId="0" nodeType="withEffect">
                                  <p:stCondLst>
                                    <p:cond delay="38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9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w*1.1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0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h*1.1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1" dur="2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 vol="80000">
                                        <p:cTn id="142" display="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ndTgt r:embed="rId903" name="boin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46" presetID="10" presetClass="exit" presetSubtype="0" fill="hold" grpId="1" nodeType="withEffect">
                                  <p:stCondLst>
                                    <p:cond delay="38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4" dur="2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199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9" presetID="10" presetClass="entr" presetSubtype="0" fill="hold" grpId="0" nodeType="withEffect">
                                  <p:stCondLst>
                                    <p:cond delay="38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2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3" presetID="2" presetClass="entr" presetSubtype="2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1" dur="7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2" dur="7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9" presetID="53" presetClass="entr" presetSubtype="16" fill="hold" grpId="0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5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w*1.14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6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h*1.14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7" dur="25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 vol="80000">
                                        <p:cTn id="158" display="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ndTgt r:embed="rId904" name="plop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64" presetID="53" presetClass="entr" presetSubtype="32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1" dur="42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2.6"/>
                                          </p:val>
                                        </p:tav>
                                        <p:tav tm="70000">
                                          <p:val>
                                            <p:strVal val="#ppt_w*0.94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2" dur="42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2.6"/>
                                          </p:val>
                                        </p:tav>
                                        <p:tav tm="70000">
                                          <p:val>
                                            <p:strVal val="#ppt_h*0.94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3" dur="189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9" presetID="53" presetClass="entr" presetSubtype="32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6" dur="42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2.6"/>
                                          </p:val>
                                        </p:tav>
                                        <p:tav tm="70000">
                                          <p:val>
                                            <p:strVal val="#ppt_w*0.94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7" dur="42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2.6"/>
                                          </p:val>
                                        </p:tav>
                                        <p:tav tm="70000">
                                          <p:val>
                                            <p:strVal val="#ppt_h*0.94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8" dur="189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3" presetID="10" presetClass="exit" presetSubtype="0" fill="hold" grpId="1" nodeType="withEffect">
                                  <p:stCondLst>
                                    <p:cond delay="152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0" dur="2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199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 vol="80000">
                                        <p:cTn id="172" display="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ndTgt r:embed="rId905" name="stamp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76" presetID="10" presetClass="entr" presetSubtype="0" fill="hold" grpId="0" nodeType="withEffect">
                                  <p:stCondLst>
                                    <p:cond delay="152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5" dur="2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9" presetID="10" presetClass="exit" presetSubtype="0" fill="hold" grpId="1" nodeType="withEffect">
                                  <p:stCondLst>
                                    <p:cond delay="152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7" dur="2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199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2" presetID="10" presetClass="entr" presetSubtype="0" fill="hold" grpId="0" nodeType="withEffect">
                                  <p:stCondLst>
                                    <p:cond delay="152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1" dur="2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7" presetID="53" presetClass="entr" presetSubtype="16" fill="hold" grpId="0" nodeType="withEffect">
                                  <p:stCondLst>
                                    <p:cond delay="190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4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w*1.14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5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h*1.14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6" dur="25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9" fill="hold">
                      <p:stCondLst>
                        <p:cond delay="indefinite"/>
                      </p:stCondLst>
                      <p:childTnLst>
                        <p:par>
                          <p:cTn id="350" fill="hold">
                            <p:stCondLst>
                              <p:cond delay="0"/>
                            </p:stCondLst>
                            <p:childTnLst>
                              <p:par>
                                <p:cTn id="19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0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 vol="80000">
                                        <p:cTn id="192" display="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ndTgt r:embed="rId906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96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4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9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2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0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5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3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6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1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9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4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2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7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5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0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8" dur="4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9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3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1" dur="4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6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4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5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9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7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2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0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1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3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8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6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7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1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9" dur="4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4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2" dur="4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3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7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5" dur="4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0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8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9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3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1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2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6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4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5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9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7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8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2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0" dur="4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1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3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4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8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6" dur="4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7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1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9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0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4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2" dur="4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3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7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5" dur="4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6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0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8" dur="4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9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3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1" dur="4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2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6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4" dur="4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5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9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7" dur="4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8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2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0" dur="4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1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7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2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4" dur="8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95" dur="8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6" dur="8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0" presetID="10" presetClass="entr" presetSubtype="0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2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9" dur="45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3" presetID="10" presetClass="entr" presetSubtype="0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3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2" dur="45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7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3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5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 vol="80000">
                                        <p:cTn id="306" display="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ndTgt r:embed="rId907" name="sparkl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313" presetID="53" presetClass="entr" presetSubtype="16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3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9" dur="55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w*1.14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0" dur="55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h*1.14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1" dur="275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 vol="80000">
                                        <p:cTn id="312" display="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ndTgt r:embed="rId908" name="pop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319" presetID="42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3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5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16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7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 vol="80000">
                                        <p:cTn id="318" display="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ndTgt r:embed="rId901" name="din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324" presetID="42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3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1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22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3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9" presetID="42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3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6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27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8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4" presetID="42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3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1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32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3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9" presetID="42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3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6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37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8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4" presetID="42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3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1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42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3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9" presetID="53" presetClass="entr" presetSubtype="16" fill="hold" grpId="0" nodeType="with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3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6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w*1.14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7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h*1.14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8" dur="25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1" fill="hold">
                      <p:stCondLst>
                        <p:cond delay="indefinite"/>
                      </p:stCondLst>
                      <p:childTnLst>
                        <p:par>
                          <p:cTn id="458" fill="hold">
                            <p:stCondLst>
                              <p:cond delay="0"/>
                            </p:stCondLst>
                            <p:childTnLst>
                              <p:par>
                                <p:cTn id="355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2" dur="4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3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 vol="80000">
                                        <p:cTn id="354" display="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ndTgt r:embed="rId900" name="sw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358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6" dur="4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7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1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9" dur="4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0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4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2" dur="4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3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7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5" dur="4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6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0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8" dur="4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9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3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71" dur="4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2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6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74" dur="4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5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9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77" dur="4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8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2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80" dur="4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1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83" dur="4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4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8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86" dur="4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7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1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89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0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92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3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7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95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6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0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98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9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3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01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2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6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04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5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9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0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8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2" presetID="10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1" dur="8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6" presetID="2" presetClass="entr" presetSubtype="8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4" dur="8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5" dur="8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0" presetID="2" presetClass="entr" presetSubtype="2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4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8" dur="8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9" dur="8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6" presetID="53" presetClass="entr" presetSubtype="16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4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2" dur="65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w*1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3" dur="65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h*1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4" dur="325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 vol="80000">
                                        <p:cTn id="425" display="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ndTgt r:embed="rId908" name="pop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429" presetID="10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4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8" dur="3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4" presetID="42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4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1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32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3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9" presetID="42" presetClass="entr" presetSubtype="0" fill="hold" grpId="0" nodeType="withEffect">
                                  <p:stCondLst>
                                    <p:cond delay="950"/>
                                  </p:stCondLst>
                                  <p:childTnLst>
                                    <p:set>
                                      <p:cBhvr>
                                        <p:cTn id="4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6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37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8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4" presetID="42" presetClass="entr" presetSubtype="0" fill="hold" grpId="0" nodeType="withEffect">
                                  <p:stCondLst>
                                    <p:cond delay="950"/>
                                  </p:stCondLst>
                                  <p:childTnLst>
                                    <p:set>
                                      <p:cBhvr>
                                        <p:cTn id="4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1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42" dur="5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3" dur="5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0" presetID="53" presetClass="entr" presetSubtype="16" fill="hold" grpId="0" nodeType="withEffect">
                                  <p:stCondLst>
                                    <p:cond delay="1150"/>
                                  </p:stCondLst>
                                  <p:childTnLst>
                                    <p:set>
                                      <p:cBhvr>
                                        <p:cTn id="4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6" dur="55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w*1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7" dur="55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h*1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8" dur="275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 vol="80000">
                                        <p:cTn id="449" display="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ndTgt r:embed="rId909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455" presetID="53" presetClass="entr" presetSubtype="16" fill="hold" grpId="0" nodeType="withEffect">
                                  <p:stCondLst>
                                    <p:cond delay="1150"/>
                                  </p:stCondLst>
                                  <p:childTnLst>
                                    <p:set>
                                      <p:cBhvr>
                                        <p:cTn id="4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2" dur="55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w*1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3" dur="55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h*1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4" dur="275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7" presetID="26" presetClass="emph" presetSubtype="0" fill="hold" grpId="1" nodeType="withEffect">
                                  <p:stCondLst>
                                    <p:cond delay="1800"/>
                                  </p:stCondLst>
                                  <p:childTnLst>
                                    <p:animScale>
                                      <p:cBhvr>
                                        <p:cTn id="456" dur="900" fill="hold" autoRev="1" repeatCount="indefinite"/>
                                        <p:tgtEl>
                                          <p:spTgt spid="84"/>
                                        </p:tgtEl>
                                      </p:cBhvr>
                                      <p:by x="104000" y="104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9" fill="hold">
                      <p:stCondLst>
                        <p:cond delay="indefinite"/>
                      </p:stCondLst>
                      <p:childTnLst>
                        <p:par>
                          <p:cTn id="522" fill="hold">
                            <p:stCondLst>
                              <p:cond delay="0"/>
                            </p:stCondLst>
                            <p:childTnLst>
                              <p:par>
                                <p:cTn id="4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1" dur="450"/>
                                        <p:tgtEl>
                                          <p:spTgt spid="16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 vol="80000">
                                        <p:cTn id="462" display="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ndTgt r:embed="rId906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466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5" dur="600"/>
                                        <p:tgtEl>
                                          <p:spTgt spid="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0" presetID="2" presetClass="entr" presetSubtype="8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4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8" dur="800" fill="hold"/>
                                        <p:tgtEl>
                                          <p:spTgt spid="1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9" dur="800" fill="hold"/>
                                        <p:tgtEl>
                                          <p:spTgt spid="1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4" presetID="10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4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2" dur="600"/>
                                        <p:tgtEl>
                                          <p:spTgt spid="16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 vol="80000">
                                        <p:cTn id="473" display="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ndTgt r:embed="rId900" name="sw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478" presetID="2" presetClass="entr" presetSubtype="2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4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6" dur="800" fill="hold"/>
                                        <p:tgtEl>
                                          <p:spTgt spid="1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7" dur="800" fill="hold"/>
                                        <p:tgtEl>
                                          <p:spTgt spid="1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3" presetID="53" presetClass="entr" presetSubtype="16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4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0" dur="800" fill="hold"/>
                                        <p:tgtEl>
                                          <p:spTgt spid="1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w*1.12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1" dur="800" fill="hold"/>
                                        <p:tgtEl>
                                          <p:spTgt spid="1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h*1.12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2" dur="400"/>
                                        <p:tgtEl>
                                          <p:spTgt spid="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9" presetID="53" presetClass="entr" presetSubtype="16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4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5" dur="500" fill="hold"/>
                                        <p:tgtEl>
                                          <p:spTgt spid="17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6" dur="500" fill="hold"/>
                                        <p:tgtEl>
                                          <p:spTgt spid="17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7" dur="500"/>
                                        <p:tgtEl>
                                          <p:spTgt spid="17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 vol="80000">
                                        <p:cTn id="488" display="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ndTgt r:embed="rId910" name="tad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494" presetID="53" presetClass="entr" presetSubtype="16" fill="hold" grpId="0" nodeType="withEffect">
                                  <p:stCondLst>
                                    <p:cond delay="1650"/>
                                  </p:stCondLst>
                                  <p:childTnLst>
                                    <p:set>
                                      <p:cBhvr>
                                        <p:cTn id="4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1" dur="800" fill="hold"/>
                                        <p:tgtEl>
                                          <p:spTgt spid="17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w*1.12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2" dur="800" fill="hold"/>
                                        <p:tgtEl>
                                          <p:spTgt spid="17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h*1.12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3" dur="400"/>
                                        <p:tgtEl>
                                          <p:spTgt spid="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0" presetID="53" presetClass="entr" presetSubtype="16" fill="hold" grpId="0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4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6" dur="500" fill="hold"/>
                                        <p:tgtEl>
                                          <p:spTgt spid="17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7" dur="500" fill="hold"/>
                                        <p:tgtEl>
                                          <p:spTgt spid="17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8" dur="500"/>
                                        <p:tgtEl>
                                          <p:spTgt spid="17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 vol="80000">
                                        <p:cTn id="499" display="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ndTgt r:embed="rId903" name="boin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502" presetID="32" presetClass="emph" presetSubtype="0" fill="hold" grpId="1" nodeType="withEffect">
                                  <p:stCondLst>
                                    <p:cond delay="1800"/>
                                  </p:stCondLst>
                                  <p:childTnLst>
                                    <p:animRot by="240000">
                                      <p:cBhvr>
                                        <p:cTn id="501" dur="250" fill="hold" autoRev="1" repeatCount="2000"/>
                                        <p:tgtEl>
                                          <p:spTgt spid="16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504" presetID="26" presetClass="emph" presetSubtype="0" fill="hold" grpId="1" nodeType="withEffect">
                                  <p:stCondLst>
                                    <p:cond delay="1900"/>
                                  </p:stCondLst>
                                  <p:childTnLst>
                                    <p:animScale>
                                      <p:cBhvr>
                                        <p:cTn id="503" dur="350" fill="hold" autoRev="1"/>
                                        <p:tgtEl>
                                          <p:spTgt spid="168"/>
                                        </p:tgtEl>
                                      </p:cBhvr>
                                      <p:by x="104000" y="104000"/>
                                    </p:animScale>
                                  </p:childTnLst>
                                </p:cTn>
                              </p:par>
                              <p:par>
                                <p:cTn id="508" presetID="10" presetClass="entr" presetSubtype="0" fill="hold" grpId="0" nodeType="withEffect">
                                  <p:stCondLst>
                                    <p:cond delay="2300"/>
                                  </p:stCondLst>
                                  <p:childTnLst>
                                    <p:set>
                                      <p:cBhvr>
                                        <p:cTn id="5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6" dur="500"/>
                                        <p:tgtEl>
                                          <p:spTgt spid="17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 vol="80000">
                                        <p:cTn id="507" display="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ndTgt r:embed="rId907" name="sparkl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511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0" dur="600"/>
                                        <p:tgtEl>
                                          <p:spTgt spid="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3" presetID="0" presetClass="path" presetSubtype="0" fill="hold" grpId="1" nodeType="withEffect">
                                  <p:stCondLst>
                                    <p:cond delay="1250"/>
                                  </p:stCondLst>
                                  <p:childTnLst>
                                    <p:animMotion origin="layout" path="M 0 0 L 0 0.05 E" pathEditMode="relative">
                                      <p:cBhvr>
                                        <p:cTn id="512" dur="2600" fill="hold" accel="60000"/>
                                        <p:tgtEl>
                                          <p:spTgt spid="17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16" presetID="10" presetClass="exit" presetSubtype="0" fill="hold" grpId="2" nodeType="withEffect">
                                  <p:stCondLst>
                                    <p:cond delay="3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14" dur="1000"/>
                                        <p:tgtEl>
                                          <p:spTgt spid="17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15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8" presetID="0" presetClass="path" presetSubtype="0" fill="hold" grpId="1" nodeType="withEffect">
                                  <p:stCondLst>
                                    <p:cond delay="1700"/>
                                  </p:stCondLst>
                                  <p:childTnLst>
                                    <p:animMotion origin="layout" path="M 0 0 L 0 0.05 E" pathEditMode="relative">
                                      <p:cBhvr>
                                        <p:cTn id="517" dur="2600" fill="hold" accel="60000"/>
                                        <p:tgtEl>
                                          <p:spTgt spid="17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21" presetID="10" presetClass="exit" presetSubtype="0" fill="hold" grpId="2" nodeType="withEffect">
                                  <p:stCondLst>
                                    <p:cond delay="34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19" dur="1000"/>
                                        <p:tgtEl>
                                          <p:spTgt spid="17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523" restart="whenNotActive" fill="hold" evtFilter="cancelBubble" nodeType="interactiveSeq">
                <p:stCondLst>
                  <p:cond evt="onClick" delay="0">
                    <p:tgtEl>
                      <p:spTgt spid="8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24" fill="hold">
                      <p:stCondLst>
                        <p:cond delay="0"/>
                      </p:stCondLst>
                      <p:childTnLst>
                        <p:par>
                          <p:cTn id="564" fill="hold">
                            <p:stCondLst>
                              <p:cond delay="0"/>
                            </p:stCondLst>
                            <p:childTnLst>
                              <p:par>
                                <p:cTn id="52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 vol="80000">
                                        <p:cTn id="526" display="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ndTgt r:embed="rId909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5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2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30" dur="3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1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33" dur="3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8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36" dur="3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7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4" presetID="53" presetClass="entr" presetSubtype="16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5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0" dur="45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w*1.14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1" dur="45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h*1.14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2" dur="225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 vol="80000">
                                        <p:cTn id="543" display="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ndTgt r:embed="rId908" name="pop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547" presetID="10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5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6" dur="25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2" presetID="53" presetClass="entr" presetSubtype="16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5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9" dur="45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w*1.14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0" dur="45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h*1.14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1" dur="225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5" presetID="10" presetClass="exit" presetSubtype="0" fill="hold" grpId="1" nodeType="withEffect">
                                  <p:stCondLst>
                                    <p:cond delay="11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53" dur="2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4" dur="1" fill="hold">
                                          <p:stCondLst>
                                            <p:cond delay="199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9" presetID="10" presetClass="entr" presetSubtype="0" fill="hold" grpId="0" nodeType="withEffect">
                                  <p:stCondLst>
                                    <p:cond delay="1150"/>
                                  </p:stCondLst>
                                  <p:childTnLst>
                                    <p:set>
                                      <p:cBhvr>
                                        <p:cTn id="5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7" dur="2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 vol="80000">
                                        <p:cTn id="558" display="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ndTgt r:embed="rId911" name="t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563" presetID="22" presetClass="entr" presetSubtype="8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5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61" dur="35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 vol="80000">
                                        <p:cTn id="562" display="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ndTgt r:embed="rId900" name="sw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2"/>
                  </p:tgtEl>
                </p:cond>
              </p:nextCondLst>
            </p:seq>
            <p:seq concurrent="1" nextAc="seek">
              <p:cTn id="565" restart="whenNotActive" fill="hold" evtFilter="cancelBubble" nodeType="interactiveSeq">
                <p:stCondLst>
                  <p:cond evt="onClick" delay="0">
                    <p:tgtEl>
                      <p:spTgt spid="8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66" fill="hold">
                      <p:stCondLst>
                        <p:cond delay="0"/>
                      </p:stCondLst>
                      <p:childTnLst>
                        <p:par>
                          <p:cTn id="1039" fill="hold">
                            <p:stCondLst>
                              <p:cond delay="0"/>
                            </p:stCondLst>
                            <p:childTnLst>
                              <p:par>
                                <p:cTn id="572" presetID="53" presetClass="exit" presetSubtype="16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67" dur="3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8" dur="3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569" dur="3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 vol="80000">
                                        <p:cTn id="571" display="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ndTgt r:embed="rId906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575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73" dur="25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4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8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76" dur="25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7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1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79" dur="3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8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4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82" dur="3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83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7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85" dur="3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8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0" presetID="10" presetClass="exit" presetSubtype="0" fill="hold" grpId="1" nodeType="withEffect">
                                  <p:stCondLst>
                                    <p:cond delay="4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88" dur="35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89" dur="1" fill="hold">
                                          <p:stCondLst>
                                            <p:cond delay="349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3" presetID="10" presetClass="exit" presetSubtype="0" fill="hold" grpId="1" nodeType="withEffect">
                                  <p:stCondLst>
                                    <p:cond delay="4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91" dur="35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92" dur="1" fill="hold">
                                          <p:stCondLst>
                                            <p:cond delay="349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6" presetID="10" presetClass="exit" presetSubtype="0" fill="hold" grpId="1" nodeType="withEffect">
                                  <p:stCondLst>
                                    <p:cond delay="4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94" dur="35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95" dur="1" fill="hold">
                                          <p:stCondLst>
                                            <p:cond delay="349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9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97" dur="3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9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3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6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04" dur="25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05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8" dur="25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1" presetID="0" presetClass="emph" presetSubtype="0" fill="hold" grpId="1" nodeType="withEffect">
                                  <p:stCondLst>
                                    <p:cond delay="400"/>
                                  </p:stCondLst>
                                  <p:childTnLst>
                                    <p:animMotion origin="layout" path="M 0 0 L 0 -0.006 E" pathEditMode="relative">
                                      <p:cBhvr>
                                        <p:cTn id="610" dur="360" fill="hold" autoRev="1" repeatCount="indefinite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14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12" dur="25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13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9" presetID="53" presetClass="exit" presetSubtype="16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15" dur="45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6" dur="45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617" dur="45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18" dur="1" fill="hold">
                                          <p:stCondLst>
                                            <p:cond delay="449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2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1" dur="45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5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4" dur="45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0" presetID="42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7" dur="6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28" dur="6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9" dur="6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5" presetID="42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2" dur="6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33" dur="6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4" dur="6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0" presetID="42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7" dur="6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38" dur="6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9" dur="6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5" presetID="42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2" dur="6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43" dur="6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4" dur="6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0" presetID="42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7" dur="6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48" dur="6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9" dur="6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5" presetID="42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2" dur="6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53" dur="6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4" dur="6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0" presetID="42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7" dur="6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58" dur="6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9" dur="6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3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2" dur="40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6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5" dur="400"/>
                                        <p:tgtEl>
                                          <p:spTgt spid="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9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8" dur="400"/>
                                        <p:tgtEl>
                                          <p:spTgt spid="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4" presetID="53" presetClass="entr" presetSubtype="16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6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1" dur="500" fill="hold"/>
                                        <p:tgtEl>
                                          <p:spTgt spid="1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w*1.14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2" dur="500" fill="hold"/>
                                        <p:tgtEl>
                                          <p:spTgt spid="1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h*1.14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73" dur="250"/>
                                        <p:tgtEl>
                                          <p:spTgt spid="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0" presetID="42" presetClass="entr" presetSubtype="0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6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6" dur="45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77" dur="45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8" dur="45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 vol="80000">
                                        <p:cTn id="679" display="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ndTgt r:embed="rId908" name="pop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685" presetID="42" presetClass="entr" presetSubtype="0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6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2" dur="45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83" dur="45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4" dur="45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0" presetID="42" presetClass="entr" presetSubtype="0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6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7" dur="45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88" dur="45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9" dur="45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5" presetID="42" presetClass="entr" presetSubtype="0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6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2" dur="45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93" dur="45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4" dur="45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7" presetID="1" presetClass="exit" presetSubtype="0" fill="hold" grpId="1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6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2" presetID="53" presetClass="entr" presetSubtype="16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6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9" dur="300" fill="hold"/>
                                        <p:tgtEl>
                                          <p:spTgt spid="1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w*1.14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0" dur="300" fill="hold"/>
                                        <p:tgtEl>
                                          <p:spTgt spid="1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h*1.14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1" dur="15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8" presetID="42" presetClass="entr" presetSubtype="0" fill="hold" grpId="0" nodeType="withEffect">
                                  <p:stCondLst>
                                    <p:cond delay="1370"/>
                                  </p:stCondLst>
                                  <p:childTnLst>
                                    <p:set>
                                      <p:cBhvr>
                                        <p:cTn id="7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4" dur="45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05" dur="45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6" dur="45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 vol="80000">
                                        <p:cTn id="707" display="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ndTgt r:embed="rId911" name="t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713" presetID="42" presetClass="entr" presetSubtype="0" fill="hold" grpId="0" nodeType="withEffect">
                                  <p:stCondLst>
                                    <p:cond delay="1370"/>
                                  </p:stCondLst>
                                  <p:childTnLst>
                                    <p:set>
                                      <p:cBhvr>
                                        <p:cTn id="7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0" dur="45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11" dur="45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2" dur="45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8" presetID="42" presetClass="entr" presetSubtype="0" fill="hold" grpId="0" nodeType="withEffect">
                                  <p:stCondLst>
                                    <p:cond delay="1370"/>
                                  </p:stCondLst>
                                  <p:childTnLst>
                                    <p:set>
                                      <p:cBhvr>
                                        <p:cTn id="7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5" dur="45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16" dur="45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7" dur="45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3" presetID="42" presetClass="entr" presetSubtype="0" fill="hold" grpId="0" nodeType="withEffect">
                                  <p:stCondLst>
                                    <p:cond delay="1370"/>
                                  </p:stCondLst>
                                  <p:childTnLst>
                                    <p:set>
                                      <p:cBhvr>
                                        <p:cTn id="7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0" dur="45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21" dur="45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2" dur="45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5" presetID="1" presetClass="exit" presetSubtype="0" fill="hold" grpId="1" nodeType="withEffect">
                                  <p:stCondLst>
                                    <p:cond delay="1370"/>
                                  </p:stCondLst>
                                  <p:childTnLst>
                                    <p:set>
                                      <p:cBhvr>
                                        <p:cTn id="7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0" presetID="53" presetClass="entr" presetSubtype="16" fill="hold" grpId="0" nodeType="withEffect">
                                  <p:stCondLst>
                                    <p:cond delay="1370"/>
                                  </p:stCondLst>
                                  <p:childTnLst>
                                    <p:set>
                                      <p:cBhvr>
                                        <p:cTn id="7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7" dur="300" fill="hold"/>
                                        <p:tgtEl>
                                          <p:spTgt spid="1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w*1.14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8" dur="300" fill="hold"/>
                                        <p:tgtEl>
                                          <p:spTgt spid="1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h*1.14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29" dur="15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6" presetID="42" presetClass="entr" presetSubtype="0" fill="hold" grpId="0" nodeType="withEffect">
                                  <p:stCondLst>
                                    <p:cond delay="2090"/>
                                  </p:stCondLst>
                                  <p:childTnLst>
                                    <p:set>
                                      <p:cBhvr>
                                        <p:cTn id="7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2" dur="45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33" dur="450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4" dur="450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 vol="80000">
                                        <p:cTn id="735" display="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ndTgt r:embed="rId911" name="t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741" presetID="42" presetClass="entr" presetSubtype="0" fill="hold" grpId="0" nodeType="withEffect">
                                  <p:stCondLst>
                                    <p:cond delay="2090"/>
                                  </p:stCondLst>
                                  <p:childTnLst>
                                    <p:set>
                                      <p:cBhvr>
                                        <p:cTn id="7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8" dur="45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39" dur="450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0" dur="450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6" presetID="42" presetClass="entr" presetSubtype="0" fill="hold" grpId="0" nodeType="withEffect">
                                  <p:stCondLst>
                                    <p:cond delay="2090"/>
                                  </p:stCondLst>
                                  <p:childTnLst>
                                    <p:set>
                                      <p:cBhvr>
                                        <p:cTn id="7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3" dur="45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44" dur="450" fill="hold"/>
                                        <p:tgtEl>
                                          <p:spTgt spid="1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5" dur="450" fill="hold"/>
                                        <p:tgtEl>
                                          <p:spTgt spid="1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1" presetID="42" presetClass="entr" presetSubtype="0" fill="hold" grpId="0" nodeType="withEffect">
                                  <p:stCondLst>
                                    <p:cond delay="2090"/>
                                  </p:stCondLst>
                                  <p:childTnLst>
                                    <p:set>
                                      <p:cBhvr>
                                        <p:cTn id="7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8" dur="45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49" dur="45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50" dur="45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3" presetID="1" presetClass="exit" presetSubtype="0" fill="hold" grpId="1" nodeType="withEffect">
                                  <p:stCondLst>
                                    <p:cond delay="2090"/>
                                  </p:stCondLst>
                                  <p:childTnLst>
                                    <p:set>
                                      <p:cBhvr>
                                        <p:cTn id="7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8" presetID="53" presetClass="entr" presetSubtype="16" fill="hold" grpId="0" nodeType="withEffect">
                                  <p:stCondLst>
                                    <p:cond delay="2090"/>
                                  </p:stCondLst>
                                  <p:childTnLst>
                                    <p:set>
                                      <p:cBhvr>
                                        <p:cTn id="7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5" dur="300" fill="hold"/>
                                        <p:tgtEl>
                                          <p:spTgt spid="1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w*1.14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56" dur="300" fill="hold"/>
                                        <p:tgtEl>
                                          <p:spTgt spid="1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h*1.14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57" dur="15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4" presetID="42" presetClass="entr" presetSubtype="0" fill="hold" grpId="0" nodeType="withEffect">
                                  <p:stCondLst>
                                    <p:cond delay="2810"/>
                                  </p:stCondLst>
                                  <p:childTnLst>
                                    <p:set>
                                      <p:cBhvr>
                                        <p:cTn id="7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0" dur="45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61" dur="450" fill="hold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2" dur="450" fill="hold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 vol="80000">
                                        <p:cTn id="763" display="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ndTgt r:embed="rId911" name="t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769" presetID="42" presetClass="entr" presetSubtype="0" fill="hold" grpId="0" nodeType="withEffect">
                                  <p:stCondLst>
                                    <p:cond delay="2810"/>
                                  </p:stCondLst>
                                  <p:childTnLst>
                                    <p:set>
                                      <p:cBhvr>
                                        <p:cTn id="7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6" dur="45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67" dur="450" fill="hold"/>
                                        <p:tgtEl>
                                          <p:spTgt spid="1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8" dur="450" fill="hold"/>
                                        <p:tgtEl>
                                          <p:spTgt spid="1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4" presetID="42" presetClass="entr" presetSubtype="0" fill="hold" grpId="0" nodeType="withEffect">
                                  <p:stCondLst>
                                    <p:cond delay="2810"/>
                                  </p:stCondLst>
                                  <p:childTnLst>
                                    <p:set>
                                      <p:cBhvr>
                                        <p:cTn id="7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1" dur="45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72" dur="45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73" dur="45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9" presetID="42" presetClass="entr" presetSubtype="0" fill="hold" grpId="0" nodeType="withEffect">
                                  <p:stCondLst>
                                    <p:cond delay="2810"/>
                                  </p:stCondLst>
                                  <p:childTnLst>
                                    <p:set>
                                      <p:cBhvr>
                                        <p:cTn id="7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6" dur="45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77" dur="450" fill="hold"/>
                                        <p:tgtEl>
                                          <p:spTgt spid="1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78" dur="450" fill="hold"/>
                                        <p:tgtEl>
                                          <p:spTgt spid="1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81" presetID="1" presetClass="exit" presetSubtype="0" fill="hold" grpId="1" nodeType="withEffect">
                                  <p:stCondLst>
                                    <p:cond delay="2810"/>
                                  </p:stCondLst>
                                  <p:childTnLst>
                                    <p:set>
                                      <p:cBhvr>
                                        <p:cTn id="7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6" presetID="53" presetClass="entr" presetSubtype="16" fill="hold" grpId="0" nodeType="withEffect">
                                  <p:stCondLst>
                                    <p:cond delay="2810"/>
                                  </p:stCondLst>
                                  <p:childTnLst>
                                    <p:set>
                                      <p:cBhvr>
                                        <p:cTn id="7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3" dur="300" fill="hold"/>
                                        <p:tgtEl>
                                          <p:spTgt spid="1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w*1.14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4" dur="300" fill="hold"/>
                                        <p:tgtEl>
                                          <p:spTgt spid="1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h*1.14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85" dur="150"/>
                                        <p:tgtEl>
                                          <p:spTgt spid="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2" presetID="42" presetClass="entr" presetSubtype="0" fill="hold" grpId="0" nodeType="withEffect">
                                  <p:stCondLst>
                                    <p:cond delay="3530"/>
                                  </p:stCondLst>
                                  <p:childTnLst>
                                    <p:set>
                                      <p:cBhvr>
                                        <p:cTn id="7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8" dur="45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89" dur="450" fill="hold"/>
                                        <p:tgtEl>
                                          <p:spTgt spid="1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0" dur="450" fill="hold"/>
                                        <p:tgtEl>
                                          <p:spTgt spid="1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 vol="80000">
                                        <p:cTn id="791" display="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ndTgt r:embed="rId908" name="pop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797" presetID="42" presetClass="entr" presetSubtype="0" fill="hold" grpId="0" nodeType="withEffect">
                                  <p:stCondLst>
                                    <p:cond delay="3530"/>
                                  </p:stCondLst>
                                  <p:childTnLst>
                                    <p:set>
                                      <p:cBhvr>
                                        <p:cTn id="7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4" dur="45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95" dur="450" fill="hold"/>
                                        <p:tgtEl>
                                          <p:spTgt spid="1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6" dur="450" fill="hold"/>
                                        <p:tgtEl>
                                          <p:spTgt spid="1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2" presetID="42" presetClass="entr" presetSubtype="0" fill="hold" grpId="0" nodeType="withEffect">
                                  <p:stCondLst>
                                    <p:cond delay="3530"/>
                                  </p:stCondLst>
                                  <p:childTnLst>
                                    <p:set>
                                      <p:cBhvr>
                                        <p:cTn id="7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9" dur="45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00" dur="450" fill="hold"/>
                                        <p:tgtEl>
                                          <p:spTgt spid="1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1" dur="450" fill="hold"/>
                                        <p:tgtEl>
                                          <p:spTgt spid="1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7" presetID="42" presetClass="entr" presetSubtype="0" fill="hold" grpId="0" nodeType="withEffect">
                                  <p:stCondLst>
                                    <p:cond delay="3530"/>
                                  </p:stCondLst>
                                  <p:childTnLst>
                                    <p:set>
                                      <p:cBhvr>
                                        <p:cTn id="8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4" dur="45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05" dur="450" fill="hold"/>
                                        <p:tgtEl>
                                          <p:spTgt spid="1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6" dur="450" fill="hold"/>
                                        <p:tgtEl>
                                          <p:spTgt spid="1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9" presetID="1" presetClass="exit" presetSubtype="0" fill="hold" grpId="1" nodeType="withEffect">
                                  <p:stCondLst>
                                    <p:cond delay="3530"/>
                                  </p:stCondLst>
                                  <p:childTnLst>
                                    <p:set>
                                      <p:cBhvr>
                                        <p:cTn id="8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4" presetID="53" presetClass="entr" presetSubtype="16" fill="hold" grpId="0" nodeType="withEffect">
                                  <p:stCondLst>
                                    <p:cond delay="3530"/>
                                  </p:stCondLst>
                                  <p:childTnLst>
                                    <p:set>
                                      <p:cBhvr>
                                        <p:cTn id="8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1" dur="300" fill="hold"/>
                                        <p:tgtEl>
                                          <p:spTgt spid="1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w*1.14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12" dur="300" fill="hold"/>
                                        <p:tgtEl>
                                          <p:spTgt spid="1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h*1.14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13" dur="150"/>
                                        <p:tgtEl>
                                          <p:spTgt spid="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0" presetID="42" presetClass="entr" presetSubtype="0" fill="hold" grpId="0" nodeType="withEffect">
                                  <p:stCondLst>
                                    <p:cond delay="4250"/>
                                  </p:stCondLst>
                                  <p:childTnLst>
                                    <p:set>
                                      <p:cBhvr>
                                        <p:cTn id="8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6" dur="45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17" dur="450" fill="hold"/>
                                        <p:tgtEl>
                                          <p:spTgt spid="1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18" dur="450" fill="hold"/>
                                        <p:tgtEl>
                                          <p:spTgt spid="1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 vol="80000">
                                        <p:cTn id="819" display="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ndTgt r:embed="rId911" name="t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825" presetID="42" presetClass="entr" presetSubtype="0" fill="hold" grpId="0" nodeType="withEffect">
                                  <p:stCondLst>
                                    <p:cond delay="4250"/>
                                  </p:stCondLst>
                                  <p:childTnLst>
                                    <p:set>
                                      <p:cBhvr>
                                        <p:cTn id="8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2" dur="45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23" dur="450" fill="hold"/>
                                        <p:tgtEl>
                                          <p:spTgt spid="1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4" dur="450" fill="hold"/>
                                        <p:tgtEl>
                                          <p:spTgt spid="1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30" presetID="42" presetClass="entr" presetSubtype="0" fill="hold" grpId="0" nodeType="withEffect">
                                  <p:stCondLst>
                                    <p:cond delay="4250"/>
                                  </p:stCondLst>
                                  <p:childTnLst>
                                    <p:set>
                                      <p:cBhvr>
                                        <p:cTn id="8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7" dur="45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28" dur="450" fill="hold"/>
                                        <p:tgtEl>
                                          <p:spTgt spid="1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9" dur="450" fill="hold"/>
                                        <p:tgtEl>
                                          <p:spTgt spid="1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35" presetID="42" presetClass="entr" presetSubtype="0" fill="hold" grpId="0" nodeType="withEffect">
                                  <p:stCondLst>
                                    <p:cond delay="4250"/>
                                  </p:stCondLst>
                                  <p:childTnLst>
                                    <p:set>
                                      <p:cBhvr>
                                        <p:cTn id="8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2" dur="45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33" dur="450" fill="hold"/>
                                        <p:tgtEl>
                                          <p:spTgt spid="1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4" dur="450" fill="hold"/>
                                        <p:tgtEl>
                                          <p:spTgt spid="1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37" presetID="1" presetClass="exit" presetSubtype="0" fill="hold" grpId="1" nodeType="withEffect">
                                  <p:stCondLst>
                                    <p:cond delay="4250"/>
                                  </p:stCondLst>
                                  <p:childTnLst>
                                    <p:set>
                                      <p:cBhvr>
                                        <p:cTn id="8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2" presetID="53" presetClass="entr" presetSubtype="16" fill="hold" grpId="0" nodeType="withEffect">
                                  <p:stCondLst>
                                    <p:cond delay="4250"/>
                                  </p:stCondLst>
                                  <p:childTnLst>
                                    <p:set>
                                      <p:cBhvr>
                                        <p:cTn id="8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9" dur="300" fill="hold"/>
                                        <p:tgtEl>
                                          <p:spTgt spid="1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w*1.14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0" dur="300" fill="hold"/>
                                        <p:tgtEl>
                                          <p:spTgt spid="1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h*1.14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41" dur="150"/>
                                        <p:tgtEl>
                                          <p:spTgt spid="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8" presetID="42" presetClass="entr" presetSubtype="0" fill="hold" grpId="0" nodeType="withEffect">
                                  <p:stCondLst>
                                    <p:cond delay="4970"/>
                                  </p:stCondLst>
                                  <p:childTnLst>
                                    <p:set>
                                      <p:cBhvr>
                                        <p:cTn id="8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4" dur="45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45" dur="450" fill="hold"/>
                                        <p:tgtEl>
                                          <p:spTgt spid="1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6" dur="450" fill="hold"/>
                                        <p:tgtEl>
                                          <p:spTgt spid="1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 vol="80000">
                                        <p:cTn id="847" display="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ndTgt r:embed="rId911" name="t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853" presetID="42" presetClass="entr" presetSubtype="0" fill="hold" grpId="0" nodeType="withEffect">
                                  <p:stCondLst>
                                    <p:cond delay="4970"/>
                                  </p:stCondLst>
                                  <p:childTnLst>
                                    <p:set>
                                      <p:cBhvr>
                                        <p:cTn id="8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0" dur="45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51" dur="450" fill="hold"/>
                                        <p:tgtEl>
                                          <p:spTgt spid="1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52" dur="450" fill="hold"/>
                                        <p:tgtEl>
                                          <p:spTgt spid="1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8" presetID="42" presetClass="entr" presetSubtype="0" fill="hold" grpId="0" nodeType="withEffect">
                                  <p:stCondLst>
                                    <p:cond delay="4970"/>
                                  </p:stCondLst>
                                  <p:childTnLst>
                                    <p:set>
                                      <p:cBhvr>
                                        <p:cTn id="8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5" dur="45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56" dur="450" fill="hold"/>
                                        <p:tgtEl>
                                          <p:spTgt spid="1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57" dur="450" fill="hold"/>
                                        <p:tgtEl>
                                          <p:spTgt spid="1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63" presetID="42" presetClass="entr" presetSubtype="0" fill="hold" grpId="0" nodeType="withEffect">
                                  <p:stCondLst>
                                    <p:cond delay="4970"/>
                                  </p:stCondLst>
                                  <p:childTnLst>
                                    <p:set>
                                      <p:cBhvr>
                                        <p:cTn id="8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0" dur="45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61" dur="450" fill="hold"/>
                                        <p:tgtEl>
                                          <p:spTgt spid="1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2" dur="450" fill="hold"/>
                                        <p:tgtEl>
                                          <p:spTgt spid="1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65" presetID="1" presetClass="exit" presetSubtype="0" fill="hold" grpId="1" nodeType="withEffect">
                                  <p:stCondLst>
                                    <p:cond delay="4970"/>
                                  </p:stCondLst>
                                  <p:childTnLst>
                                    <p:set>
                                      <p:cBhvr>
                                        <p:cTn id="8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0" presetID="53" presetClass="entr" presetSubtype="16" fill="hold" grpId="0" nodeType="withEffect">
                                  <p:stCondLst>
                                    <p:cond delay="4970"/>
                                  </p:stCondLst>
                                  <p:childTnLst>
                                    <p:set>
                                      <p:cBhvr>
                                        <p:cTn id="8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67" dur="300" fill="hold"/>
                                        <p:tgtEl>
                                          <p:spTgt spid="1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w*1.14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8" dur="300" fill="hold"/>
                                        <p:tgtEl>
                                          <p:spTgt spid="1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h*1.14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69" dur="150"/>
                                        <p:tgtEl>
                                          <p:spTgt spid="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6" presetID="42" presetClass="entr" presetSubtype="0" fill="hold" grpId="0" nodeType="withEffect">
                                  <p:stCondLst>
                                    <p:cond delay="5690"/>
                                  </p:stCondLst>
                                  <p:childTnLst>
                                    <p:set>
                                      <p:cBhvr>
                                        <p:cTn id="8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2" dur="45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73" dur="450" fill="hold"/>
                                        <p:tgtEl>
                                          <p:spTgt spid="1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74" dur="450" fill="hold"/>
                                        <p:tgtEl>
                                          <p:spTgt spid="1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 vol="80000">
                                        <p:cTn id="875" display="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ndTgt r:embed="rId911" name="t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881" presetID="42" presetClass="entr" presetSubtype="0" fill="hold" grpId="0" nodeType="withEffect">
                                  <p:stCondLst>
                                    <p:cond delay="5690"/>
                                  </p:stCondLst>
                                  <p:childTnLst>
                                    <p:set>
                                      <p:cBhvr>
                                        <p:cTn id="8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8" dur="45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79" dur="450" fill="hold"/>
                                        <p:tgtEl>
                                          <p:spTgt spid="1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0" dur="450" fill="hold"/>
                                        <p:tgtEl>
                                          <p:spTgt spid="1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6" presetID="42" presetClass="entr" presetSubtype="0" fill="hold" grpId="0" nodeType="withEffect">
                                  <p:stCondLst>
                                    <p:cond delay="5690"/>
                                  </p:stCondLst>
                                  <p:childTnLst>
                                    <p:set>
                                      <p:cBhvr>
                                        <p:cTn id="8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3" dur="45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84" dur="450" fill="hold"/>
                                        <p:tgtEl>
                                          <p:spTgt spid="1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5" dur="450" fill="hold"/>
                                        <p:tgtEl>
                                          <p:spTgt spid="1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1" presetID="42" presetClass="entr" presetSubtype="0" fill="hold" grpId="0" nodeType="withEffect">
                                  <p:stCondLst>
                                    <p:cond delay="5690"/>
                                  </p:stCondLst>
                                  <p:childTnLst>
                                    <p:set>
                                      <p:cBhvr>
                                        <p:cTn id="8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8" dur="45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89" dur="450" fill="hold"/>
                                        <p:tgtEl>
                                          <p:spTgt spid="1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90" dur="450" fill="hold"/>
                                        <p:tgtEl>
                                          <p:spTgt spid="1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3" presetID="1" presetClass="exit" presetSubtype="0" fill="hold" grpId="1" nodeType="withEffect">
                                  <p:stCondLst>
                                    <p:cond delay="5690"/>
                                  </p:stCondLst>
                                  <p:childTnLst>
                                    <p:set>
                                      <p:cBhvr>
                                        <p:cTn id="8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8" presetID="53" presetClass="entr" presetSubtype="16" fill="hold" grpId="0" nodeType="withEffect">
                                  <p:stCondLst>
                                    <p:cond delay="5690"/>
                                  </p:stCondLst>
                                  <p:childTnLst>
                                    <p:set>
                                      <p:cBhvr>
                                        <p:cTn id="8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95" dur="300" fill="hold"/>
                                        <p:tgtEl>
                                          <p:spTgt spid="1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w*1.14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96" dur="300" fill="hold"/>
                                        <p:tgtEl>
                                          <p:spTgt spid="1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h*1.14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97" dur="150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4" presetID="42" presetClass="entr" presetSubtype="0" fill="hold" grpId="0" nodeType="withEffect">
                                  <p:stCondLst>
                                    <p:cond delay="6410"/>
                                  </p:stCondLst>
                                  <p:childTnLst>
                                    <p:set>
                                      <p:cBhvr>
                                        <p:cTn id="8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0" dur="45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01" dur="450" fill="hold"/>
                                        <p:tgtEl>
                                          <p:spTgt spid="1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2" dur="450" fill="hold"/>
                                        <p:tgtEl>
                                          <p:spTgt spid="1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 vol="80000">
                                        <p:cTn id="903" display="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ndTgt r:embed="rId908" name="pop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909" presetID="42" presetClass="entr" presetSubtype="0" fill="hold" grpId="0" nodeType="withEffect">
                                  <p:stCondLst>
                                    <p:cond delay="6410"/>
                                  </p:stCondLst>
                                  <p:childTnLst>
                                    <p:set>
                                      <p:cBhvr>
                                        <p:cTn id="9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6" dur="45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07" dur="450" fill="hold"/>
                                        <p:tgtEl>
                                          <p:spTgt spid="1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8" dur="450" fill="hold"/>
                                        <p:tgtEl>
                                          <p:spTgt spid="1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14" presetID="42" presetClass="entr" presetSubtype="0" fill="hold" grpId="0" nodeType="withEffect">
                                  <p:stCondLst>
                                    <p:cond delay="6410"/>
                                  </p:stCondLst>
                                  <p:childTnLst>
                                    <p:set>
                                      <p:cBhvr>
                                        <p:cTn id="9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1" dur="45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12" dur="450" fill="hold"/>
                                        <p:tgtEl>
                                          <p:spTgt spid="1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13" dur="450" fill="hold"/>
                                        <p:tgtEl>
                                          <p:spTgt spid="1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19" presetID="42" presetClass="entr" presetSubtype="0" fill="hold" grpId="0" nodeType="withEffect">
                                  <p:stCondLst>
                                    <p:cond delay="6410"/>
                                  </p:stCondLst>
                                  <p:childTnLst>
                                    <p:set>
                                      <p:cBhvr>
                                        <p:cTn id="9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6" dur="45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17" dur="450" fill="hold"/>
                                        <p:tgtEl>
                                          <p:spTgt spid="1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18" dur="450" fill="hold"/>
                                        <p:tgtEl>
                                          <p:spTgt spid="1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1" presetID="1" presetClass="exit" presetSubtype="0" fill="hold" grpId="1" nodeType="withEffect">
                                  <p:stCondLst>
                                    <p:cond delay="6410"/>
                                  </p:stCondLst>
                                  <p:childTnLst>
                                    <p:set>
                                      <p:cBhvr>
                                        <p:cTn id="9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26" presetID="53" presetClass="entr" presetSubtype="16" fill="hold" grpId="0" nodeType="withEffect">
                                  <p:stCondLst>
                                    <p:cond delay="6410"/>
                                  </p:stCondLst>
                                  <p:childTnLst>
                                    <p:set>
                                      <p:cBhvr>
                                        <p:cTn id="9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3" dur="300" fill="hold"/>
                                        <p:tgtEl>
                                          <p:spTgt spid="1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w*1.14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4" dur="300" fill="hold"/>
                                        <p:tgtEl>
                                          <p:spTgt spid="1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h*1.14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25" dur="150"/>
                                        <p:tgtEl>
                                          <p:spTgt spid="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2" presetID="42" presetClass="entr" presetSubtype="0" fill="hold" grpId="0" nodeType="withEffect">
                                  <p:stCondLst>
                                    <p:cond delay="7130"/>
                                  </p:stCondLst>
                                  <p:childTnLst>
                                    <p:set>
                                      <p:cBhvr>
                                        <p:cTn id="9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8" dur="45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29" dur="450" fill="hold"/>
                                        <p:tgtEl>
                                          <p:spTgt spid="1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30" dur="450" fill="hold"/>
                                        <p:tgtEl>
                                          <p:spTgt spid="1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 vol="80000">
                                        <p:cTn id="931" display="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ndTgt r:embed="rId911" name="t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937" presetID="42" presetClass="entr" presetSubtype="0" fill="hold" grpId="0" nodeType="withEffect">
                                  <p:stCondLst>
                                    <p:cond delay="7130"/>
                                  </p:stCondLst>
                                  <p:childTnLst>
                                    <p:set>
                                      <p:cBhvr>
                                        <p:cTn id="9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4" dur="45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35" dur="450" fill="hold"/>
                                        <p:tgtEl>
                                          <p:spTgt spid="1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36" dur="450" fill="hold"/>
                                        <p:tgtEl>
                                          <p:spTgt spid="1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42" presetID="42" presetClass="entr" presetSubtype="0" fill="hold" grpId="0" nodeType="withEffect">
                                  <p:stCondLst>
                                    <p:cond delay="7130"/>
                                  </p:stCondLst>
                                  <p:childTnLst>
                                    <p:set>
                                      <p:cBhvr>
                                        <p:cTn id="9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9" dur="45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40" dur="450" fill="hold"/>
                                        <p:tgtEl>
                                          <p:spTgt spid="1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41" dur="450" fill="hold"/>
                                        <p:tgtEl>
                                          <p:spTgt spid="1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47" presetID="42" presetClass="entr" presetSubtype="0" fill="hold" grpId="0" nodeType="withEffect">
                                  <p:stCondLst>
                                    <p:cond delay="7130"/>
                                  </p:stCondLst>
                                  <p:childTnLst>
                                    <p:set>
                                      <p:cBhvr>
                                        <p:cTn id="9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4" dur="45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45" dur="450" fill="hold"/>
                                        <p:tgtEl>
                                          <p:spTgt spid="1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46" dur="450" fill="hold"/>
                                        <p:tgtEl>
                                          <p:spTgt spid="1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49" presetID="1" presetClass="exit" presetSubtype="0" fill="hold" grpId="1" nodeType="withEffect">
                                  <p:stCondLst>
                                    <p:cond delay="7130"/>
                                  </p:stCondLst>
                                  <p:childTnLst>
                                    <p:set>
                                      <p:cBhvr>
                                        <p:cTn id="9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4" presetID="53" presetClass="entr" presetSubtype="16" fill="hold" grpId="0" nodeType="withEffect">
                                  <p:stCondLst>
                                    <p:cond delay="7130"/>
                                  </p:stCondLst>
                                  <p:childTnLst>
                                    <p:set>
                                      <p:cBhvr>
                                        <p:cTn id="9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1" dur="300" fill="hold"/>
                                        <p:tgtEl>
                                          <p:spTgt spid="1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w*1.14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52" dur="300" fill="hold"/>
                                        <p:tgtEl>
                                          <p:spTgt spid="1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h*1.14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53" dur="150"/>
                                        <p:tgtEl>
                                          <p:spTgt spid="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0" presetID="42" presetClass="entr" presetSubtype="0" fill="hold" grpId="0" nodeType="withEffect">
                                  <p:stCondLst>
                                    <p:cond delay="7850"/>
                                  </p:stCondLst>
                                  <p:childTnLst>
                                    <p:set>
                                      <p:cBhvr>
                                        <p:cTn id="9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6" dur="45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57" dur="450" fill="hold"/>
                                        <p:tgtEl>
                                          <p:spTgt spid="1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58" dur="450" fill="hold"/>
                                        <p:tgtEl>
                                          <p:spTgt spid="1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 vol="80000">
                                        <p:cTn id="959" display="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ndTgt r:embed="rId911" name="t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965" presetID="42" presetClass="entr" presetSubtype="0" fill="hold" grpId="0" nodeType="withEffect">
                                  <p:stCondLst>
                                    <p:cond delay="7850"/>
                                  </p:stCondLst>
                                  <p:childTnLst>
                                    <p:set>
                                      <p:cBhvr>
                                        <p:cTn id="9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2" dur="45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63" dur="450" fill="hold"/>
                                        <p:tgtEl>
                                          <p:spTgt spid="1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4" dur="450" fill="hold"/>
                                        <p:tgtEl>
                                          <p:spTgt spid="1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0" presetID="42" presetClass="entr" presetSubtype="0" fill="hold" grpId="0" nodeType="withEffect">
                                  <p:stCondLst>
                                    <p:cond delay="7850"/>
                                  </p:stCondLst>
                                  <p:childTnLst>
                                    <p:set>
                                      <p:cBhvr>
                                        <p:cTn id="9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7" dur="45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68" dur="450" fill="hold"/>
                                        <p:tgtEl>
                                          <p:spTgt spid="1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9" dur="450" fill="hold"/>
                                        <p:tgtEl>
                                          <p:spTgt spid="1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5" presetID="42" presetClass="entr" presetSubtype="0" fill="hold" grpId="0" nodeType="withEffect">
                                  <p:stCondLst>
                                    <p:cond delay="7850"/>
                                  </p:stCondLst>
                                  <p:childTnLst>
                                    <p:set>
                                      <p:cBhvr>
                                        <p:cTn id="9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2" dur="45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73" dur="450" fill="hold"/>
                                        <p:tgtEl>
                                          <p:spTgt spid="1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74" dur="450" fill="hold"/>
                                        <p:tgtEl>
                                          <p:spTgt spid="1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7" presetID="1" presetClass="exit" presetSubtype="0" fill="hold" grpId="1" nodeType="withEffect">
                                  <p:stCondLst>
                                    <p:cond delay="7850"/>
                                  </p:stCondLst>
                                  <p:childTnLst>
                                    <p:set>
                                      <p:cBhvr>
                                        <p:cTn id="9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82" presetID="53" presetClass="entr" presetSubtype="16" fill="hold" grpId="0" nodeType="withEffect">
                                  <p:stCondLst>
                                    <p:cond delay="7850"/>
                                  </p:stCondLst>
                                  <p:childTnLst>
                                    <p:set>
                                      <p:cBhvr>
                                        <p:cTn id="9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9" dur="300" fill="hold"/>
                                        <p:tgtEl>
                                          <p:spTgt spid="1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w*1.14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0" dur="300" fill="hold"/>
                                        <p:tgtEl>
                                          <p:spTgt spid="1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h*1.14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81" dur="150"/>
                                        <p:tgtEl>
                                          <p:spTgt spid="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8" presetID="42" presetClass="entr" presetSubtype="0" fill="hold" grpId="0" nodeType="withEffect">
                                  <p:stCondLst>
                                    <p:cond delay="8570"/>
                                  </p:stCondLst>
                                  <p:childTnLst>
                                    <p:set>
                                      <p:cBhvr>
                                        <p:cTn id="9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4" dur="450"/>
                                        <p:tgtEl>
                                          <p:spTgt spid="1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85" dur="450" fill="hold"/>
                                        <p:tgtEl>
                                          <p:spTgt spid="1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6" dur="450" fill="hold"/>
                                        <p:tgtEl>
                                          <p:spTgt spid="1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 vol="80000">
                                        <p:cTn id="987" display="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ndTgt r:embed="rId911" name="t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993" presetID="42" presetClass="entr" presetSubtype="0" fill="hold" grpId="0" nodeType="withEffect">
                                  <p:stCondLst>
                                    <p:cond delay="8570"/>
                                  </p:stCondLst>
                                  <p:childTnLst>
                                    <p:set>
                                      <p:cBhvr>
                                        <p:cTn id="9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0" dur="45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91" dur="450" fill="hold"/>
                                        <p:tgtEl>
                                          <p:spTgt spid="1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92" dur="450" fill="hold"/>
                                        <p:tgtEl>
                                          <p:spTgt spid="1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98" presetID="42" presetClass="entr" presetSubtype="0" fill="hold" grpId="0" nodeType="withEffect">
                                  <p:stCondLst>
                                    <p:cond delay="8570"/>
                                  </p:stCondLst>
                                  <p:childTnLst>
                                    <p:set>
                                      <p:cBhvr>
                                        <p:cTn id="9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5" dur="45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96" dur="450" fill="hold"/>
                                        <p:tgtEl>
                                          <p:spTgt spid="1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97" dur="450" fill="hold"/>
                                        <p:tgtEl>
                                          <p:spTgt spid="1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03" presetID="42" presetClass="entr" presetSubtype="0" fill="hold" grpId="0" nodeType="withEffect">
                                  <p:stCondLst>
                                    <p:cond delay="8570"/>
                                  </p:stCondLst>
                                  <p:childTnLst>
                                    <p:set>
                                      <p:cBhvr>
                                        <p:cTn id="9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0" dur="45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01" dur="450" fill="hold"/>
                                        <p:tgtEl>
                                          <p:spTgt spid="1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02" dur="450" fill="hold"/>
                                        <p:tgtEl>
                                          <p:spTgt spid="1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05" presetID="1" presetClass="exit" presetSubtype="0" fill="hold" grpId="1" nodeType="withEffect">
                                  <p:stCondLst>
                                    <p:cond delay="8570"/>
                                  </p:stCondLst>
                                  <p:childTnLst>
                                    <p:set>
                                      <p:cBhvr>
                                        <p:cTn id="10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0" presetID="53" presetClass="entr" presetSubtype="16" fill="hold" grpId="0" nodeType="withEffect">
                                  <p:stCondLst>
                                    <p:cond delay="8570"/>
                                  </p:stCondLst>
                                  <p:childTnLst>
                                    <p:set>
                                      <p:cBhvr>
                                        <p:cTn id="10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07" dur="300" fill="hold"/>
                                        <p:tgtEl>
                                          <p:spTgt spid="1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w*1.14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08" dur="300" fill="hold"/>
                                        <p:tgtEl>
                                          <p:spTgt spid="1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h*1.14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09" dur="150"/>
                                        <p:tgtEl>
                                          <p:spTgt spid="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2" presetID="1" presetClass="exit" presetSubtype="0" fill="hold" grpId="1" nodeType="withEffect">
                                  <p:stCondLst>
                                    <p:cond delay="3530"/>
                                  </p:stCondLst>
                                  <p:childTnLst>
                                    <p:set>
                                      <p:cBhvr>
                                        <p:cTn id="10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4" presetID="1" presetClass="entr" presetSubtype="0" fill="hold" grpId="0" nodeType="withEffect">
                                  <p:stCondLst>
                                    <p:cond delay="3530"/>
                                  </p:stCondLst>
                                  <p:childTnLst>
                                    <p:set>
                                      <p:cBhvr>
                                        <p:cTn id="10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6" presetID="1" presetClass="exit" presetSubtype="0" fill="hold" grpId="1" nodeType="withEffect">
                                  <p:stCondLst>
                                    <p:cond delay="6410"/>
                                  </p:stCondLst>
                                  <p:childTnLst>
                                    <p:set>
                                      <p:cBhvr>
                                        <p:cTn id="10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8" presetID="1" presetClass="entr" presetSubtype="0" fill="hold" grpId="0" nodeType="withEffect">
                                  <p:stCondLst>
                                    <p:cond delay="6410"/>
                                  </p:stCondLst>
                                  <p:childTnLst>
                                    <p:set>
                                      <p:cBhvr>
                                        <p:cTn id="10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20" presetID="1" presetClass="exit" presetSubtype="0" fill="hold" grpId="1" nodeType="withEffect">
                                  <p:stCondLst>
                                    <p:cond delay="8570"/>
                                  </p:stCondLst>
                                  <p:childTnLst>
                                    <p:set>
                                      <p:cBhvr>
                                        <p:cTn id="10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22" presetID="1" presetClass="entr" presetSubtype="0" fill="hold" grpId="0" nodeType="withEffect">
                                  <p:stCondLst>
                                    <p:cond delay="8570"/>
                                  </p:stCondLst>
                                  <p:childTnLst>
                                    <p:set>
                                      <p:cBhvr>
                                        <p:cTn id="10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25" presetID="10" presetClass="exit" presetSubtype="0" fill="hold" grpId="3" nodeType="withEffect">
                                  <p:stCondLst>
                                    <p:cond delay="209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23" dur="2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24" dur="1" fill="hold">
                                          <p:stCondLst>
                                            <p:cond delay="199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28" presetID="10" presetClass="entr" presetSubtype="0" fill="hold" grpId="2" nodeType="withEffect">
                                  <p:stCondLst>
                                    <p:cond delay="2090"/>
                                  </p:stCondLst>
                                  <p:childTnLst>
                                    <p:set>
                                      <p:cBhvr>
                                        <p:cTn id="10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7" dur="2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0" presetID="32" presetClass="emph" presetSubtype="0" fill="hold" grpId="3" nodeType="withEffect">
                                  <p:stCondLst>
                                    <p:cond delay="2290"/>
                                  </p:stCondLst>
                                  <p:childTnLst>
                                    <p:animRot by="240000">
                                      <p:cBhvr>
                                        <p:cTn id="1029" dur="125" fill="hold" autoRev="1" repeatCount="2000"/>
                                        <p:tgtEl>
                                          <p:spTgt spid="7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033" presetID="10" presetClass="exit" presetSubtype="0" fill="hold" grpId="4" nodeType="withEffect">
                                  <p:stCondLst>
                                    <p:cond delay="78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31" dur="2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32" dur="1" fill="hold">
                                          <p:stCondLst>
                                            <p:cond delay="199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6" presetID="10" presetClass="entr" presetSubtype="0" fill="hold" grpId="0" nodeType="withEffect">
                                  <p:stCondLst>
                                    <p:cond delay="7850"/>
                                  </p:stCondLst>
                                  <p:childTnLst>
                                    <p:set>
                                      <p:cBhvr>
                                        <p:cTn id="10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5" dur="2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8" presetID="32" presetClass="emph" presetSubtype="0" fill="hold" grpId="1" nodeType="withEffect">
                                  <p:stCondLst>
                                    <p:cond delay="8050"/>
                                  </p:stCondLst>
                                  <p:childTnLst>
                                    <p:animRot by="240000">
                                      <p:cBhvr>
                                        <p:cTn id="1037" dur="125" fill="hold" autoRev="1" repeatCount="2000"/>
                                        <p:tgtEl>
                                          <p:spTgt spid="7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4"/>
                  </p:tgtEl>
                </p:cond>
              </p:nextCondLst>
            </p:seq>
          </p:childTnLst>
        </p:cTn>
      </p:par>
    </p:tnLst>
    <p:bldLst>
      <p:bldP spid="13" grpId="0" animBg="1"/>
      <p:bldP spid="18" grpId="0" animBg="1"/>
      <p:bldP spid="19" grpId="0" animBg="1"/>
      <p:bldP spid="24" grpId="0" animBg="1"/>
      <p:bldP spid="25" grpId="0" animBg="1"/>
      <p:bldP spid="31" grpId="0" animBg="1"/>
      <p:bldP spid="46" grpId="0" animBg="1"/>
      <p:bldP spid="40" grpId="0" animBg="1"/>
      <p:bldP spid="36" grpId="0" animBg="1"/>
      <p:bldP spid="15" grpId="0" animBg="1"/>
      <p:bldP spid="15" grpId="1" animBg="1"/>
      <p:bldP spid="20" grpId="0" animBg="1"/>
      <p:bldP spid="21" grpId="0" animBg="1"/>
      <p:bldP spid="26" grpId="0" animBg="1"/>
      <p:bldP spid="27" grpId="0" animBg="1"/>
      <p:bldP spid="33" grpId="0" animBg="1"/>
      <p:bldP spid="47" grpId="0" animBg="1"/>
      <p:bldP spid="41" grpId="0" animBg="1"/>
      <p:bldP spid="37" grpId="0" animBg="1"/>
      <p:bldP spid="17" grpId="0" animBg="1"/>
      <p:bldP spid="17" grpId="1" animBg="1"/>
      <p:bldP spid="22" grpId="0" animBg="1"/>
      <p:bldP spid="23" grpId="0" animBg="1"/>
      <p:bldP spid="28" grpId="0" animBg="1"/>
      <p:bldP spid="29" grpId="0" animBg="1"/>
      <p:bldP spid="35" grpId="0" animBg="1"/>
      <p:bldP spid="48" grpId="0" animBg="1"/>
      <p:bldP spid="42" grpId="0" animBg="1"/>
      <p:bldP spid="38" grpId="0" animBg="1"/>
      <p:bldP spid="39" grpId="0" animBg="1"/>
      <p:bldP spid="57" grpId="0" animBg="1"/>
      <p:bldP spid="55" grpId="0" animBg="1"/>
      <p:bldP spid="56" grpId="0" animBg="1"/>
      <p:bldP spid="58" grpId="0" animBg="1"/>
      <p:bldP spid="9" grpId="0" animBg="1"/>
      <p:bldP spid="10" grpId="0" animBg="1"/>
      <p:bldP spid="11" grpId="0" animBg="1"/>
      <p:bldP spid="12" grpId="0" animBg="1"/>
      <p:bldP spid="14" grpId="0" animBg="1"/>
      <p:bldP spid="16" grpId="0" animBg="1"/>
      <p:bldP spid="18" grpId="1" animBg="1"/>
      <p:bldP spid="19" grpId="1" animBg="1"/>
      <p:bldP spid="25" grpId="1" animBg="1"/>
      <p:bldP spid="46" grpId="1" animBg="1"/>
      <p:bldP spid="40" grpId="1" animBg="1"/>
      <p:bldP spid="36" grpId="1" animBg="1"/>
      <p:bldP spid="20" grpId="1" animBg="1"/>
      <p:bldP spid="21" grpId="1" animBg="1"/>
      <p:bldP spid="27" grpId="1" animBg="1"/>
      <p:bldP spid="47" grpId="1" animBg="1"/>
      <p:bldP spid="41" grpId="1" animBg="1"/>
      <p:bldP spid="37" grpId="1" animBg="1"/>
      <p:bldP spid="22" grpId="1" animBg="1"/>
      <p:bldP spid="23" grpId="1" animBg="1"/>
      <p:bldP spid="29" grpId="1" animBg="1"/>
      <p:bldP spid="48" grpId="1" animBg="1"/>
      <p:bldP spid="42" grpId="1" animBg="1"/>
      <p:bldP spid="38" grpId="1" animBg="1"/>
      <p:bldP spid="39" grpId="1" animBg="1"/>
      <p:bldP spid="57" grpId="1" animBg="1"/>
      <p:bldP spid="55" grpId="1" animBg="1"/>
      <p:bldP spid="56" grpId="1" animBg="1"/>
      <p:bldP spid="58" grpId="1" animBg="1"/>
      <p:bldP spid="61" grpId="0" animBg="1"/>
      <p:bldP spid="62" grpId="0" animBg="1"/>
      <p:bldP spid="63" grpId="0" animBg="1"/>
      <p:bldP spid="60" grpId="0" animBg="1"/>
      <p:bldP spid="64" grpId="0" animBg="1"/>
      <p:bldP spid="65" grpId="0" animBg="1"/>
      <p:bldP spid="66" grpId="0" animBg="1"/>
      <p:bldP spid="67" grpId="0" animBg="1"/>
      <p:bldP spid="68" grpId="0" animBg="1"/>
      <p:bldP spid="69" grpId="0" animBg="1"/>
      <p:bldP spid="70" grpId="0" animBg="1"/>
      <p:bldP spid="60" grpId="1" animBg="1"/>
      <p:bldP spid="61" grpId="1" animBg="1"/>
      <p:bldP spid="62" grpId="1" animBg="1"/>
      <p:bldP spid="63" grpId="1" animBg="1"/>
      <p:bldP spid="64" grpId="1" animBg="1"/>
      <p:bldP spid="65" grpId="1" animBg="1"/>
      <p:bldP spid="66" grpId="1" animBg="1"/>
      <p:bldP spid="67" grpId="1" animBg="1"/>
      <p:bldP spid="68" grpId="1" animBg="1"/>
      <p:bldP spid="69" grpId="1" animBg="1"/>
      <p:bldP spid="70" grpId="1" animBg="1"/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78" grpId="0" animBg="1"/>
      <p:bldP spid="79" grpId="0" animBg="1"/>
      <p:bldP spid="80" grpId="0" animBg="1"/>
      <p:bldP spid="81" grpId="0" animBg="1"/>
      <p:bldP spid="82" grpId="0" animBg="1"/>
      <p:bldP spid="84" grpId="0" animBg="1"/>
      <p:bldP spid="84" grpId="1" animBg="1"/>
      <p:bldP spid="166" grpId="0" animBg="1"/>
      <p:bldP spid="167" grpId="0" animBg="1"/>
      <p:bldP spid="170" grpId="0" animBg="1"/>
      <p:bldP spid="171" grpId="0" animBg="1"/>
      <p:bldP spid="172" grpId="0" animBg="1"/>
      <p:bldP spid="82" grpId="1" animBg="1"/>
      <p:bldP spid="83" grpId="0" animBg="1"/>
      <p:bldP spid="79" grpId="1" animBg="1"/>
      <p:bldP spid="80" grpId="1" animBg="1"/>
      <p:bldP spid="81" grpId="1" animBg="1"/>
      <p:bldP spid="86" grpId="0" animBg="1"/>
      <p:bldP spid="88" grpId="0" animBg="1"/>
      <p:bldP spid="87" grpId="0" animBg="1"/>
      <p:bldP spid="84" grpId="2" animBg="1"/>
      <p:bldP spid="82" grpId="2" animBg="1"/>
      <p:bldP spid="83" grpId="1" animBg="1"/>
      <p:bldP spid="79" grpId="2" animBg="1"/>
      <p:bldP spid="80" grpId="2" animBg="1"/>
      <p:bldP spid="81" grpId="2" animBg="1"/>
      <p:bldP spid="86" grpId="1" animBg="1"/>
      <p:bldP spid="87" grpId="1" animBg="1"/>
      <p:bldP spid="88" grpId="1" animBg="1"/>
      <p:bldP spid="78" grpId="1" animBg="1"/>
      <p:bldP spid="90" grpId="0" animBg="1"/>
      <p:bldP spid="91" grpId="0" animBg="1"/>
      <p:bldP spid="92" grpId="0" animBg="1"/>
      <p:bldP spid="93" grpId="0" animBg="1"/>
      <p:bldP spid="94" grpId="0" animBg="1"/>
      <p:bldP spid="95" grpId="0" animBg="1"/>
      <p:bldP spid="96" grpId="0" animBg="1"/>
      <p:bldP spid="97" grpId="0" animBg="1"/>
      <p:bldP spid="149" grpId="0" animBg="1"/>
      <p:bldP spid="150" grpId="0" animBg="1"/>
      <p:bldP spid="151" grpId="0" animBg="1"/>
      <p:bldP spid="164" grpId="0" animBg="1"/>
      <p:bldP spid="101" grpId="0" animBg="1"/>
      <p:bldP spid="102" grpId="0" animBg="1"/>
      <p:bldP spid="103" grpId="0" animBg="1"/>
      <p:bldP spid="104" grpId="0" animBg="1"/>
      <p:bldP spid="151" grpId="1" animBg="1"/>
      <p:bldP spid="152" grpId="0" animBg="1"/>
      <p:bldP spid="105" grpId="0" animBg="1"/>
      <p:bldP spid="106" grpId="0" animBg="1"/>
      <p:bldP spid="107" grpId="0" animBg="1"/>
      <p:bldP spid="108" grpId="0" animBg="1"/>
      <p:bldP spid="152" grpId="1" animBg="1"/>
      <p:bldP spid="153" grpId="0" animBg="1"/>
      <p:bldP spid="109" grpId="0" animBg="1"/>
      <p:bldP spid="110" grpId="0" animBg="1"/>
      <p:bldP spid="111" grpId="0" animBg="1"/>
      <p:bldP spid="112" grpId="0" animBg="1"/>
      <p:bldP spid="153" grpId="1" animBg="1"/>
      <p:bldP spid="154" grpId="0" animBg="1"/>
      <p:bldP spid="113" grpId="0" animBg="1"/>
      <p:bldP spid="114" grpId="0" animBg="1"/>
      <p:bldP spid="115" grpId="0" animBg="1"/>
      <p:bldP spid="116" grpId="0" animBg="1"/>
      <p:bldP spid="154" grpId="1" animBg="1"/>
      <p:bldP spid="155" grpId="0" animBg="1"/>
      <p:bldP spid="117" grpId="0" animBg="1"/>
      <p:bldP spid="118" grpId="0" animBg="1"/>
      <p:bldP spid="119" grpId="0" animBg="1"/>
      <p:bldP spid="120" grpId="0" animBg="1"/>
      <p:bldP spid="155" grpId="1" animBg="1"/>
      <p:bldP spid="156" grpId="0" animBg="1"/>
      <p:bldP spid="121" grpId="0" animBg="1"/>
      <p:bldP spid="122" grpId="0" animBg="1"/>
      <p:bldP spid="123" grpId="0" animBg="1"/>
      <p:bldP spid="124" grpId="0" animBg="1"/>
      <p:bldP spid="156" grpId="1" animBg="1"/>
      <p:bldP spid="157" grpId="0" animBg="1"/>
      <p:bldP spid="125" grpId="0" animBg="1"/>
      <p:bldP spid="126" grpId="0" animBg="1"/>
      <p:bldP spid="127" grpId="0" animBg="1"/>
      <p:bldP spid="128" grpId="0" animBg="1"/>
      <p:bldP spid="157" grpId="1" animBg="1"/>
      <p:bldP spid="158" grpId="0" animBg="1"/>
      <p:bldP spid="129" grpId="0" animBg="1"/>
      <p:bldP spid="130" grpId="0" animBg="1"/>
      <p:bldP spid="131" grpId="0" animBg="1"/>
      <p:bldP spid="132" grpId="0" animBg="1"/>
      <p:bldP spid="158" grpId="1" animBg="1"/>
      <p:bldP spid="159" grpId="0" animBg="1"/>
      <p:bldP spid="133" grpId="0" animBg="1"/>
      <p:bldP spid="134" grpId="0" animBg="1"/>
      <p:bldP spid="135" grpId="0" animBg="1"/>
      <p:bldP spid="136" grpId="0" animBg="1"/>
      <p:bldP spid="159" grpId="1" animBg="1"/>
      <p:bldP spid="160" grpId="0" animBg="1"/>
      <p:bldP spid="137" grpId="0" animBg="1"/>
      <p:bldP spid="138" grpId="0" animBg="1"/>
      <p:bldP spid="139" grpId="0" animBg="1"/>
      <p:bldP spid="140" grpId="0" animBg="1"/>
      <p:bldP spid="160" grpId="1" animBg="1"/>
      <p:bldP spid="161" grpId="0" animBg="1"/>
      <p:bldP spid="141" grpId="0" animBg="1"/>
      <p:bldP spid="142" grpId="0" animBg="1"/>
      <p:bldP spid="143" grpId="0" animBg="1"/>
      <p:bldP spid="144" grpId="0" animBg="1"/>
      <p:bldP spid="161" grpId="1" animBg="1"/>
      <p:bldP spid="162" grpId="0" animBg="1"/>
      <p:bldP spid="145" grpId="0" animBg="1"/>
      <p:bldP spid="146" grpId="0" animBg="1"/>
      <p:bldP spid="147" grpId="0" animBg="1"/>
      <p:bldP spid="148" grpId="0" animBg="1"/>
      <p:bldP spid="162" grpId="1" animBg="1"/>
      <p:bldP spid="163" grpId="0" animBg="1"/>
      <p:bldP spid="97" grpId="1" animBg="1"/>
      <p:bldP spid="98" grpId="0" animBg="1"/>
      <p:bldP spid="98" grpId="1" animBg="1"/>
      <p:bldP spid="99" grpId="0" animBg="1"/>
      <p:bldP spid="99" grpId="1" animBg="1"/>
      <p:bldP spid="100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 Black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Плов как бесконечный ряд</dc:title>
  <dc:subject>Математическая модель узбекского гостеприимства</dc:subject>
  <dc:creator>Эркинбой</dc:creator>
  <cp:lastModifiedBy>Эркинбой</cp:lastModifiedBy>
  <cp:revision>1</cp:revision>
  <dcterms:created xsi:type="dcterms:W3CDTF">2026-10-09T12:06:56Z</dcterms:created>
  <dcterms:modified xsi:type="dcterms:W3CDTF">2026-10-09T12:06:56Z</dcterms:modified>
</cp:coreProperties>
</file>